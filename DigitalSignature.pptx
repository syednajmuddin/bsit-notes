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0r5HUMaI39XEWtTKjv15nx3Df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4ee48e8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4ee48e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3" name="Google Shape;63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762000" y="3228124"/>
            <a:ext cx="7777500" cy="11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br>
              <a:rPr b="0" i="0" lang="en-US" sz="4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Digital Signature</a:t>
            </a:r>
            <a:br>
              <a:rPr b="0" i="0" lang="en-US" sz="4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subTitle"/>
          </p:nvPr>
        </p:nvSpPr>
        <p:spPr>
          <a:xfrm>
            <a:off x="381000" y="1676400"/>
            <a:ext cx="8458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</a:t>
            </a:r>
            <a:r>
              <a:rPr b="1" i="0" lang="en-US" sz="2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electronic signature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can be used to </a:t>
            </a:r>
            <a:r>
              <a:rPr b="0" i="0" lang="en-US" sz="2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authenticate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identity of the sender of a message or the signer of a document, and possibly to ensure that the original content of the message or document that has been sent is </a:t>
            </a:r>
            <a:r>
              <a:rPr b="0" i="0" lang="en-US" sz="2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unchanged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Digital signatures are easily transportable, cannot be imitated by someone else, and can be automatically time-stamped. The ability to ensure that the original signed message arrived means that the sender cannot easily </a:t>
            </a:r>
            <a:r>
              <a:rPr b="0" i="0" lang="en-US" sz="2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repudiate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later. </a:t>
            </a:r>
            <a:endParaRPr/>
          </a:p>
        </p:txBody>
      </p:sp>
      <p:sp>
        <p:nvSpPr>
          <p:cNvPr id="90" name="Google Shape;90;p2"/>
          <p:cNvSpPr txBox="1"/>
          <p:nvPr>
            <p:ph type="ctrTitle"/>
          </p:nvPr>
        </p:nvSpPr>
        <p:spPr>
          <a:xfrm>
            <a:off x="609600" y="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 is a digital signature?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2286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 of digital signatures usually involves two processes, one performed by the signer and the other by the receiver of the digital signature: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signature creation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a hash result derived from and unique to both the signed message and a given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For the hash result to be secure, there must be only a negligible possibility that the same digital signature could be created by the combination of any other message or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signature verification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process of checking the digital signature by reference to the original message and a given </a:t>
            </a:r>
            <a:r>
              <a:rPr b="0" i="0" lang="en-US" sz="2400" u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thereby determining whether the digital signature was created for that same message using the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corresponds to the referenced public key.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457200" y="274637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you were going to send the draft of a contract to your lawyer in another town. You want to give your lawyer the assurance that it was unchanged from what you sent and that it is really from you.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copy-and-paste the contract (it's a short one!) into an e-mail note.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special software, you obtain a message hash (mathematical summary) of the contract.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then use a </a:t>
            </a:r>
            <a:r>
              <a:rPr b="0" i="0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you have previously obtained from a public-private key authority to encrypt the hash.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encrypted hash becomes your digital signature of the message. (Note that it will be different each time you send a message.)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other end, your lawyer receives the message.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sure it's intact and from you, your lawyer makes a hash of the received message.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lawyer then uses your </a:t>
            </a:r>
            <a:r>
              <a:rPr b="0" i="0" lang="en-US" sz="2000" u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decrypt the message hash or summary.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hashes match, the received message is valid.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4ee48e87f_0_0"/>
          <p:cNvSpPr txBox="1"/>
          <p:nvPr>
            <p:ph type="title"/>
          </p:nvPr>
        </p:nvSpPr>
        <p:spPr>
          <a:xfrm>
            <a:off x="762000" y="274637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Signing</a:t>
            </a:r>
            <a:r>
              <a:rPr lang="en-US"/>
              <a:t> &amp; </a:t>
            </a:r>
            <a:r>
              <a:rPr lang="en-US">
                <a:solidFill>
                  <a:srgbClr val="0000FF"/>
                </a:solidFill>
              </a:rPr>
              <a:t>Verification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107" name="Google Shape;107;g304ee48e87f_0_0" title="Digital_Signature_diagram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324375"/>
            <a:ext cx="7724000" cy="515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04ee48e87f_0_0"/>
          <p:cNvSpPr txBox="1"/>
          <p:nvPr/>
        </p:nvSpPr>
        <p:spPr>
          <a:xfrm>
            <a:off x="3574775" y="6442725"/>
            <a:ext cx="18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Source: Wikipedia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7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Benefits of digital signatures</a:t>
            </a:r>
            <a:b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2192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 common reasons for applying a digital signature to communications:</a:t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>
              <a:solidFill>
                <a:srgbClr val="0000FF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Although messages may often include information about the entity sending a message, that information may not be accurate. Digital signatures can be used to authenticate the source of messages. When ownership of a digital signature secret key is bound to a specific user, a valid signature shows that the message was sent by that user. The importance of high confidence in sender authenticity is especially obvious in a financial context. For example, suppose a bank's branch office sends instructions to the central office requesting a change in the balance of an account. If the central office is not convinced that such a message is truly sent from an authorized source, acting on such a request could be a grave mistake.</a:t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Integrity</a:t>
            </a:r>
            <a:endParaRPr>
              <a:solidFill>
                <a:srgbClr val="0000FF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In many scenarios, the sender and receiver of a message may have a need for confidence that the message has not been altered during transmission. Although encryption hides the contents of a message, it may be possible to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encrypted message without understanding it. (Some encryption algorithms, known as nonmalleable ones, prevent this, but others do not.) However, if a message is digitally signed, any change in the message will invalidate the signature. Furthermore, there is no efficient way to modify a message and its signature to produce a new message with a valid signature, because this is still considered to be computationally infeasible by most cryptographic hash functions.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digital signatures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Despite their usefulness, digital signatures do not alone solve all the problems we might wish them to.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Non-repudiation</a:t>
            </a:r>
            <a:endParaRPr>
              <a:solidFill>
                <a:srgbClr val="0000F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In a cryptographic context, the word </a:t>
            </a:r>
            <a:r>
              <a:rPr b="0" i="1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repudiation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refers to the act of disclaiming responsibility for a message. A message's recipient may insist the sender attach a signature in order to make later repudiation more difficult, since the recipient can show the signed message to a third party (eg, a court) to reinforce a claim as to its signatories and integrity. However, loss of control over a user's private key will mean that all digital signatures using that key, and so ostensibly 'from' that user, are suspect. Nonetheless, a user cannot repudiate a signed message without repudiating their signature key.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Questions?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digital signature who uses the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who uses the </a:t>
            </a:r>
            <a:r>
              <a:rPr b="1" i="0" lang="en-US" sz="2400" u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sender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receiver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	What  are the benefits of digital signatures?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Authentication and Integrity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2007-04-16T15:19:24Z</dcterms:created>
  <dc:creator>Guest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