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custom-properties+xml" PartName="/docProps/custom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24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22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3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custom-properties" Target="docProps/custom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</p:sldIdLst>
  <p:sldSz cy="6858000" cx="9144000"/>
  <p:notesSz cx="6858000" cy="9144000"/>
  <p:embeddedFontLst>
    <p:embeddedFont>
      <p:font typeface="Tahoma"/>
      <p:regular r:id="rId30"/>
      <p:bold r:id="rId31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  <p:ext uri="GoogleSlidesCustomDataVersion2">
      <go:slidesCustomData xmlns:go="http://customooxmlschemas.google.com/" r:id="rId32" roundtripDataSignature="AMtx7mhoiBTBdgnPnJzrRcbJNmI4QuN4p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slide" Target="slides/slide24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font" Target="fonts/Tahoma-bold.fntdata"/><Relationship Id="rId30" Type="http://schemas.openxmlformats.org/officeDocument/2006/relationships/font" Target="fonts/Tahoma-regular.fntdata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32" Type="http://customschemas.google.com/relationships/presentationmetadata" Target="metadata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6200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680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:notes"/>
          <p:cNvSpPr txBox="1"/>
          <p:nvPr/>
        </p:nvSpPr>
        <p:spPr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/>
          </a:p>
        </p:txBody>
      </p:sp>
      <p:sp>
        <p:nvSpPr>
          <p:cNvPr id="86" name="Google Shape;86;p1:notes"/>
          <p:cNvSpPr/>
          <p:nvPr>
            <p:ph idx="2" type="sldImg"/>
          </p:nvPr>
        </p:nvSpPr>
        <p:spPr>
          <a:xfrm>
            <a:off x="1152525" y="682625"/>
            <a:ext cx="4554537" cy="34163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</p:sp>
      <p:sp>
        <p:nvSpPr>
          <p:cNvPr id="87" name="Google Shape;87;p1:notes"/>
          <p:cNvSpPr txBox="1"/>
          <p:nvPr>
            <p:ph idx="1" type="body"/>
          </p:nvPr>
        </p:nvSpPr>
        <p:spPr>
          <a:xfrm>
            <a:off x="914400" y="4325937"/>
            <a:ext cx="5029200" cy="4098925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000000"/>
            </a:solidFill>
            <a:prstDash val="solid"/>
            <a:miter lim="524288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2:notes"/>
          <p:cNvSpPr txBox="1"/>
          <p:nvPr/>
        </p:nvSpPr>
        <p:spPr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/>
          </a:p>
        </p:txBody>
      </p:sp>
      <p:sp>
        <p:nvSpPr>
          <p:cNvPr id="94" name="Google Shape;94;p2:notes"/>
          <p:cNvSpPr/>
          <p:nvPr>
            <p:ph idx="2" type="sldImg"/>
          </p:nvPr>
        </p:nvSpPr>
        <p:spPr>
          <a:xfrm>
            <a:off x="1152525" y="682625"/>
            <a:ext cx="4554537" cy="34163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</p:sp>
      <p:sp>
        <p:nvSpPr>
          <p:cNvPr id="95" name="Google Shape;95;p2:notes"/>
          <p:cNvSpPr txBox="1"/>
          <p:nvPr>
            <p:ph idx="1" type="body"/>
          </p:nvPr>
        </p:nvSpPr>
        <p:spPr>
          <a:xfrm>
            <a:off x="914400" y="4325937"/>
            <a:ext cx="5029200" cy="4098925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000000"/>
            </a:solidFill>
            <a:prstDash val="solid"/>
            <a:miter lim="524288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3:notes"/>
          <p:cNvSpPr txBox="1"/>
          <p:nvPr/>
        </p:nvSpPr>
        <p:spPr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/>
          </a:p>
        </p:txBody>
      </p:sp>
      <p:sp>
        <p:nvSpPr>
          <p:cNvPr id="102" name="Google Shape;102;p3:notes"/>
          <p:cNvSpPr/>
          <p:nvPr>
            <p:ph idx="2" type="sldImg"/>
          </p:nvPr>
        </p:nvSpPr>
        <p:spPr>
          <a:xfrm>
            <a:off x="1152525" y="682625"/>
            <a:ext cx="4554537" cy="34163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</p:sp>
      <p:sp>
        <p:nvSpPr>
          <p:cNvPr id="103" name="Google Shape;103;p3:notes"/>
          <p:cNvSpPr txBox="1"/>
          <p:nvPr>
            <p:ph idx="1" type="body"/>
          </p:nvPr>
        </p:nvSpPr>
        <p:spPr>
          <a:xfrm>
            <a:off x="914400" y="4325937"/>
            <a:ext cx="5029200" cy="4098925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000000"/>
            </a:solidFill>
            <a:prstDash val="solid"/>
            <a:miter lim="524288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4:notes"/>
          <p:cNvSpPr txBox="1"/>
          <p:nvPr/>
        </p:nvSpPr>
        <p:spPr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/>
          </a:p>
        </p:txBody>
      </p:sp>
      <p:sp>
        <p:nvSpPr>
          <p:cNvPr id="110" name="Google Shape;110;p4:notes"/>
          <p:cNvSpPr/>
          <p:nvPr>
            <p:ph idx="2" type="sldImg"/>
          </p:nvPr>
        </p:nvSpPr>
        <p:spPr>
          <a:xfrm>
            <a:off x="1152525" y="682625"/>
            <a:ext cx="4554537" cy="34163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</p:sp>
      <p:sp>
        <p:nvSpPr>
          <p:cNvPr id="111" name="Google Shape;111;p4:notes"/>
          <p:cNvSpPr txBox="1"/>
          <p:nvPr>
            <p:ph idx="1" type="body"/>
          </p:nvPr>
        </p:nvSpPr>
        <p:spPr>
          <a:xfrm>
            <a:off x="914400" y="4325937"/>
            <a:ext cx="5029200" cy="4098925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000000"/>
            </a:solidFill>
            <a:prstDash val="solid"/>
            <a:miter lim="524288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5:notes"/>
          <p:cNvSpPr txBox="1"/>
          <p:nvPr/>
        </p:nvSpPr>
        <p:spPr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/>
          </a:p>
        </p:txBody>
      </p:sp>
      <p:sp>
        <p:nvSpPr>
          <p:cNvPr id="118" name="Google Shape;118;p5:notes"/>
          <p:cNvSpPr/>
          <p:nvPr>
            <p:ph idx="2" type="sldImg"/>
          </p:nvPr>
        </p:nvSpPr>
        <p:spPr>
          <a:xfrm>
            <a:off x="1152525" y="682625"/>
            <a:ext cx="4554537" cy="34163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</p:sp>
      <p:sp>
        <p:nvSpPr>
          <p:cNvPr id="119" name="Google Shape;119;p5:notes"/>
          <p:cNvSpPr txBox="1"/>
          <p:nvPr>
            <p:ph idx="1" type="body"/>
          </p:nvPr>
        </p:nvSpPr>
        <p:spPr>
          <a:xfrm>
            <a:off x="914400" y="4325937"/>
            <a:ext cx="5029200" cy="4098925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000000"/>
            </a:solidFill>
            <a:prstDash val="solid"/>
            <a:miter lim="524288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6:notes"/>
          <p:cNvSpPr txBox="1"/>
          <p:nvPr/>
        </p:nvSpPr>
        <p:spPr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/>
          </a:p>
        </p:txBody>
      </p:sp>
      <p:sp>
        <p:nvSpPr>
          <p:cNvPr id="131" name="Google Shape;131;p6:notes"/>
          <p:cNvSpPr/>
          <p:nvPr>
            <p:ph idx="2" type="sldImg"/>
          </p:nvPr>
        </p:nvSpPr>
        <p:spPr>
          <a:xfrm>
            <a:off x="1152525" y="682625"/>
            <a:ext cx="4554537" cy="34163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</p:sp>
      <p:sp>
        <p:nvSpPr>
          <p:cNvPr id="132" name="Google Shape;132;p6:notes"/>
          <p:cNvSpPr txBox="1"/>
          <p:nvPr>
            <p:ph idx="1" type="body"/>
          </p:nvPr>
        </p:nvSpPr>
        <p:spPr>
          <a:xfrm>
            <a:off x="914400" y="4325937"/>
            <a:ext cx="5029200" cy="4098925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000000"/>
            </a:solidFill>
            <a:prstDash val="solid"/>
            <a:miter lim="524288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7:notes"/>
          <p:cNvSpPr txBox="1"/>
          <p:nvPr/>
        </p:nvSpPr>
        <p:spPr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/>
          </a:p>
        </p:txBody>
      </p:sp>
      <p:sp>
        <p:nvSpPr>
          <p:cNvPr id="139" name="Google Shape;139;p7:notes"/>
          <p:cNvSpPr/>
          <p:nvPr>
            <p:ph idx="2" type="sldImg"/>
          </p:nvPr>
        </p:nvSpPr>
        <p:spPr>
          <a:xfrm>
            <a:off x="1152525" y="682625"/>
            <a:ext cx="4554537" cy="34163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</p:sp>
      <p:sp>
        <p:nvSpPr>
          <p:cNvPr id="140" name="Google Shape;140;p7:notes"/>
          <p:cNvSpPr txBox="1"/>
          <p:nvPr>
            <p:ph idx="1" type="body"/>
          </p:nvPr>
        </p:nvSpPr>
        <p:spPr>
          <a:xfrm>
            <a:off x="914400" y="4325937"/>
            <a:ext cx="5029200" cy="4098925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000000"/>
            </a:solidFill>
            <a:prstDash val="solid"/>
            <a:miter lim="524288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8:notes"/>
          <p:cNvSpPr txBox="1"/>
          <p:nvPr/>
        </p:nvSpPr>
        <p:spPr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/>
          </a:p>
        </p:txBody>
      </p:sp>
      <p:sp>
        <p:nvSpPr>
          <p:cNvPr id="148" name="Google Shape;148;p8:notes"/>
          <p:cNvSpPr/>
          <p:nvPr>
            <p:ph idx="2" type="sldImg"/>
          </p:nvPr>
        </p:nvSpPr>
        <p:spPr>
          <a:xfrm>
            <a:off x="1152525" y="682625"/>
            <a:ext cx="4554537" cy="34163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</p:sp>
      <p:sp>
        <p:nvSpPr>
          <p:cNvPr id="149" name="Google Shape;149;p8:notes"/>
          <p:cNvSpPr txBox="1"/>
          <p:nvPr>
            <p:ph idx="1" type="body"/>
          </p:nvPr>
        </p:nvSpPr>
        <p:spPr>
          <a:xfrm>
            <a:off x="914400" y="4325937"/>
            <a:ext cx="5029200" cy="4098925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000000"/>
            </a:solidFill>
            <a:prstDash val="solid"/>
            <a:miter lim="524288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9:notes"/>
          <p:cNvSpPr txBox="1"/>
          <p:nvPr/>
        </p:nvSpPr>
        <p:spPr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/>
          </a:p>
        </p:txBody>
      </p:sp>
      <p:sp>
        <p:nvSpPr>
          <p:cNvPr id="157" name="Google Shape;157;p9:notes"/>
          <p:cNvSpPr/>
          <p:nvPr>
            <p:ph idx="2" type="sldImg"/>
          </p:nvPr>
        </p:nvSpPr>
        <p:spPr>
          <a:xfrm>
            <a:off x="1152525" y="682625"/>
            <a:ext cx="4554537" cy="34163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</p:sp>
      <p:sp>
        <p:nvSpPr>
          <p:cNvPr id="158" name="Google Shape;158;p9:notes"/>
          <p:cNvSpPr txBox="1"/>
          <p:nvPr>
            <p:ph idx="1" type="body"/>
          </p:nvPr>
        </p:nvSpPr>
        <p:spPr>
          <a:xfrm>
            <a:off x="914400" y="4325937"/>
            <a:ext cx="5029200" cy="4098925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000000"/>
            </a:solidFill>
            <a:prstDash val="solid"/>
            <a:miter lim="524288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10:notes"/>
          <p:cNvSpPr txBox="1"/>
          <p:nvPr/>
        </p:nvSpPr>
        <p:spPr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/>
          </a:p>
        </p:txBody>
      </p:sp>
      <p:sp>
        <p:nvSpPr>
          <p:cNvPr id="165" name="Google Shape;165;p10:notes"/>
          <p:cNvSpPr/>
          <p:nvPr>
            <p:ph idx="2" type="sldImg"/>
          </p:nvPr>
        </p:nvSpPr>
        <p:spPr>
          <a:xfrm>
            <a:off x="1152525" y="682625"/>
            <a:ext cx="4554537" cy="34163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</p:sp>
      <p:sp>
        <p:nvSpPr>
          <p:cNvPr id="166" name="Google Shape;166;p10:notes"/>
          <p:cNvSpPr txBox="1"/>
          <p:nvPr>
            <p:ph idx="1" type="body"/>
          </p:nvPr>
        </p:nvSpPr>
        <p:spPr>
          <a:xfrm>
            <a:off x="914400" y="4325937"/>
            <a:ext cx="5029200" cy="4098925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000000"/>
            </a:solidFill>
            <a:prstDash val="solid"/>
            <a:miter lim="524288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11:notes"/>
          <p:cNvSpPr txBox="1"/>
          <p:nvPr/>
        </p:nvSpPr>
        <p:spPr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/>
          </a:p>
        </p:txBody>
      </p:sp>
      <p:sp>
        <p:nvSpPr>
          <p:cNvPr id="173" name="Google Shape;173;p11:notes"/>
          <p:cNvSpPr/>
          <p:nvPr>
            <p:ph idx="2" type="sldImg"/>
          </p:nvPr>
        </p:nvSpPr>
        <p:spPr>
          <a:xfrm>
            <a:off x="1152525" y="682625"/>
            <a:ext cx="4554537" cy="34163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</p:sp>
      <p:sp>
        <p:nvSpPr>
          <p:cNvPr id="174" name="Google Shape;174;p11:notes"/>
          <p:cNvSpPr txBox="1"/>
          <p:nvPr>
            <p:ph idx="1" type="body"/>
          </p:nvPr>
        </p:nvSpPr>
        <p:spPr>
          <a:xfrm>
            <a:off x="914400" y="4325937"/>
            <a:ext cx="5029200" cy="4098925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000000"/>
            </a:solidFill>
            <a:prstDash val="solid"/>
            <a:miter lim="524288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p12:notes"/>
          <p:cNvSpPr txBox="1"/>
          <p:nvPr/>
        </p:nvSpPr>
        <p:spPr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/>
          </a:p>
        </p:txBody>
      </p:sp>
      <p:sp>
        <p:nvSpPr>
          <p:cNvPr id="181" name="Google Shape;181;p12:notes"/>
          <p:cNvSpPr/>
          <p:nvPr>
            <p:ph idx="2" type="sldImg"/>
          </p:nvPr>
        </p:nvSpPr>
        <p:spPr>
          <a:xfrm>
            <a:off x="1152525" y="682625"/>
            <a:ext cx="4554537" cy="34163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</p:sp>
      <p:sp>
        <p:nvSpPr>
          <p:cNvPr id="182" name="Google Shape;182;p12:notes"/>
          <p:cNvSpPr txBox="1"/>
          <p:nvPr>
            <p:ph idx="1" type="body"/>
          </p:nvPr>
        </p:nvSpPr>
        <p:spPr>
          <a:xfrm>
            <a:off x="914400" y="4325937"/>
            <a:ext cx="5029200" cy="4098925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000000"/>
            </a:solidFill>
            <a:prstDash val="solid"/>
            <a:miter lim="524288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9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p13:notes"/>
          <p:cNvSpPr txBox="1"/>
          <p:nvPr/>
        </p:nvSpPr>
        <p:spPr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/>
          </a:p>
        </p:txBody>
      </p:sp>
      <p:sp>
        <p:nvSpPr>
          <p:cNvPr id="191" name="Google Shape;191;p13:notes"/>
          <p:cNvSpPr/>
          <p:nvPr>
            <p:ph idx="2" type="sldImg"/>
          </p:nvPr>
        </p:nvSpPr>
        <p:spPr>
          <a:xfrm>
            <a:off x="1152525" y="682625"/>
            <a:ext cx="4554537" cy="34163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</p:sp>
      <p:sp>
        <p:nvSpPr>
          <p:cNvPr id="192" name="Google Shape;192;p13:notes"/>
          <p:cNvSpPr txBox="1"/>
          <p:nvPr>
            <p:ph idx="1" type="body"/>
          </p:nvPr>
        </p:nvSpPr>
        <p:spPr>
          <a:xfrm>
            <a:off x="914400" y="4325937"/>
            <a:ext cx="5029200" cy="4098925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000000"/>
            </a:solidFill>
            <a:prstDash val="solid"/>
            <a:miter lim="524288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3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p14:notes"/>
          <p:cNvSpPr txBox="1"/>
          <p:nvPr/>
        </p:nvSpPr>
        <p:spPr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/>
          </a:p>
        </p:txBody>
      </p:sp>
      <p:sp>
        <p:nvSpPr>
          <p:cNvPr id="205" name="Google Shape;205;p14:notes"/>
          <p:cNvSpPr/>
          <p:nvPr>
            <p:ph idx="2" type="sldImg"/>
          </p:nvPr>
        </p:nvSpPr>
        <p:spPr>
          <a:xfrm>
            <a:off x="1152525" y="682625"/>
            <a:ext cx="4554537" cy="34163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</p:sp>
      <p:sp>
        <p:nvSpPr>
          <p:cNvPr id="206" name="Google Shape;206;p14:notes"/>
          <p:cNvSpPr txBox="1"/>
          <p:nvPr>
            <p:ph idx="1" type="body"/>
          </p:nvPr>
        </p:nvSpPr>
        <p:spPr>
          <a:xfrm>
            <a:off x="914400" y="4325937"/>
            <a:ext cx="5029200" cy="4098925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000000"/>
            </a:solidFill>
            <a:prstDash val="solid"/>
            <a:miter lim="524288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7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g304ee086df3_0_0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9" name="Google Shape;219;g304ee086df3_0_0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0" name="Google Shape;220;g304ee086df3_0_0:notes"/>
          <p:cNvSpPr txBox="1"/>
          <p:nvPr>
            <p:ph idx="12" type="sldNum"/>
          </p:nvPr>
        </p:nvSpPr>
        <p:spPr>
          <a:xfrm>
            <a:off x="3886200" y="8686800"/>
            <a:ext cx="2971800" cy="4572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</a:pPr>
            <a:fld id="{00000000-1234-1234-1234-123412341234}" type="slidenum">
              <a:rPr lang="en-US"/>
              <a:t>‹#›</a:t>
            </a:fld>
            <a:endParaRPr sz="1400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6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Google Shape;227;p15:notes"/>
          <p:cNvSpPr txBox="1"/>
          <p:nvPr/>
        </p:nvSpPr>
        <p:spPr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/>
          </a:p>
        </p:txBody>
      </p:sp>
      <p:sp>
        <p:nvSpPr>
          <p:cNvPr id="228" name="Google Shape;228;p15:notes"/>
          <p:cNvSpPr/>
          <p:nvPr>
            <p:ph idx="2" type="sldImg"/>
          </p:nvPr>
        </p:nvSpPr>
        <p:spPr>
          <a:xfrm>
            <a:off x="1152525" y="682625"/>
            <a:ext cx="4554537" cy="34163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</p:sp>
      <p:sp>
        <p:nvSpPr>
          <p:cNvPr id="229" name="Google Shape;229;p15:notes"/>
          <p:cNvSpPr txBox="1"/>
          <p:nvPr>
            <p:ph idx="1" type="body"/>
          </p:nvPr>
        </p:nvSpPr>
        <p:spPr>
          <a:xfrm>
            <a:off x="914400" y="4325937"/>
            <a:ext cx="5029200" cy="4098925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000000"/>
            </a:solidFill>
            <a:prstDash val="solid"/>
            <a:miter lim="524288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3" name="Shape 2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" name="Google Shape;244;p16:notes"/>
          <p:cNvSpPr txBox="1"/>
          <p:nvPr/>
        </p:nvSpPr>
        <p:spPr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/>
          </a:p>
        </p:txBody>
      </p:sp>
      <p:sp>
        <p:nvSpPr>
          <p:cNvPr id="245" name="Google Shape;245;p16:notes"/>
          <p:cNvSpPr/>
          <p:nvPr>
            <p:ph idx="2" type="sldImg"/>
          </p:nvPr>
        </p:nvSpPr>
        <p:spPr>
          <a:xfrm>
            <a:off x="1152525" y="682625"/>
            <a:ext cx="4554537" cy="34163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</p:sp>
      <p:sp>
        <p:nvSpPr>
          <p:cNvPr id="246" name="Google Shape;246;p16:notes"/>
          <p:cNvSpPr txBox="1"/>
          <p:nvPr>
            <p:ph idx="1" type="body"/>
          </p:nvPr>
        </p:nvSpPr>
        <p:spPr>
          <a:xfrm>
            <a:off x="914400" y="4325937"/>
            <a:ext cx="5029200" cy="4098925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000000"/>
            </a:solidFill>
            <a:prstDash val="solid"/>
            <a:miter lim="524288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1" name="Shape 2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" name="Google Shape;252;p17:notes"/>
          <p:cNvSpPr txBox="1"/>
          <p:nvPr/>
        </p:nvSpPr>
        <p:spPr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/>
          </a:p>
        </p:txBody>
      </p:sp>
      <p:sp>
        <p:nvSpPr>
          <p:cNvPr id="253" name="Google Shape;253;p17:notes"/>
          <p:cNvSpPr/>
          <p:nvPr>
            <p:ph idx="2" type="sldImg"/>
          </p:nvPr>
        </p:nvSpPr>
        <p:spPr>
          <a:xfrm>
            <a:off x="1152525" y="682625"/>
            <a:ext cx="4554537" cy="34163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</p:sp>
      <p:sp>
        <p:nvSpPr>
          <p:cNvPr id="254" name="Google Shape;254;p17:notes"/>
          <p:cNvSpPr txBox="1"/>
          <p:nvPr>
            <p:ph idx="1" type="body"/>
          </p:nvPr>
        </p:nvSpPr>
        <p:spPr>
          <a:xfrm>
            <a:off x="914400" y="4325937"/>
            <a:ext cx="5029200" cy="4098925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000000"/>
            </a:solidFill>
            <a:prstDash val="solid"/>
            <a:miter lim="524288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9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" name="Google Shape;260;p18:notes"/>
          <p:cNvSpPr txBox="1"/>
          <p:nvPr/>
        </p:nvSpPr>
        <p:spPr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/>
          </a:p>
        </p:txBody>
      </p:sp>
      <p:sp>
        <p:nvSpPr>
          <p:cNvPr id="261" name="Google Shape;261;p18:notes"/>
          <p:cNvSpPr/>
          <p:nvPr>
            <p:ph idx="2" type="sldImg"/>
          </p:nvPr>
        </p:nvSpPr>
        <p:spPr>
          <a:xfrm>
            <a:off x="1152525" y="682625"/>
            <a:ext cx="4554537" cy="34163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</p:sp>
      <p:sp>
        <p:nvSpPr>
          <p:cNvPr id="262" name="Google Shape;262;p18:notes"/>
          <p:cNvSpPr txBox="1"/>
          <p:nvPr>
            <p:ph idx="1" type="body"/>
          </p:nvPr>
        </p:nvSpPr>
        <p:spPr>
          <a:xfrm>
            <a:off x="914400" y="4325937"/>
            <a:ext cx="5029200" cy="4098925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000000"/>
            </a:solidFill>
            <a:prstDash val="solid"/>
            <a:miter lim="524288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7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p19:notes"/>
          <p:cNvSpPr txBox="1"/>
          <p:nvPr/>
        </p:nvSpPr>
        <p:spPr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/>
          </a:p>
        </p:txBody>
      </p:sp>
      <p:sp>
        <p:nvSpPr>
          <p:cNvPr id="279" name="Google Shape;279;p19:notes"/>
          <p:cNvSpPr/>
          <p:nvPr>
            <p:ph idx="2" type="sldImg"/>
          </p:nvPr>
        </p:nvSpPr>
        <p:spPr>
          <a:xfrm>
            <a:off x="1152525" y="682625"/>
            <a:ext cx="4554537" cy="34163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</p:sp>
      <p:sp>
        <p:nvSpPr>
          <p:cNvPr id="280" name="Google Shape;280;p19:notes"/>
          <p:cNvSpPr txBox="1"/>
          <p:nvPr>
            <p:ph idx="1" type="body"/>
          </p:nvPr>
        </p:nvSpPr>
        <p:spPr>
          <a:xfrm>
            <a:off x="914400" y="4325937"/>
            <a:ext cx="5029200" cy="4098925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000000"/>
            </a:solidFill>
            <a:prstDash val="solid"/>
            <a:miter lim="524288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5" name="Shape 2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" name="Google Shape;286;p20:notes"/>
          <p:cNvSpPr txBox="1"/>
          <p:nvPr/>
        </p:nvSpPr>
        <p:spPr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/>
          </a:p>
        </p:txBody>
      </p:sp>
      <p:sp>
        <p:nvSpPr>
          <p:cNvPr id="287" name="Google Shape;287;p20:notes"/>
          <p:cNvSpPr/>
          <p:nvPr>
            <p:ph idx="2" type="sldImg"/>
          </p:nvPr>
        </p:nvSpPr>
        <p:spPr>
          <a:xfrm>
            <a:off x="1152525" y="682625"/>
            <a:ext cx="4554537" cy="34163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</p:sp>
      <p:sp>
        <p:nvSpPr>
          <p:cNvPr id="288" name="Google Shape;288;p20:notes"/>
          <p:cNvSpPr txBox="1"/>
          <p:nvPr>
            <p:ph idx="1" type="body"/>
          </p:nvPr>
        </p:nvSpPr>
        <p:spPr>
          <a:xfrm>
            <a:off x="914400" y="4325937"/>
            <a:ext cx="5029200" cy="4098925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000000"/>
            </a:solidFill>
            <a:prstDash val="solid"/>
            <a:miter lim="524288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3" name="Shape 2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4" name="Google Shape;294;p21:notes"/>
          <p:cNvSpPr txBox="1"/>
          <p:nvPr/>
        </p:nvSpPr>
        <p:spPr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/>
          </a:p>
        </p:txBody>
      </p:sp>
      <p:sp>
        <p:nvSpPr>
          <p:cNvPr id="295" name="Google Shape;295;p21:notes"/>
          <p:cNvSpPr/>
          <p:nvPr>
            <p:ph idx="2" type="sldImg"/>
          </p:nvPr>
        </p:nvSpPr>
        <p:spPr>
          <a:xfrm>
            <a:off x="1152525" y="682625"/>
            <a:ext cx="4554537" cy="34163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</p:sp>
      <p:sp>
        <p:nvSpPr>
          <p:cNvPr id="296" name="Google Shape;296;p21:notes"/>
          <p:cNvSpPr txBox="1"/>
          <p:nvPr>
            <p:ph idx="1" type="body"/>
          </p:nvPr>
        </p:nvSpPr>
        <p:spPr>
          <a:xfrm>
            <a:off x="914400" y="4325937"/>
            <a:ext cx="5029200" cy="4098925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000000"/>
            </a:solidFill>
            <a:prstDash val="solid"/>
            <a:miter lim="524288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1" name="Shape 3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2" name="Google Shape;302;p22:notes"/>
          <p:cNvSpPr txBox="1"/>
          <p:nvPr/>
        </p:nvSpPr>
        <p:spPr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/>
          </a:p>
        </p:txBody>
      </p:sp>
      <p:sp>
        <p:nvSpPr>
          <p:cNvPr id="303" name="Google Shape;303;p22:notes"/>
          <p:cNvSpPr/>
          <p:nvPr>
            <p:ph idx="2" type="sldImg"/>
          </p:nvPr>
        </p:nvSpPr>
        <p:spPr>
          <a:xfrm>
            <a:off x="1152525" y="682625"/>
            <a:ext cx="4554537" cy="34163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</p:sp>
      <p:sp>
        <p:nvSpPr>
          <p:cNvPr id="304" name="Google Shape;304;p22:notes"/>
          <p:cNvSpPr txBox="1"/>
          <p:nvPr>
            <p:ph idx="1" type="body"/>
          </p:nvPr>
        </p:nvSpPr>
        <p:spPr>
          <a:xfrm>
            <a:off x="914400" y="4325937"/>
            <a:ext cx="5029200" cy="4098925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000000"/>
            </a:solidFill>
            <a:prstDash val="solid"/>
            <a:miter lim="524288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9" name="Shape 3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0" name="Google Shape;310;p23:notes"/>
          <p:cNvSpPr txBox="1"/>
          <p:nvPr/>
        </p:nvSpPr>
        <p:spPr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/>
          </a:p>
        </p:txBody>
      </p:sp>
      <p:sp>
        <p:nvSpPr>
          <p:cNvPr id="311" name="Google Shape;311;p23:notes"/>
          <p:cNvSpPr/>
          <p:nvPr>
            <p:ph idx="2" type="sldImg"/>
          </p:nvPr>
        </p:nvSpPr>
        <p:spPr>
          <a:xfrm>
            <a:off x="1152525" y="682625"/>
            <a:ext cx="4554537" cy="34163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</p:sp>
      <p:sp>
        <p:nvSpPr>
          <p:cNvPr id="312" name="Google Shape;312;p23:notes"/>
          <p:cNvSpPr txBox="1"/>
          <p:nvPr>
            <p:ph idx="1" type="body"/>
          </p:nvPr>
        </p:nvSpPr>
        <p:spPr>
          <a:xfrm>
            <a:off x="914400" y="4325937"/>
            <a:ext cx="5029200" cy="4098925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000000"/>
            </a:solidFill>
            <a:prstDash val="solid"/>
            <a:miter lim="524288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25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25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Times New Roman"/>
              <a:buNone/>
              <a:defRPr/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imes New Roman"/>
              <a:buNone/>
              <a:defRPr/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  <a:defRPr/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  <a:defRPr/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  <a:defRPr/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  <a:defRPr/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  <a:defRPr/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  <a:defRPr/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  <a:defRPr/>
            </a:lvl9pPr>
          </a:lstStyle>
          <a:p/>
        </p:txBody>
      </p:sp>
      <p:sp>
        <p:nvSpPr>
          <p:cNvPr id="18" name="Google Shape;18;p25"/>
          <p:cNvSpPr txBox="1"/>
          <p:nvPr>
            <p:ph idx="10" type="dt"/>
          </p:nvPr>
        </p:nvSpPr>
        <p:spPr>
          <a:xfrm>
            <a:off x="685800" y="62484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25"/>
          <p:cNvSpPr txBox="1"/>
          <p:nvPr>
            <p:ph idx="11" type="ftr"/>
          </p:nvPr>
        </p:nvSpPr>
        <p:spPr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25"/>
          <p:cNvSpPr txBox="1"/>
          <p:nvPr>
            <p:ph idx="12" type="sldNum"/>
          </p:nvPr>
        </p:nvSpPr>
        <p:spPr>
          <a:xfrm>
            <a:off x="6553200" y="62484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26"/>
          <p:cNvSpPr txBox="1"/>
          <p:nvPr>
            <p:ph type="title"/>
          </p:nvPr>
        </p:nvSpPr>
        <p:spPr>
          <a:xfrm>
            <a:off x="685800" y="609600"/>
            <a:ext cx="77724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26"/>
          <p:cNvSpPr txBox="1"/>
          <p:nvPr>
            <p:ph idx="1" type="body"/>
          </p:nvPr>
        </p:nvSpPr>
        <p:spPr>
          <a:xfrm>
            <a:off x="685800" y="1981200"/>
            <a:ext cx="7772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9pPr>
          </a:lstStyle>
          <a:p/>
        </p:txBody>
      </p:sp>
      <p:sp>
        <p:nvSpPr>
          <p:cNvPr id="24" name="Google Shape;24;p26"/>
          <p:cNvSpPr txBox="1"/>
          <p:nvPr>
            <p:ph idx="10" type="dt"/>
          </p:nvPr>
        </p:nvSpPr>
        <p:spPr>
          <a:xfrm>
            <a:off x="685800" y="62484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26"/>
          <p:cNvSpPr txBox="1"/>
          <p:nvPr>
            <p:ph idx="11" type="ftr"/>
          </p:nvPr>
        </p:nvSpPr>
        <p:spPr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26"/>
          <p:cNvSpPr txBox="1"/>
          <p:nvPr>
            <p:ph idx="12" type="sldNum"/>
          </p:nvPr>
        </p:nvSpPr>
        <p:spPr>
          <a:xfrm>
            <a:off x="6553200" y="62484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27"/>
          <p:cNvSpPr txBox="1"/>
          <p:nvPr>
            <p:ph type="title"/>
          </p:nvPr>
        </p:nvSpPr>
        <p:spPr>
          <a:xfrm rot="5400000">
            <a:off x="4743450" y="2381250"/>
            <a:ext cx="5486400" cy="1943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27"/>
          <p:cNvSpPr txBox="1"/>
          <p:nvPr>
            <p:ph idx="1" type="body"/>
          </p:nvPr>
        </p:nvSpPr>
        <p:spPr>
          <a:xfrm rot="5400000">
            <a:off x="781050" y="514350"/>
            <a:ext cx="5486400" cy="56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9pPr>
          </a:lstStyle>
          <a:p/>
        </p:txBody>
      </p:sp>
      <p:sp>
        <p:nvSpPr>
          <p:cNvPr id="30" name="Google Shape;30;p27"/>
          <p:cNvSpPr txBox="1"/>
          <p:nvPr>
            <p:ph idx="10" type="dt"/>
          </p:nvPr>
        </p:nvSpPr>
        <p:spPr>
          <a:xfrm>
            <a:off x="685800" y="62484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27"/>
          <p:cNvSpPr txBox="1"/>
          <p:nvPr>
            <p:ph idx="11" type="ftr"/>
          </p:nvPr>
        </p:nvSpPr>
        <p:spPr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27"/>
          <p:cNvSpPr txBox="1"/>
          <p:nvPr>
            <p:ph idx="12" type="sldNum"/>
          </p:nvPr>
        </p:nvSpPr>
        <p:spPr>
          <a:xfrm>
            <a:off x="6553200" y="62484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28"/>
          <p:cNvSpPr txBox="1"/>
          <p:nvPr>
            <p:ph type="title"/>
          </p:nvPr>
        </p:nvSpPr>
        <p:spPr>
          <a:xfrm>
            <a:off x="685800" y="609600"/>
            <a:ext cx="77724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28"/>
          <p:cNvSpPr txBox="1"/>
          <p:nvPr>
            <p:ph idx="1" type="body"/>
          </p:nvPr>
        </p:nvSpPr>
        <p:spPr>
          <a:xfrm rot="5400000">
            <a:off x="2514600" y="152400"/>
            <a:ext cx="4114800" cy="7772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9pPr>
          </a:lstStyle>
          <a:p/>
        </p:txBody>
      </p:sp>
      <p:sp>
        <p:nvSpPr>
          <p:cNvPr id="36" name="Google Shape;36;p28"/>
          <p:cNvSpPr txBox="1"/>
          <p:nvPr>
            <p:ph idx="10" type="dt"/>
          </p:nvPr>
        </p:nvSpPr>
        <p:spPr>
          <a:xfrm>
            <a:off x="685800" y="62484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7" name="Google Shape;37;p28"/>
          <p:cNvSpPr txBox="1"/>
          <p:nvPr>
            <p:ph idx="11" type="ftr"/>
          </p:nvPr>
        </p:nvSpPr>
        <p:spPr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28"/>
          <p:cNvSpPr txBox="1"/>
          <p:nvPr>
            <p:ph idx="12" type="sldNum"/>
          </p:nvPr>
        </p:nvSpPr>
        <p:spPr>
          <a:xfrm>
            <a:off x="6553200" y="62484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39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29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sz="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1" name="Google Shape;41;p29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Times New Roman"/>
              <a:buNone/>
              <a:defRPr b="0" i="0" sz="32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imes New Roman"/>
              <a:buNone/>
              <a:defRPr b="0" i="0" sz="2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lvl="2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  <a:def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lvl="3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  <a:defRPr b="0" i="0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lvl="4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  <a:defRPr b="0" i="0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lvl="5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  <a:defRPr b="0" i="0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lvl="6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  <a:defRPr b="0" i="0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lvl="7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  <a:defRPr b="0" i="0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lvl="8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  <a:defRPr b="0" i="0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/>
        </p:txBody>
      </p:sp>
      <p:sp>
        <p:nvSpPr>
          <p:cNvPr id="42" name="Google Shape;42;p29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Times New Roman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Times New Roman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Times New Roman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Times New Roman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Times New Roman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Times New Roman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Times New Roman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Times New Roman"/>
              <a:buNone/>
              <a:defRPr sz="900"/>
            </a:lvl9pPr>
          </a:lstStyle>
          <a:p/>
        </p:txBody>
      </p:sp>
      <p:sp>
        <p:nvSpPr>
          <p:cNvPr id="43" name="Google Shape;43;p29"/>
          <p:cNvSpPr txBox="1"/>
          <p:nvPr>
            <p:ph idx="10" type="dt"/>
          </p:nvPr>
        </p:nvSpPr>
        <p:spPr>
          <a:xfrm>
            <a:off x="685800" y="62484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4" name="Google Shape;44;p29"/>
          <p:cNvSpPr txBox="1"/>
          <p:nvPr>
            <p:ph idx="11" type="ftr"/>
          </p:nvPr>
        </p:nvSpPr>
        <p:spPr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5" name="Google Shape;45;p29"/>
          <p:cNvSpPr txBox="1"/>
          <p:nvPr>
            <p:ph idx="12" type="sldNum"/>
          </p:nvPr>
        </p:nvSpPr>
        <p:spPr>
          <a:xfrm>
            <a:off x="6553200" y="62484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30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sz="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30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Times New Roman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imes New Roman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Char char="»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Char char="»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Char char="»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Char char="»"/>
              <a:defRPr sz="2000"/>
            </a:lvl9pPr>
          </a:lstStyle>
          <a:p/>
        </p:txBody>
      </p:sp>
      <p:sp>
        <p:nvSpPr>
          <p:cNvPr id="49" name="Google Shape;49;p30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Times New Roman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Times New Roman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Times New Roman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Times New Roman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Times New Roman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Times New Roman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Times New Roman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Times New Roman"/>
              <a:buNone/>
              <a:defRPr sz="900"/>
            </a:lvl9pPr>
          </a:lstStyle>
          <a:p/>
        </p:txBody>
      </p:sp>
      <p:sp>
        <p:nvSpPr>
          <p:cNvPr id="50" name="Google Shape;50;p30"/>
          <p:cNvSpPr txBox="1"/>
          <p:nvPr>
            <p:ph idx="10" type="dt"/>
          </p:nvPr>
        </p:nvSpPr>
        <p:spPr>
          <a:xfrm>
            <a:off x="685800" y="62484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30"/>
          <p:cNvSpPr txBox="1"/>
          <p:nvPr>
            <p:ph idx="11" type="ftr"/>
          </p:nvPr>
        </p:nvSpPr>
        <p:spPr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30"/>
          <p:cNvSpPr txBox="1"/>
          <p:nvPr>
            <p:ph idx="12" type="sldNum"/>
          </p:nvPr>
        </p:nvSpPr>
        <p:spPr>
          <a:xfrm>
            <a:off x="6553200" y="62484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31"/>
          <p:cNvSpPr txBox="1"/>
          <p:nvPr>
            <p:ph idx="10" type="dt"/>
          </p:nvPr>
        </p:nvSpPr>
        <p:spPr>
          <a:xfrm>
            <a:off x="685800" y="62484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5" name="Google Shape;55;p31"/>
          <p:cNvSpPr txBox="1"/>
          <p:nvPr>
            <p:ph idx="11" type="ftr"/>
          </p:nvPr>
        </p:nvSpPr>
        <p:spPr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31"/>
          <p:cNvSpPr txBox="1"/>
          <p:nvPr>
            <p:ph idx="12" type="sldNum"/>
          </p:nvPr>
        </p:nvSpPr>
        <p:spPr>
          <a:xfrm>
            <a:off x="6553200" y="62484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32"/>
          <p:cNvSpPr txBox="1"/>
          <p:nvPr>
            <p:ph type="title"/>
          </p:nvPr>
        </p:nvSpPr>
        <p:spPr>
          <a:xfrm>
            <a:off x="685800" y="609600"/>
            <a:ext cx="77724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32"/>
          <p:cNvSpPr txBox="1"/>
          <p:nvPr>
            <p:ph idx="10" type="dt"/>
          </p:nvPr>
        </p:nvSpPr>
        <p:spPr>
          <a:xfrm>
            <a:off x="685800" y="62484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32"/>
          <p:cNvSpPr txBox="1"/>
          <p:nvPr>
            <p:ph idx="11" type="ftr"/>
          </p:nvPr>
        </p:nvSpPr>
        <p:spPr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1" name="Google Shape;61;p32"/>
          <p:cNvSpPr txBox="1"/>
          <p:nvPr>
            <p:ph idx="12" type="sldNum"/>
          </p:nvPr>
        </p:nvSpPr>
        <p:spPr>
          <a:xfrm>
            <a:off x="6553200" y="62484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33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4" name="Google Shape;64;p33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 New Roman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 New Roman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 New Roman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 New Roman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 New Roman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 New Roman"/>
              <a:buNone/>
              <a:defRPr b="1" sz="1600"/>
            </a:lvl9pPr>
          </a:lstStyle>
          <a:p/>
        </p:txBody>
      </p:sp>
      <p:sp>
        <p:nvSpPr>
          <p:cNvPr id="65" name="Google Shape;65;p33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 New Roman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 New Roman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 New Roman"/>
              <a:buChar char="»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 New Roman"/>
              <a:buChar char="»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 New Roman"/>
              <a:buChar char="»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 New Roman"/>
              <a:buChar char="»"/>
              <a:defRPr sz="1600"/>
            </a:lvl9pPr>
          </a:lstStyle>
          <a:p/>
        </p:txBody>
      </p:sp>
      <p:sp>
        <p:nvSpPr>
          <p:cNvPr id="66" name="Google Shape;66;p33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 New Roman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 New Roman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 New Roman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 New Roman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 New Roman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 New Roman"/>
              <a:buNone/>
              <a:defRPr b="1" sz="1600"/>
            </a:lvl9pPr>
          </a:lstStyle>
          <a:p/>
        </p:txBody>
      </p:sp>
      <p:sp>
        <p:nvSpPr>
          <p:cNvPr id="67" name="Google Shape;67;p33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 New Roman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 New Roman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 New Roman"/>
              <a:buChar char="»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 New Roman"/>
              <a:buChar char="»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 New Roman"/>
              <a:buChar char="»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 New Roman"/>
              <a:buChar char="»"/>
              <a:defRPr sz="1600"/>
            </a:lvl9pPr>
          </a:lstStyle>
          <a:p/>
        </p:txBody>
      </p:sp>
      <p:sp>
        <p:nvSpPr>
          <p:cNvPr id="68" name="Google Shape;68;p33"/>
          <p:cNvSpPr txBox="1"/>
          <p:nvPr>
            <p:ph idx="10" type="dt"/>
          </p:nvPr>
        </p:nvSpPr>
        <p:spPr>
          <a:xfrm>
            <a:off x="685800" y="62484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9" name="Google Shape;69;p33"/>
          <p:cNvSpPr txBox="1"/>
          <p:nvPr>
            <p:ph idx="11" type="ftr"/>
          </p:nvPr>
        </p:nvSpPr>
        <p:spPr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33"/>
          <p:cNvSpPr txBox="1"/>
          <p:nvPr>
            <p:ph idx="12" type="sldNum"/>
          </p:nvPr>
        </p:nvSpPr>
        <p:spPr>
          <a:xfrm>
            <a:off x="6553200" y="62484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34"/>
          <p:cNvSpPr txBox="1"/>
          <p:nvPr>
            <p:ph type="title"/>
          </p:nvPr>
        </p:nvSpPr>
        <p:spPr>
          <a:xfrm>
            <a:off x="685800" y="609600"/>
            <a:ext cx="77724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34"/>
          <p:cNvSpPr txBox="1"/>
          <p:nvPr>
            <p:ph idx="1" type="body"/>
          </p:nvPr>
        </p:nvSpPr>
        <p:spPr>
          <a:xfrm>
            <a:off x="685800" y="1981200"/>
            <a:ext cx="38100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imes New Roman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Char char="»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Char char="»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Char char="»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Char char="»"/>
              <a:defRPr sz="1800"/>
            </a:lvl9pPr>
          </a:lstStyle>
          <a:p/>
        </p:txBody>
      </p:sp>
      <p:sp>
        <p:nvSpPr>
          <p:cNvPr id="74" name="Google Shape;74;p34"/>
          <p:cNvSpPr txBox="1"/>
          <p:nvPr>
            <p:ph idx="2" type="body"/>
          </p:nvPr>
        </p:nvSpPr>
        <p:spPr>
          <a:xfrm>
            <a:off x="4648200" y="1981200"/>
            <a:ext cx="38100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imes New Roman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Char char="»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Char char="»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Char char="»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Char char="»"/>
              <a:defRPr sz="1800"/>
            </a:lvl9pPr>
          </a:lstStyle>
          <a:p/>
        </p:txBody>
      </p:sp>
      <p:sp>
        <p:nvSpPr>
          <p:cNvPr id="75" name="Google Shape;75;p34"/>
          <p:cNvSpPr txBox="1"/>
          <p:nvPr>
            <p:ph idx="10" type="dt"/>
          </p:nvPr>
        </p:nvSpPr>
        <p:spPr>
          <a:xfrm>
            <a:off x="685800" y="62484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34"/>
          <p:cNvSpPr txBox="1"/>
          <p:nvPr>
            <p:ph idx="11" type="ftr"/>
          </p:nvPr>
        </p:nvSpPr>
        <p:spPr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7" name="Google Shape;77;p34"/>
          <p:cNvSpPr txBox="1"/>
          <p:nvPr>
            <p:ph idx="12" type="sldNum"/>
          </p:nvPr>
        </p:nvSpPr>
        <p:spPr>
          <a:xfrm>
            <a:off x="6553200" y="62484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35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sz="4000" cap="none"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0" name="Google Shape;80;p35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  <a:defRPr sz="2000"/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None/>
              <a:defRPr sz="1800"/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 New Roman"/>
              <a:buNone/>
              <a:defRPr sz="1600"/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sz="1400"/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sz="1400"/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sz="1400"/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sz="1400"/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sz="1400"/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sz="1400"/>
            </a:lvl9pPr>
          </a:lstStyle>
          <a:p/>
        </p:txBody>
      </p:sp>
      <p:sp>
        <p:nvSpPr>
          <p:cNvPr id="81" name="Google Shape;81;p35"/>
          <p:cNvSpPr txBox="1"/>
          <p:nvPr>
            <p:ph idx="10" type="dt"/>
          </p:nvPr>
        </p:nvSpPr>
        <p:spPr>
          <a:xfrm>
            <a:off x="685800" y="62484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2" name="Google Shape;82;p35"/>
          <p:cNvSpPr txBox="1"/>
          <p:nvPr>
            <p:ph idx="11" type="ftr"/>
          </p:nvPr>
        </p:nvSpPr>
        <p:spPr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3" name="Google Shape;83;p35"/>
          <p:cNvSpPr txBox="1"/>
          <p:nvPr>
            <p:ph idx="12" type="sldNum"/>
          </p:nvPr>
        </p:nvSpPr>
        <p:spPr>
          <a:xfrm>
            <a:off x="6553200" y="62484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4"/>
          <p:cNvSpPr txBox="1"/>
          <p:nvPr>
            <p:ph type="title"/>
          </p:nvPr>
        </p:nvSpPr>
        <p:spPr>
          <a:xfrm>
            <a:off x="685800" y="609600"/>
            <a:ext cx="77724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lvl="2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lvl="3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lvl="4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lvl="5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lvl="6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lvl="7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lvl="8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/>
        </p:txBody>
      </p:sp>
      <p:sp>
        <p:nvSpPr>
          <p:cNvPr id="11" name="Google Shape;11;p24"/>
          <p:cNvSpPr txBox="1"/>
          <p:nvPr>
            <p:ph idx="1" type="body"/>
          </p:nvPr>
        </p:nvSpPr>
        <p:spPr>
          <a:xfrm>
            <a:off x="685800" y="1981200"/>
            <a:ext cx="7772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Times New Roman"/>
              <a:buChar char="•"/>
              <a:defRPr b="0" i="0" sz="32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imes New Roman"/>
              <a:buChar char="–"/>
              <a:defRPr b="0" i="0" sz="2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Char char="•"/>
              <a:def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Char char="–"/>
              <a:defRPr b="0" i="0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Char char="»"/>
              <a:defRPr b="0" i="0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Char char="»"/>
              <a:defRPr b="0" i="0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Char char="»"/>
              <a:defRPr b="0" i="0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Char char="»"/>
              <a:defRPr b="0" i="0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Char char="»"/>
              <a:defRPr b="0" i="0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/>
        </p:txBody>
      </p:sp>
      <p:sp>
        <p:nvSpPr>
          <p:cNvPr id="12" name="Google Shape;12;p24"/>
          <p:cNvSpPr txBox="1"/>
          <p:nvPr>
            <p:ph idx="10" type="dt"/>
          </p:nvPr>
        </p:nvSpPr>
        <p:spPr>
          <a:xfrm>
            <a:off x="685800" y="62484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/>
        </p:txBody>
      </p:sp>
      <p:sp>
        <p:nvSpPr>
          <p:cNvPr id="13" name="Google Shape;13;p24"/>
          <p:cNvSpPr txBox="1"/>
          <p:nvPr>
            <p:ph idx="11" type="ftr"/>
          </p:nvPr>
        </p:nvSpPr>
        <p:spPr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/>
        </p:txBody>
      </p:sp>
      <p:sp>
        <p:nvSpPr>
          <p:cNvPr id="14" name="Google Shape;14;p24"/>
          <p:cNvSpPr txBox="1"/>
          <p:nvPr>
            <p:ph idx="12" type="sldNum"/>
          </p:nvPr>
        </p:nvSpPr>
        <p:spPr>
          <a:xfrm>
            <a:off x="6553200" y="62484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5.png"/><Relationship Id="rId4" Type="http://schemas.openxmlformats.org/officeDocument/2006/relationships/image" Target="../media/image1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5.png"/><Relationship Id="rId4" Type="http://schemas.openxmlformats.org/officeDocument/2006/relationships/image" Target="../media/image1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5.png"/><Relationship Id="rId4" Type="http://schemas.openxmlformats.org/officeDocument/2006/relationships/image" Target="../media/image1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2.png"/><Relationship Id="rId4" Type="http://schemas.openxmlformats.org/officeDocument/2006/relationships/image" Target="../media/image1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1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5.png"/><Relationship Id="rId6" Type="http://schemas.openxmlformats.org/officeDocument/2006/relationships/image" Target="../media/image1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6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5.png"/><Relationship Id="rId6" Type="http://schemas.openxmlformats.org/officeDocument/2006/relationships/image" Target="../media/image1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1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1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1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1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1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1.pn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1.pn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1"/>
          <p:cNvSpPr txBox="1"/>
          <p:nvPr>
            <p:ph type="ctrTitle"/>
          </p:nvPr>
        </p:nvSpPr>
        <p:spPr>
          <a:xfrm>
            <a:off x="685800" y="2286000"/>
            <a:ext cx="77724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Times New Roman"/>
              <a:buNone/>
            </a:pPr>
            <a:r>
              <a:rPr b="0" i="0" lang="en-US" sz="4400" u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Digital Certificates</a:t>
            </a:r>
            <a:endParaRPr/>
          </a:p>
        </p:txBody>
      </p:sp>
      <p:sp>
        <p:nvSpPr>
          <p:cNvPr id="90" name="Google Shape;90;p1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Times New Roman"/>
              <a:buNone/>
            </a:pPr>
            <a:r>
              <a:rPr b="0" i="0" lang="en-US" sz="32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Public Key Deception</a:t>
            </a:r>
            <a:endParaRPr/>
          </a:p>
          <a:p>
            <a:pPr indent="0" lvl="0" marL="0" rtl="0" algn="ctr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Times New Roman"/>
              <a:buNone/>
            </a:pPr>
            <a:r>
              <a:rPr b="0" i="0" lang="en-US" sz="32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Digital Certificates</a:t>
            </a:r>
            <a:endParaRPr/>
          </a:p>
          <a:p>
            <a:pPr indent="0" lvl="0" marL="0" rtl="0" algn="ctr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Times New Roman"/>
              <a:buNone/>
            </a:pPr>
            <a:r>
              <a:rPr b="0" i="0" lang="en-US" sz="32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Certificate Authorities</a:t>
            </a:r>
            <a:endParaRPr/>
          </a:p>
          <a:p>
            <a:pPr indent="0" lvl="0" marL="0" rtl="0" algn="ctr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Times New Roman"/>
              <a:buNone/>
            </a:pPr>
            <a:r>
              <a:rPr b="0" i="0" lang="en-US" sz="32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Public Key Infrastructures (PKIs)</a:t>
            </a:r>
            <a:endParaRPr/>
          </a:p>
        </p:txBody>
      </p:sp>
      <p:pic>
        <p:nvPicPr>
          <p:cNvPr id="91" name="Google Shape;91;p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769350" y="6483350"/>
            <a:ext cx="304800" cy="304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2"/>
          <p:cNvSpPr txBox="1"/>
          <p:nvPr>
            <p:ph type="title"/>
          </p:nvPr>
        </p:nvSpPr>
        <p:spPr>
          <a:xfrm>
            <a:off x="685800" y="609600"/>
            <a:ext cx="77724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Times New Roman"/>
              <a:buNone/>
            </a:pPr>
            <a:r>
              <a:rPr b="0" i="0" lang="en-US" sz="4400" u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Public Key Deception</a:t>
            </a:r>
            <a:endParaRPr/>
          </a:p>
        </p:txBody>
      </p:sp>
      <p:sp>
        <p:nvSpPr>
          <p:cNvPr id="98" name="Google Shape;98;p2"/>
          <p:cNvSpPr txBox="1"/>
          <p:nvPr>
            <p:ph idx="1" type="body"/>
          </p:nvPr>
        </p:nvSpPr>
        <p:spPr>
          <a:xfrm>
            <a:off x="685800" y="1981200"/>
            <a:ext cx="7772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Times New Roman"/>
              <a:buChar char="•"/>
            </a:pPr>
            <a:r>
              <a:rPr b="0" i="0" lang="en-US" sz="32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Impostor Claims to be a True Party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imes New Roman"/>
              <a:buChar char="–"/>
            </a:pPr>
            <a:r>
              <a:rPr b="0" i="0" lang="en-US" sz="28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True party has a public and private key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imes New Roman"/>
              <a:buChar char="–"/>
            </a:pPr>
            <a:r>
              <a:rPr b="0" i="0" lang="en-US" sz="28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Impostor also has a public and private key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288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Times New Roman"/>
              <a:buChar char="•"/>
            </a:pPr>
            <a:r>
              <a:rPr b="0" i="0" lang="en-US" sz="32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Impostor sends impostor’s own public key to the verifier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imes New Roman"/>
              <a:buChar char="–"/>
            </a:pPr>
            <a:r>
              <a:rPr b="0" i="0" lang="en-US" sz="28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Says, “This is the true party’s public key”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imes New Roman"/>
              <a:buChar char="–"/>
            </a:pPr>
            <a:r>
              <a:rPr b="0" i="0" lang="en-US" sz="28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This is the critical step in the deception</a:t>
            </a:r>
            <a:endParaRPr/>
          </a:p>
        </p:txBody>
      </p:sp>
      <p:pic>
        <p:nvPicPr>
          <p:cNvPr id="99" name="Google Shape;99;p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769350" y="6483350"/>
            <a:ext cx="304800" cy="304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3"/>
          <p:cNvSpPr txBox="1"/>
          <p:nvPr>
            <p:ph type="title"/>
          </p:nvPr>
        </p:nvSpPr>
        <p:spPr>
          <a:xfrm>
            <a:off x="685800" y="609600"/>
            <a:ext cx="77724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Times New Roman"/>
              <a:buNone/>
            </a:pPr>
            <a:r>
              <a:rPr b="0" i="0" lang="en-US" sz="4400" u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Public Key Deception</a:t>
            </a:r>
            <a:endParaRPr/>
          </a:p>
        </p:txBody>
      </p:sp>
      <p:sp>
        <p:nvSpPr>
          <p:cNvPr id="106" name="Google Shape;106;p3"/>
          <p:cNvSpPr txBox="1"/>
          <p:nvPr>
            <p:ph idx="1" type="body"/>
          </p:nvPr>
        </p:nvSpPr>
        <p:spPr>
          <a:xfrm>
            <a:off x="685800" y="1981200"/>
            <a:ext cx="7772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imes New Roman"/>
              <a:buChar char="•"/>
            </a:pPr>
            <a:r>
              <a:rPr b="0" i="0" lang="en-US" sz="28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If verifier accepts the impostor’s public key as the true party’s public key,</a:t>
            </a:r>
            <a:endParaRPr/>
          </a:p>
          <a:p>
            <a:pPr indent="-285750" lvl="1" marL="742950" rtl="0" algn="l">
              <a:lnSpc>
                <a:spcPct val="95000"/>
              </a:lnSpc>
              <a:spcBef>
                <a:spcPts val="204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Char char="–"/>
            </a:pPr>
            <a:r>
              <a:rPr b="0" i="0" lang="en-US" sz="2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Impostor will be authenticated through any public key authentication method, because their private key will work</a:t>
            </a:r>
            <a:endParaRPr/>
          </a:p>
          <a:p>
            <a:pPr indent="-285750" lvl="1" marL="742950" rtl="0" algn="l">
              <a:lnSpc>
                <a:spcPct val="95000"/>
              </a:lnSpc>
              <a:spcBef>
                <a:spcPts val="204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Char char="–"/>
            </a:pPr>
            <a:r>
              <a:rPr b="0" i="0" lang="en-US" sz="2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Impostor can also decrypt messages sent by the verifier if these messages are encrypted with the impostor’s public key</a:t>
            </a:r>
            <a:endParaRPr/>
          </a:p>
        </p:txBody>
      </p:sp>
      <p:pic>
        <p:nvPicPr>
          <p:cNvPr id="107" name="Google Shape;107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769350" y="6483350"/>
            <a:ext cx="304800" cy="304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4"/>
          <p:cNvSpPr txBox="1"/>
          <p:nvPr>
            <p:ph type="title"/>
          </p:nvPr>
        </p:nvSpPr>
        <p:spPr>
          <a:xfrm>
            <a:off x="685800" y="609600"/>
            <a:ext cx="77724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Times New Roman"/>
              <a:buNone/>
            </a:pPr>
            <a:r>
              <a:rPr b="0" i="0" lang="en-US" sz="4400" u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Public Key Deception</a:t>
            </a:r>
            <a:endParaRPr/>
          </a:p>
        </p:txBody>
      </p:sp>
      <p:sp>
        <p:nvSpPr>
          <p:cNvPr id="114" name="Google Shape;114;p4"/>
          <p:cNvSpPr txBox="1"/>
          <p:nvPr>
            <p:ph idx="1" type="body"/>
          </p:nvPr>
        </p:nvSpPr>
        <p:spPr>
          <a:xfrm>
            <a:off x="685800" y="1981200"/>
            <a:ext cx="7772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Times New Roman"/>
              <a:buChar char="•"/>
            </a:pPr>
            <a:r>
              <a:rPr b="0" i="0" lang="en-US" sz="32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Moral:</a:t>
            </a:r>
            <a:endParaRPr/>
          </a:p>
          <a:p>
            <a:pPr indent="-285750" lvl="1" marL="742950" rtl="0" algn="l">
              <a:lnSpc>
                <a:spcPct val="95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imes New Roman"/>
              <a:buChar char="–"/>
            </a:pPr>
            <a:r>
              <a:rPr b="0" i="0" lang="en-US" sz="28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Public key encryption for privacy, confidentiality, authentication, and message integrity only works if</a:t>
            </a:r>
            <a:endParaRPr/>
          </a:p>
          <a:p>
            <a:pPr indent="-285750" lvl="1" marL="742950" rtl="0" algn="l">
              <a:lnSpc>
                <a:spcPct val="95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imes New Roman"/>
              <a:buChar char="–"/>
            </a:pPr>
            <a:r>
              <a:rPr b="0" i="0" lang="en-US" sz="28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verifier gets the true party’s public key independently of the applicant,</a:t>
            </a:r>
            <a:endParaRPr/>
          </a:p>
          <a:p>
            <a:pPr indent="-285750" lvl="1" marL="742950" rtl="0" algn="l">
              <a:lnSpc>
                <a:spcPct val="95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imes New Roman"/>
              <a:buChar char="–"/>
            </a:pPr>
            <a:r>
              <a:rPr b="0" i="0" lang="en-US" sz="28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From a trusted third party</a:t>
            </a:r>
            <a:endParaRPr/>
          </a:p>
        </p:txBody>
      </p:sp>
      <p:pic>
        <p:nvPicPr>
          <p:cNvPr id="115" name="Google Shape;115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769350" y="6483350"/>
            <a:ext cx="304800" cy="304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5"/>
          <p:cNvSpPr txBox="1"/>
          <p:nvPr>
            <p:ph type="title"/>
          </p:nvPr>
        </p:nvSpPr>
        <p:spPr>
          <a:xfrm>
            <a:off x="685800" y="609600"/>
            <a:ext cx="77724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Times New Roman"/>
              <a:buNone/>
            </a:pPr>
            <a:r>
              <a:rPr b="0" i="0" lang="en-US" sz="4400" u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Digital Certificates</a:t>
            </a:r>
            <a:endParaRPr/>
          </a:p>
        </p:txBody>
      </p:sp>
      <p:sp>
        <p:nvSpPr>
          <p:cNvPr id="122" name="Google Shape;122;p5"/>
          <p:cNvSpPr txBox="1"/>
          <p:nvPr>
            <p:ph idx="1" type="body"/>
          </p:nvPr>
        </p:nvSpPr>
        <p:spPr>
          <a:xfrm>
            <a:off x="685800" y="1981200"/>
            <a:ext cx="7772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Times New Roman"/>
              <a:buChar char="•"/>
            </a:pPr>
            <a:r>
              <a:rPr b="0" i="0" lang="en-US" sz="32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Created by a </a:t>
            </a:r>
            <a:r>
              <a:rPr b="0" i="1" lang="en-US" sz="32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Certificate Authority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imes New Roman"/>
              <a:buChar char="–"/>
            </a:pPr>
            <a:r>
              <a:rPr b="0" i="0" lang="en-US" sz="28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Certificate authority is the trusted third party</a:t>
            </a:r>
            <a:endParaRPr/>
          </a:p>
        </p:txBody>
      </p:sp>
      <p:sp>
        <p:nvSpPr>
          <p:cNvPr id="123" name="Google Shape;123;p5"/>
          <p:cNvSpPr/>
          <p:nvPr/>
        </p:nvSpPr>
        <p:spPr>
          <a:xfrm>
            <a:off x="6096000" y="3429000"/>
            <a:ext cx="2978100" cy="1371600"/>
          </a:xfrm>
          <a:prstGeom prst="ellipse">
            <a:avLst/>
          </a:prstGeom>
          <a:solidFill>
            <a:srgbClr val="FFFF99"/>
          </a:solidFill>
          <a:ln cap="sq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  <a:effectLst>
            <a:outerShdw blurRad="63500" dir="2700000" dist="107763">
              <a:schemeClr val="lt2"/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ahoma"/>
              <a:buNone/>
            </a:pPr>
            <a:r>
              <a:rPr b="0" i="0" lang="en-US" sz="2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Certificate</a:t>
            </a:r>
            <a:endParaRPr/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ahoma"/>
              <a:buNone/>
            </a:pPr>
            <a:r>
              <a:rPr b="0" i="0" lang="en-US" sz="2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Authority</a:t>
            </a:r>
            <a:endParaRPr/>
          </a:p>
        </p:txBody>
      </p:sp>
      <p:sp>
        <p:nvSpPr>
          <p:cNvPr id="124" name="Google Shape;124;p5"/>
          <p:cNvSpPr/>
          <p:nvPr/>
        </p:nvSpPr>
        <p:spPr>
          <a:xfrm>
            <a:off x="98300" y="4687950"/>
            <a:ext cx="3102000" cy="1560600"/>
          </a:xfrm>
          <a:prstGeom prst="ellipse">
            <a:avLst/>
          </a:prstGeom>
          <a:solidFill>
            <a:srgbClr val="FFFF99"/>
          </a:solidFill>
          <a:ln cap="sq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  <a:effectLst>
            <a:outerShdw blurRad="63500" dir="2700000" dist="107763">
              <a:schemeClr val="lt2"/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ahoma"/>
              <a:buNone/>
            </a:pPr>
            <a:r>
              <a:rPr b="0" i="0" lang="en-US" sz="2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Authenticated</a:t>
            </a:r>
            <a:endParaRPr/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ahoma"/>
              <a:buNone/>
            </a:pPr>
            <a:r>
              <a:rPr b="0" i="0" lang="en-US" sz="2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Party</a:t>
            </a:r>
            <a:endParaRPr/>
          </a:p>
        </p:txBody>
      </p:sp>
      <p:cxnSp>
        <p:nvCxnSpPr>
          <p:cNvPr id="125" name="Google Shape;125;p5"/>
          <p:cNvCxnSpPr/>
          <p:nvPr/>
        </p:nvCxnSpPr>
        <p:spPr>
          <a:xfrm flipH="1">
            <a:off x="3200350" y="4332550"/>
            <a:ext cx="2984700" cy="1077600"/>
          </a:xfrm>
          <a:prstGeom prst="straightConnector1">
            <a:avLst/>
          </a:prstGeom>
          <a:noFill/>
          <a:ln cap="sq" cmpd="sng" w="38100">
            <a:solidFill>
              <a:schemeClr val="dk1"/>
            </a:solidFill>
            <a:prstDash val="solid"/>
            <a:miter lim="800000"/>
            <a:headEnd len="med" w="med" type="none"/>
            <a:tailEnd len="med" w="med" type="triangle"/>
          </a:ln>
        </p:spPr>
      </p:cxnSp>
      <p:sp>
        <p:nvSpPr>
          <p:cNvPr id="126" name="Google Shape;126;p5"/>
          <p:cNvSpPr txBox="1"/>
          <p:nvPr/>
        </p:nvSpPr>
        <p:spPr>
          <a:xfrm>
            <a:off x="3702100" y="4332550"/>
            <a:ext cx="1981200" cy="990600"/>
          </a:xfrm>
          <a:prstGeom prst="rect">
            <a:avLst/>
          </a:prstGeom>
          <a:solidFill>
            <a:srgbClr val="FFFF99"/>
          </a:solidFill>
          <a:ln cap="sq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  <a:effectLst>
            <a:outerShdw blurRad="63500" dir="2700000" dist="107763">
              <a:schemeClr val="lt2"/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ahoma"/>
              <a:buNone/>
            </a:pPr>
            <a:r>
              <a:rPr b="0" i="0" lang="en-US" sz="2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Digital</a:t>
            </a:r>
            <a:endParaRPr/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ahoma"/>
              <a:buNone/>
            </a:pPr>
            <a:r>
              <a:rPr b="0" i="0" lang="en-US" sz="2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Certificate</a:t>
            </a:r>
            <a:endParaRPr/>
          </a:p>
        </p:txBody>
      </p:sp>
      <p:pic>
        <p:nvPicPr>
          <p:cNvPr descr="F:\PTFWMF\PTFCOLR\BUSINES2\CERTIF.WMF" id="127" name="Google Shape;127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781800" y="762000"/>
            <a:ext cx="1600200" cy="1401762"/>
          </a:xfrm>
          <a:prstGeom prst="rect">
            <a:avLst/>
          </a:prstGeom>
          <a:noFill/>
          <a:ln>
            <a:noFill/>
          </a:ln>
        </p:spPr>
      </p:pic>
      <p:pic>
        <p:nvPicPr>
          <p:cNvPr id="128" name="Google Shape;128;p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769350" y="6483350"/>
            <a:ext cx="304800" cy="304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6"/>
          <p:cNvSpPr txBox="1"/>
          <p:nvPr>
            <p:ph type="title"/>
          </p:nvPr>
        </p:nvSpPr>
        <p:spPr>
          <a:xfrm>
            <a:off x="685800" y="609600"/>
            <a:ext cx="77724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Times New Roman"/>
              <a:buNone/>
            </a:pPr>
            <a:r>
              <a:rPr b="0" i="0" lang="en-US" sz="4400" u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Certificate Authorities</a:t>
            </a:r>
            <a:endParaRPr/>
          </a:p>
        </p:txBody>
      </p:sp>
      <p:sp>
        <p:nvSpPr>
          <p:cNvPr id="135" name="Google Shape;135;p6"/>
          <p:cNvSpPr txBox="1"/>
          <p:nvPr>
            <p:ph idx="1" type="body"/>
          </p:nvPr>
        </p:nvSpPr>
        <p:spPr>
          <a:xfrm>
            <a:off x="685800" y="1981200"/>
            <a:ext cx="7772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Times New Roman"/>
              <a:buChar char="•"/>
            </a:pPr>
            <a:r>
              <a:rPr b="0" i="0" lang="en-US" sz="32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Unfortunately, certificate authorities are not regulated</a:t>
            </a:r>
            <a:endParaRPr/>
          </a:p>
          <a:p>
            <a:pPr indent="-342900" lvl="0" marL="342900" rtl="0" algn="l">
              <a:lnSpc>
                <a:spcPct val="95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Times New Roman"/>
              <a:buChar char="•"/>
            </a:pPr>
            <a:r>
              <a:rPr b="0" i="0" lang="en-US" sz="32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You must only use certificate authorities you trust</a:t>
            </a:r>
            <a:endParaRPr/>
          </a:p>
          <a:p>
            <a:pPr indent="-342900" lvl="0" marL="342900" rtl="0" algn="l">
              <a:lnSpc>
                <a:spcPct val="95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Times New Roman"/>
              <a:buChar char="•"/>
            </a:pPr>
            <a:r>
              <a:rPr b="0" i="0" lang="en-US" sz="32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Company can be its own certificate authority for internal authentication among its hardware and software systems</a:t>
            </a:r>
            <a:endParaRPr/>
          </a:p>
        </p:txBody>
      </p:sp>
      <p:pic>
        <p:nvPicPr>
          <p:cNvPr id="136" name="Google Shape;136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769350" y="6483350"/>
            <a:ext cx="304800" cy="304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7"/>
          <p:cNvSpPr txBox="1"/>
          <p:nvPr>
            <p:ph type="title"/>
          </p:nvPr>
        </p:nvSpPr>
        <p:spPr>
          <a:xfrm>
            <a:off x="685800" y="609600"/>
            <a:ext cx="77724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Times New Roman"/>
              <a:buNone/>
            </a:pPr>
            <a:r>
              <a:rPr b="0" i="0" lang="en-US" sz="4400" u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Digital Certificates</a:t>
            </a:r>
            <a:endParaRPr/>
          </a:p>
        </p:txBody>
      </p:sp>
      <p:sp>
        <p:nvSpPr>
          <p:cNvPr id="143" name="Google Shape;143;p7"/>
          <p:cNvSpPr txBox="1"/>
          <p:nvPr>
            <p:ph idx="1" type="body"/>
          </p:nvPr>
        </p:nvSpPr>
        <p:spPr>
          <a:xfrm>
            <a:off x="685800" y="1981200"/>
            <a:ext cx="7772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Times New Roman"/>
              <a:buChar char="•"/>
            </a:pPr>
            <a:r>
              <a:rPr b="0" i="0" lang="en-US" sz="32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Assert that a true party (named) has the public key contained in the digital certificate</a:t>
            </a:r>
            <a:endParaRPr/>
          </a:p>
          <a:p>
            <a:pPr indent="-285750" lvl="1" marL="742950" rtl="0" algn="l">
              <a:lnSpc>
                <a:spcPct val="95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imes New Roman"/>
              <a:buChar char="–"/>
            </a:pPr>
            <a:r>
              <a:rPr b="0" i="0" lang="en-US" sz="28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Provides a name-public key pair</a:t>
            </a:r>
            <a:endParaRPr/>
          </a:p>
          <a:p>
            <a:pPr indent="-285750" lvl="1" marL="742950" rtl="0" algn="l">
              <a:lnSpc>
                <a:spcPct val="95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imes New Roman"/>
              <a:buChar char="–"/>
            </a:pPr>
            <a:r>
              <a:rPr b="0" i="0" lang="en-US" sz="28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Therefore prevents public key deception</a:t>
            </a:r>
            <a:endParaRPr/>
          </a:p>
          <a:p>
            <a:pPr indent="-285750" lvl="1" marL="742950" rtl="0" algn="l">
              <a:lnSpc>
                <a:spcPct val="95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imes New Roman"/>
              <a:buChar char="–"/>
            </a:pPr>
            <a:r>
              <a:rPr b="0" i="0" lang="en-US" sz="28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Fields and content are standardized by the ITU-T </a:t>
            </a:r>
            <a:r>
              <a:rPr b="0" i="1" lang="en-US" sz="28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X.509</a:t>
            </a:r>
            <a:r>
              <a:rPr b="0" i="0" lang="en-US" sz="28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Standard</a:t>
            </a:r>
            <a:endParaRPr/>
          </a:p>
        </p:txBody>
      </p:sp>
      <p:pic>
        <p:nvPicPr>
          <p:cNvPr descr="F:\PTFWMF\PTFCOLR\BUSINES2\CERTIF.WMF" id="144" name="Google Shape;144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791200" y="4856162"/>
            <a:ext cx="2286000" cy="2001837"/>
          </a:xfrm>
          <a:prstGeom prst="rect">
            <a:avLst/>
          </a:prstGeom>
          <a:noFill/>
          <a:ln>
            <a:noFill/>
          </a:ln>
        </p:spPr>
      </p:pic>
      <p:pic>
        <p:nvPicPr>
          <p:cNvPr id="145" name="Google Shape;145;p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769350" y="6483350"/>
            <a:ext cx="304800" cy="304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8"/>
          <p:cNvSpPr txBox="1"/>
          <p:nvPr>
            <p:ph type="title"/>
          </p:nvPr>
        </p:nvSpPr>
        <p:spPr>
          <a:xfrm>
            <a:off x="685800" y="609600"/>
            <a:ext cx="77724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Times New Roman"/>
              <a:buNone/>
            </a:pPr>
            <a:r>
              <a:rPr b="0" i="0" lang="en-US" sz="4400" u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Digital Certificates</a:t>
            </a:r>
            <a:endParaRPr/>
          </a:p>
        </p:txBody>
      </p:sp>
      <p:sp>
        <p:nvSpPr>
          <p:cNvPr id="152" name="Google Shape;152;p8"/>
          <p:cNvSpPr txBox="1"/>
          <p:nvPr>
            <p:ph idx="1" type="body"/>
          </p:nvPr>
        </p:nvSpPr>
        <p:spPr>
          <a:xfrm>
            <a:off x="685800" y="1981200"/>
            <a:ext cx="7772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Times New Roman"/>
              <a:buChar char="•"/>
            </a:pPr>
            <a:r>
              <a:rPr b="0" i="0" lang="en-US" sz="32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Each digital certificate has its own digital signature, signed (encrypted) by the private key of the certificate authority</a:t>
            </a:r>
            <a:endParaRPr/>
          </a:p>
          <a:p>
            <a:pPr indent="-285750" lvl="1" marL="742950" rtl="0" algn="l">
              <a:lnSpc>
                <a:spcPct val="95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imes New Roman"/>
              <a:buChar char="–"/>
            </a:pPr>
            <a:r>
              <a:rPr b="0" i="0" lang="en-US" sz="28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Provides message integrity so that an impostor cannot change the name field in the digital certificate to its own</a:t>
            </a:r>
            <a:endParaRPr/>
          </a:p>
        </p:txBody>
      </p:sp>
      <p:pic>
        <p:nvPicPr>
          <p:cNvPr descr="F:\PTFWMF\PTFCOLR\BUSINES2\CERTIF.WMF" id="153" name="Google Shape;153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791200" y="4322762"/>
            <a:ext cx="2286000" cy="2001837"/>
          </a:xfrm>
          <a:prstGeom prst="rect">
            <a:avLst/>
          </a:prstGeom>
          <a:noFill/>
          <a:ln>
            <a:noFill/>
          </a:ln>
        </p:spPr>
      </p:pic>
      <p:pic>
        <p:nvPicPr>
          <p:cNvPr id="154" name="Google Shape;154;p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769350" y="6483350"/>
            <a:ext cx="304800" cy="304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9"/>
          <p:cNvSpPr txBox="1"/>
          <p:nvPr>
            <p:ph type="title"/>
          </p:nvPr>
        </p:nvSpPr>
        <p:spPr>
          <a:xfrm>
            <a:off x="685800" y="609600"/>
            <a:ext cx="77724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Times New Roman"/>
              <a:buNone/>
            </a:pPr>
            <a:r>
              <a:rPr b="0" i="0" lang="en-US" sz="4400" u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Digital Certificates</a:t>
            </a:r>
            <a:endParaRPr/>
          </a:p>
        </p:txBody>
      </p:sp>
      <p:sp>
        <p:nvSpPr>
          <p:cNvPr id="161" name="Google Shape;161;p9"/>
          <p:cNvSpPr txBox="1"/>
          <p:nvPr>
            <p:ph idx="1" type="body"/>
          </p:nvPr>
        </p:nvSpPr>
        <p:spPr>
          <a:xfrm>
            <a:off x="685800" y="1981200"/>
            <a:ext cx="7772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imes New Roman"/>
              <a:buChar char="•"/>
            </a:pPr>
            <a:r>
              <a:rPr b="0" i="0" lang="en-US" sz="28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Certificate authorities may revoke digital certificates before the expiration date listed in the digital certificate</a:t>
            </a:r>
            <a:endParaRPr/>
          </a:p>
          <a:p>
            <a:pPr indent="-285750" lvl="1" marL="742950" rtl="0" algn="l">
              <a:lnSpc>
                <a:spcPct val="9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Char char="–"/>
            </a:pPr>
            <a:r>
              <a:rPr b="0" i="0" lang="en-US" sz="20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Revoked certificate ID numbers are placed in a </a:t>
            </a:r>
            <a:r>
              <a:rPr b="0" i="1" lang="en-US" sz="20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certificate revocation list (CRL)</a:t>
            </a:r>
            <a:endParaRPr/>
          </a:p>
          <a:p>
            <a:pPr indent="-285750" lvl="1" marL="742950" rtl="0" algn="l">
              <a:lnSpc>
                <a:spcPct val="9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Char char="–"/>
            </a:pPr>
            <a:r>
              <a:rPr b="0" i="0" lang="en-US" sz="20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Verifier must check with the certificate authority to determine if a digital certificate is on the CRL</a:t>
            </a:r>
            <a:endParaRPr/>
          </a:p>
          <a:p>
            <a:pPr indent="-342900" lvl="0" marL="342900" rtl="0" algn="l">
              <a:lnSpc>
                <a:spcPct val="95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imes New Roman"/>
              <a:buChar char="•"/>
            </a:pPr>
            <a:r>
              <a:rPr b="0" i="0" lang="en-US" sz="28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Without the CRL check, digital certificates do not support authentication</a:t>
            </a:r>
            <a:endParaRPr/>
          </a:p>
        </p:txBody>
      </p:sp>
      <p:pic>
        <p:nvPicPr>
          <p:cNvPr id="162" name="Google Shape;162;p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769350" y="6483350"/>
            <a:ext cx="304800" cy="304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p10"/>
          <p:cNvSpPr txBox="1"/>
          <p:nvPr>
            <p:ph type="title"/>
          </p:nvPr>
        </p:nvSpPr>
        <p:spPr>
          <a:xfrm>
            <a:off x="685800" y="609600"/>
            <a:ext cx="77724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Times New Roman"/>
              <a:buNone/>
            </a:pPr>
            <a:r>
              <a:rPr b="0" i="0" lang="en-US" sz="4400" u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Digital Certificates</a:t>
            </a:r>
            <a:endParaRPr/>
          </a:p>
        </p:txBody>
      </p:sp>
      <p:sp>
        <p:nvSpPr>
          <p:cNvPr id="169" name="Google Shape;169;p10"/>
          <p:cNvSpPr txBox="1"/>
          <p:nvPr>
            <p:ph idx="1" type="body"/>
          </p:nvPr>
        </p:nvSpPr>
        <p:spPr>
          <a:xfrm>
            <a:off x="685800" y="1981200"/>
            <a:ext cx="7772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Times New Roman"/>
              <a:buChar char="•"/>
            </a:pPr>
            <a:r>
              <a:rPr b="0" i="0" lang="en-US" sz="32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Recap</a:t>
            </a:r>
            <a:endParaRPr/>
          </a:p>
          <a:p>
            <a:pPr indent="-285750" lvl="1" marL="742950" rtl="0" algn="l">
              <a:lnSpc>
                <a:spcPct val="95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imes New Roman"/>
              <a:buChar char="–"/>
            </a:pPr>
            <a:r>
              <a:rPr b="0" i="0" lang="en-US" sz="28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 digital signature gives the public key of a named party</a:t>
            </a:r>
            <a:endParaRPr/>
          </a:p>
          <a:p>
            <a:pPr indent="-285750" lvl="1" marL="742950" rtl="0" algn="l">
              <a:lnSpc>
                <a:spcPct val="95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imes New Roman"/>
              <a:buChar char="–"/>
            </a:pPr>
            <a:r>
              <a:rPr b="0" i="0" lang="en-US" sz="28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This is needed for public key authentication, to prevent public key deception</a:t>
            </a:r>
            <a:endParaRPr/>
          </a:p>
          <a:p>
            <a:pPr indent="-285750" lvl="1" marL="742950" rtl="0" algn="l">
              <a:lnSpc>
                <a:spcPct val="95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imes New Roman"/>
              <a:buChar char="–"/>
            </a:pPr>
            <a:r>
              <a:rPr b="0" i="0" lang="en-US" sz="28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However, a digital certificate alone does NOT provide authentication</a:t>
            </a:r>
            <a:endParaRPr/>
          </a:p>
        </p:txBody>
      </p:sp>
      <p:pic>
        <p:nvPicPr>
          <p:cNvPr id="170" name="Google Shape;170;p1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769350" y="6483350"/>
            <a:ext cx="304800" cy="304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p11"/>
          <p:cNvSpPr txBox="1"/>
          <p:nvPr>
            <p:ph type="ctrTitle"/>
          </p:nvPr>
        </p:nvSpPr>
        <p:spPr>
          <a:xfrm>
            <a:off x="685800" y="2286000"/>
            <a:ext cx="77724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Times New Roman"/>
              <a:buNone/>
            </a:pPr>
            <a:r>
              <a:rPr b="0" i="0" lang="en-US" sz="4400" u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Public Key Infrastructures (PKIs)</a:t>
            </a:r>
            <a:endParaRPr/>
          </a:p>
        </p:txBody>
      </p:sp>
      <p:sp>
        <p:nvSpPr>
          <p:cNvPr id="177" name="Google Shape;177;p11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Times New Roman"/>
              <a:buNone/>
            </a:pPr>
            <a:r>
              <a:rPr b="0" i="0" lang="en-US" sz="32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Private key creation and distribution</a:t>
            </a:r>
            <a:endParaRPr/>
          </a:p>
          <a:p>
            <a:pPr indent="0" lvl="0" marL="0" rtl="0" algn="ctr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Times New Roman"/>
              <a:buNone/>
            </a:pPr>
            <a:r>
              <a:rPr b="0" i="0" lang="en-US" sz="32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Digital certificate creation and distribution</a:t>
            </a:r>
            <a:endParaRPr/>
          </a:p>
          <a:p>
            <a:pPr indent="0" lvl="0" marL="0" rtl="0" algn="ctr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Times New Roman"/>
              <a:buNone/>
            </a:pPr>
            <a:r>
              <a:rPr b="0" i="0" lang="en-US" sz="32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Certificate Revocation List checking</a:t>
            </a:r>
            <a:endParaRPr/>
          </a:p>
        </p:txBody>
      </p:sp>
      <p:pic>
        <p:nvPicPr>
          <p:cNvPr id="178" name="Google Shape;178;p1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769350" y="6483350"/>
            <a:ext cx="304800" cy="304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p12"/>
          <p:cNvSpPr txBox="1"/>
          <p:nvPr>
            <p:ph type="title"/>
          </p:nvPr>
        </p:nvSpPr>
        <p:spPr>
          <a:xfrm>
            <a:off x="685800" y="609600"/>
            <a:ext cx="77724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Times New Roman"/>
              <a:buNone/>
            </a:pPr>
            <a:r>
              <a:rPr b="0" i="0" lang="en-US" sz="4400" u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PKIs</a:t>
            </a:r>
            <a:endParaRPr/>
          </a:p>
        </p:txBody>
      </p:sp>
      <p:sp>
        <p:nvSpPr>
          <p:cNvPr id="185" name="Google Shape;185;p12"/>
          <p:cNvSpPr txBox="1"/>
          <p:nvPr>
            <p:ph idx="1" type="body"/>
          </p:nvPr>
        </p:nvSpPr>
        <p:spPr>
          <a:xfrm>
            <a:off x="685800" y="1981200"/>
            <a:ext cx="7772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Times New Roman"/>
              <a:buChar char="•"/>
            </a:pPr>
            <a:r>
              <a:rPr b="0" i="0" lang="en-US" sz="32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To use public key methods, an organization must establish a comprehensive </a:t>
            </a:r>
            <a:r>
              <a:rPr b="0" i="1" lang="en-US" sz="32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Public Key Infrastructure (PKI)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imes New Roman"/>
              <a:buChar char="–"/>
            </a:pPr>
            <a:r>
              <a:rPr b="0" i="0" lang="en-US" sz="28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 PKI automates most aspects of using public key encryption and authentication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imes New Roman"/>
              <a:buChar char="–"/>
            </a:pPr>
            <a:r>
              <a:rPr b="0" i="0" lang="en-US" sz="28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Uses a </a:t>
            </a:r>
            <a:r>
              <a:rPr b="0" i="1" lang="en-US" sz="28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PKI Server</a:t>
            </a:r>
            <a:endParaRPr/>
          </a:p>
        </p:txBody>
      </p:sp>
      <p:pic>
        <p:nvPicPr>
          <p:cNvPr descr="E:\NETDRAW4\ISOMETRC\SUPSERVI.WMF" id="186" name="Google Shape;186;p1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239000" y="4648200"/>
            <a:ext cx="1087437" cy="1357312"/>
          </a:xfrm>
          <a:prstGeom prst="rect">
            <a:avLst/>
          </a:prstGeom>
          <a:noFill/>
          <a:ln>
            <a:noFill/>
          </a:ln>
        </p:spPr>
      </p:pic>
      <p:sp>
        <p:nvSpPr>
          <p:cNvPr id="187" name="Google Shape;187;p12"/>
          <p:cNvSpPr txBox="1"/>
          <p:nvPr/>
        </p:nvSpPr>
        <p:spPr>
          <a:xfrm>
            <a:off x="6019800" y="4800600"/>
            <a:ext cx="1046162" cy="8223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ahoma"/>
              <a:buNone/>
            </a:pPr>
            <a:r>
              <a:rPr b="0" i="0" lang="en-US" sz="2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PKI</a:t>
            </a:r>
            <a:endParaRPr/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ahoma"/>
              <a:buNone/>
            </a:pPr>
            <a:r>
              <a:rPr b="0" i="0" lang="en-US" sz="2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Server</a:t>
            </a:r>
            <a:endParaRPr/>
          </a:p>
        </p:txBody>
      </p:sp>
      <p:pic>
        <p:nvPicPr>
          <p:cNvPr id="188" name="Google Shape;188;p1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769350" y="6483350"/>
            <a:ext cx="304800" cy="304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3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p13"/>
          <p:cNvSpPr txBox="1"/>
          <p:nvPr>
            <p:ph type="title"/>
          </p:nvPr>
        </p:nvSpPr>
        <p:spPr>
          <a:xfrm>
            <a:off x="685800" y="609600"/>
            <a:ext cx="77724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Times New Roman"/>
              <a:buNone/>
            </a:pPr>
            <a:r>
              <a:rPr b="0" i="0" lang="en-US" sz="4400" u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PKIs</a:t>
            </a:r>
            <a:endParaRPr/>
          </a:p>
        </p:txBody>
      </p:sp>
      <p:sp>
        <p:nvSpPr>
          <p:cNvPr id="195" name="Google Shape;195;p13"/>
          <p:cNvSpPr txBox="1"/>
          <p:nvPr>
            <p:ph idx="1" type="body"/>
          </p:nvPr>
        </p:nvSpPr>
        <p:spPr>
          <a:xfrm>
            <a:off x="457200" y="1676400"/>
            <a:ext cx="8178800" cy="4457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Times New Roman"/>
              <a:buChar char="•"/>
            </a:pPr>
            <a:r>
              <a:rPr b="0" i="0" lang="en-US" sz="32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PKI Server Creates Public Key-Private Key Pairs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imes New Roman"/>
              <a:buChar char="–"/>
            </a:pPr>
            <a:r>
              <a:rPr b="0" i="0" lang="en-US" sz="28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Distributes private keys to applicants securely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imes New Roman"/>
              <a:buChar char="–"/>
            </a:pPr>
            <a:r>
              <a:rPr b="0" i="0" lang="en-US" sz="28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Often, private keys are embedded in delivered software</a:t>
            </a:r>
            <a:endParaRPr/>
          </a:p>
        </p:txBody>
      </p:sp>
      <p:pic>
        <p:nvPicPr>
          <p:cNvPr descr="E:\NETDRAW4\ISOMETRC\SUPSERVI.WMF" id="196" name="Google Shape;196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362200" y="4629150"/>
            <a:ext cx="1087437" cy="1357312"/>
          </a:xfrm>
          <a:prstGeom prst="rect">
            <a:avLst/>
          </a:prstGeom>
          <a:noFill/>
          <a:ln>
            <a:noFill/>
          </a:ln>
        </p:spPr>
      </p:pic>
      <p:sp>
        <p:nvSpPr>
          <p:cNvPr id="197" name="Google Shape;197;p13"/>
          <p:cNvSpPr txBox="1"/>
          <p:nvPr/>
        </p:nvSpPr>
        <p:spPr>
          <a:xfrm>
            <a:off x="1163637" y="4738687"/>
            <a:ext cx="1046162" cy="8223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ahoma"/>
              <a:buNone/>
            </a:pPr>
            <a:r>
              <a:rPr b="0" i="0" lang="en-US" sz="2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PKI</a:t>
            </a:r>
            <a:endParaRPr/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ahoma"/>
              <a:buNone/>
            </a:pPr>
            <a:r>
              <a:rPr b="0" i="0" lang="en-US" sz="2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Server</a:t>
            </a:r>
            <a:endParaRPr/>
          </a:p>
        </p:txBody>
      </p:sp>
      <p:pic>
        <p:nvPicPr>
          <p:cNvPr descr="E:\NETDRAW4\ISOMETRC\COMPUSRI.WMF" id="198" name="Google Shape;198;p1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324600" y="5072062"/>
            <a:ext cx="896937" cy="74295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99" name="Google Shape;199;p13"/>
          <p:cNvCxnSpPr/>
          <p:nvPr/>
        </p:nvCxnSpPr>
        <p:spPr>
          <a:xfrm>
            <a:off x="3581400" y="5453062"/>
            <a:ext cx="2514600" cy="0"/>
          </a:xfrm>
          <a:prstGeom prst="straightConnector1">
            <a:avLst/>
          </a:prstGeom>
          <a:noFill/>
          <a:ln cap="sq" cmpd="sng" w="28575">
            <a:solidFill>
              <a:schemeClr val="dk1"/>
            </a:solidFill>
            <a:prstDash val="solid"/>
            <a:miter lim="800000"/>
            <a:headEnd len="med" w="med" type="none"/>
            <a:tailEnd len="med" w="med" type="triangle"/>
          </a:ln>
        </p:spPr>
      </p:cxnSp>
      <p:pic>
        <p:nvPicPr>
          <p:cNvPr descr="E:\NETDRAW4\LAN\MISC\KEY.WMF" id="200" name="Google Shape;200;p1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038600" y="4508500"/>
            <a:ext cx="1371600" cy="649287"/>
          </a:xfrm>
          <a:prstGeom prst="rect">
            <a:avLst/>
          </a:prstGeom>
          <a:noFill/>
          <a:ln>
            <a:noFill/>
          </a:ln>
        </p:spPr>
      </p:pic>
      <p:sp>
        <p:nvSpPr>
          <p:cNvPr id="201" name="Google Shape;201;p13"/>
          <p:cNvSpPr txBox="1"/>
          <p:nvPr/>
        </p:nvSpPr>
        <p:spPr>
          <a:xfrm>
            <a:off x="3957637" y="3962400"/>
            <a:ext cx="1693862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ahoma"/>
              <a:buNone/>
            </a:pPr>
            <a:r>
              <a:rPr b="0" i="0" lang="en-US" sz="2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Private Key</a:t>
            </a:r>
            <a:endParaRPr/>
          </a:p>
        </p:txBody>
      </p:sp>
      <p:pic>
        <p:nvPicPr>
          <p:cNvPr id="202" name="Google Shape;202;p13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769350" y="6483350"/>
            <a:ext cx="304800" cy="304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7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p14"/>
          <p:cNvSpPr txBox="1"/>
          <p:nvPr>
            <p:ph type="title"/>
          </p:nvPr>
        </p:nvSpPr>
        <p:spPr>
          <a:xfrm>
            <a:off x="685800" y="609600"/>
            <a:ext cx="77724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Times New Roman"/>
              <a:buNone/>
            </a:pPr>
            <a:r>
              <a:rPr b="0" i="0" lang="en-US" sz="4400" u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PKIs</a:t>
            </a:r>
            <a:endParaRPr/>
          </a:p>
        </p:txBody>
      </p:sp>
      <p:sp>
        <p:nvSpPr>
          <p:cNvPr id="209" name="Google Shape;209;p14"/>
          <p:cNvSpPr txBox="1"/>
          <p:nvPr>
            <p:ph idx="1" type="body"/>
          </p:nvPr>
        </p:nvSpPr>
        <p:spPr>
          <a:xfrm>
            <a:off x="457200" y="1676400"/>
            <a:ext cx="8178800" cy="4457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Times New Roman"/>
              <a:buChar char="•"/>
            </a:pPr>
            <a:r>
              <a:rPr b="0" i="0" lang="en-US" sz="32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PKI Server Provides CRL Checks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imes New Roman"/>
              <a:buChar char="–"/>
            </a:pPr>
            <a:r>
              <a:rPr b="0" i="0" lang="en-US" sz="28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Distributes digital certificates to verifiers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imes New Roman"/>
              <a:buChar char="–"/>
            </a:pPr>
            <a:r>
              <a:rPr b="0" i="0" lang="en-US" sz="28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Checks certificate revocation list before sending digital certificates</a:t>
            </a:r>
            <a:endParaRPr/>
          </a:p>
        </p:txBody>
      </p:sp>
      <p:pic>
        <p:nvPicPr>
          <p:cNvPr descr="E:\NETDRAW4\ISOMETRC\SUPSERVI.WMF" id="210" name="Google Shape;210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913062" y="4891087"/>
            <a:ext cx="1087437" cy="1357312"/>
          </a:xfrm>
          <a:prstGeom prst="rect">
            <a:avLst/>
          </a:prstGeom>
          <a:noFill/>
          <a:ln>
            <a:noFill/>
          </a:ln>
        </p:spPr>
      </p:pic>
      <p:sp>
        <p:nvSpPr>
          <p:cNvPr id="211" name="Google Shape;211;p14"/>
          <p:cNvSpPr txBox="1"/>
          <p:nvPr/>
        </p:nvSpPr>
        <p:spPr>
          <a:xfrm>
            <a:off x="1714500" y="5000625"/>
            <a:ext cx="1046162" cy="8223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ahoma"/>
              <a:buNone/>
            </a:pPr>
            <a:r>
              <a:rPr b="0" i="0" lang="en-US" sz="2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PKI</a:t>
            </a:r>
            <a:endParaRPr/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ahoma"/>
              <a:buNone/>
            </a:pPr>
            <a:r>
              <a:rPr b="0" i="0" lang="en-US" sz="2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Server</a:t>
            </a:r>
            <a:endParaRPr/>
          </a:p>
        </p:txBody>
      </p:sp>
      <p:pic>
        <p:nvPicPr>
          <p:cNvPr descr="E:\NETDRAW4\ISOMETRC\COMPUSRI.WMF" id="212" name="Google Shape;212;p1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875462" y="5334000"/>
            <a:ext cx="896937" cy="74295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213" name="Google Shape;213;p14"/>
          <p:cNvCxnSpPr/>
          <p:nvPr/>
        </p:nvCxnSpPr>
        <p:spPr>
          <a:xfrm>
            <a:off x="4073525" y="5824537"/>
            <a:ext cx="2514600" cy="0"/>
          </a:xfrm>
          <a:prstGeom prst="straightConnector1">
            <a:avLst/>
          </a:prstGeom>
          <a:noFill/>
          <a:ln cap="sq" cmpd="sng" w="28575">
            <a:solidFill>
              <a:schemeClr val="dk1"/>
            </a:solidFill>
            <a:prstDash val="solid"/>
            <a:miter lim="800000"/>
            <a:headEnd len="med" w="med" type="none"/>
            <a:tailEnd len="med" w="med" type="triangle"/>
          </a:ln>
        </p:spPr>
      </p:cxnSp>
      <p:sp>
        <p:nvSpPr>
          <p:cNvPr id="214" name="Google Shape;214;p14"/>
          <p:cNvSpPr txBox="1"/>
          <p:nvPr/>
        </p:nvSpPr>
        <p:spPr>
          <a:xfrm>
            <a:off x="4073537" y="3867787"/>
            <a:ext cx="2479800" cy="8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ahoma"/>
              <a:buNone/>
            </a:pPr>
            <a:r>
              <a:rPr b="0" i="0" lang="en-US" sz="2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Digital Certificate</a:t>
            </a:r>
            <a:endParaRPr/>
          </a:p>
        </p:txBody>
      </p:sp>
      <p:pic>
        <p:nvPicPr>
          <p:cNvPr descr="F:\PTFWMF\PTFCOLR\BUSINES2\CERTIF.WMF" id="215" name="Google Shape;215;p1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683125" y="4613275"/>
            <a:ext cx="1295400" cy="1135062"/>
          </a:xfrm>
          <a:prstGeom prst="rect">
            <a:avLst/>
          </a:prstGeom>
          <a:noFill/>
          <a:ln>
            <a:noFill/>
          </a:ln>
        </p:spPr>
      </p:pic>
      <p:pic>
        <p:nvPicPr>
          <p:cNvPr id="216" name="Google Shape;216;p14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769350" y="6483350"/>
            <a:ext cx="304800" cy="304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Google Shape;222;g304ee086df3_0_0"/>
          <p:cNvSpPr txBox="1"/>
          <p:nvPr>
            <p:ph type="title"/>
          </p:nvPr>
        </p:nvSpPr>
        <p:spPr>
          <a:xfrm>
            <a:off x="685800" y="609600"/>
            <a:ext cx="7772400" cy="11430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3" name="Google Shape;223;g304ee086df3_0_0"/>
          <p:cNvSpPr txBox="1"/>
          <p:nvPr>
            <p:ph idx="1" type="body"/>
          </p:nvPr>
        </p:nvSpPr>
        <p:spPr>
          <a:xfrm>
            <a:off x="685800" y="1981200"/>
            <a:ext cx="7772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24" name="Google Shape;224;g304ee086df3_0_0" title="Screenshot 2025-04-29 at 12.03.23 PM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492747"/>
            <a:ext cx="9144000" cy="5872505"/>
          </a:xfrm>
          <a:prstGeom prst="rect">
            <a:avLst/>
          </a:prstGeom>
          <a:noFill/>
          <a:ln>
            <a:noFill/>
          </a:ln>
        </p:spPr>
      </p:pic>
      <p:sp>
        <p:nvSpPr>
          <p:cNvPr id="225" name="Google Shape;225;g304ee086df3_0_0"/>
          <p:cNvSpPr txBox="1"/>
          <p:nvPr/>
        </p:nvSpPr>
        <p:spPr>
          <a:xfrm>
            <a:off x="3210650" y="6275800"/>
            <a:ext cx="23289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Source: infinitydatatel.com</a:t>
            </a:r>
            <a:endParaRPr sz="15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0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Google Shape;231;p15"/>
          <p:cNvSpPr txBox="1"/>
          <p:nvPr>
            <p:ph type="title"/>
          </p:nvPr>
        </p:nvSpPr>
        <p:spPr>
          <a:xfrm>
            <a:off x="685800" y="609600"/>
            <a:ext cx="77724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Times New Roman"/>
              <a:buNone/>
            </a:pPr>
            <a:r>
              <a:rPr b="0" i="0" lang="en-US" sz="4400" u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PKIs</a:t>
            </a:r>
            <a:endParaRPr/>
          </a:p>
        </p:txBody>
      </p:sp>
      <p:sp>
        <p:nvSpPr>
          <p:cNvPr id="232" name="Google Shape;232;p15"/>
          <p:cNvSpPr txBox="1"/>
          <p:nvPr>
            <p:ph idx="1" type="body"/>
          </p:nvPr>
        </p:nvSpPr>
        <p:spPr>
          <a:xfrm>
            <a:off x="457200" y="1676400"/>
            <a:ext cx="8178800" cy="4457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Times New Roman"/>
              <a:buChar char="•"/>
            </a:pPr>
            <a:r>
              <a:rPr b="0" i="0" lang="en-US" sz="32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CRL Checks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imes New Roman"/>
              <a:buChar char="–"/>
            </a:pPr>
            <a:r>
              <a:rPr b="0" i="0" lang="en-US" sz="28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If applicant gives verifier a digital certificate,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imes New Roman"/>
              <a:buChar char="–"/>
            </a:pPr>
            <a:r>
              <a:rPr b="0" i="0" lang="en-US" sz="28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verifier must check the certificate revocation list</a:t>
            </a:r>
            <a:endParaRPr/>
          </a:p>
        </p:txBody>
      </p:sp>
      <p:pic>
        <p:nvPicPr>
          <p:cNvPr descr="E:\NETDRAW4\ISOMETRC\SUPSERVI.WMF" id="233" name="Google Shape;233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362200" y="4629150"/>
            <a:ext cx="1087437" cy="1357312"/>
          </a:xfrm>
          <a:prstGeom prst="rect">
            <a:avLst/>
          </a:prstGeom>
          <a:noFill/>
          <a:ln>
            <a:noFill/>
          </a:ln>
        </p:spPr>
      </p:pic>
      <p:sp>
        <p:nvSpPr>
          <p:cNvPr id="234" name="Google Shape;234;p15"/>
          <p:cNvSpPr txBox="1"/>
          <p:nvPr/>
        </p:nvSpPr>
        <p:spPr>
          <a:xfrm>
            <a:off x="1163637" y="4738687"/>
            <a:ext cx="1046162" cy="8223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ahoma"/>
              <a:buNone/>
            </a:pPr>
            <a:r>
              <a:rPr b="0" i="0" lang="en-US" sz="2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PKI</a:t>
            </a:r>
            <a:endParaRPr/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ahoma"/>
              <a:buNone/>
            </a:pPr>
            <a:r>
              <a:rPr b="0" i="0" lang="en-US" sz="2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Server</a:t>
            </a:r>
            <a:endParaRPr/>
          </a:p>
        </p:txBody>
      </p:sp>
      <p:pic>
        <p:nvPicPr>
          <p:cNvPr descr="E:\NETDRAW4\ISOMETRC\COMPUSRI.WMF" id="235" name="Google Shape;235;p1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324600" y="5072062"/>
            <a:ext cx="896937" cy="74295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236" name="Google Shape;236;p15"/>
          <p:cNvCxnSpPr/>
          <p:nvPr/>
        </p:nvCxnSpPr>
        <p:spPr>
          <a:xfrm>
            <a:off x="3581400" y="5257800"/>
            <a:ext cx="2514600" cy="0"/>
          </a:xfrm>
          <a:prstGeom prst="straightConnector1">
            <a:avLst/>
          </a:prstGeom>
          <a:noFill/>
          <a:ln cap="sq" cmpd="sng" w="28575">
            <a:solidFill>
              <a:schemeClr val="dk1"/>
            </a:solidFill>
            <a:prstDash val="solid"/>
            <a:miter lim="800000"/>
            <a:headEnd len="med" w="med" type="triangle"/>
            <a:tailEnd len="med" w="med" type="none"/>
          </a:ln>
        </p:spPr>
      </p:cxnSp>
      <p:sp>
        <p:nvSpPr>
          <p:cNvPr id="237" name="Google Shape;237;p15"/>
          <p:cNvSpPr txBox="1"/>
          <p:nvPr/>
        </p:nvSpPr>
        <p:spPr>
          <a:xfrm>
            <a:off x="4476750" y="4800600"/>
            <a:ext cx="7239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ahoma"/>
              <a:buNone/>
            </a:pPr>
            <a:r>
              <a:rPr b="0" i="0" lang="en-US" sz="2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OK?</a:t>
            </a:r>
            <a:endParaRPr/>
          </a:p>
        </p:txBody>
      </p:sp>
      <p:sp>
        <p:nvSpPr>
          <p:cNvPr id="238" name="Google Shape;238;p15"/>
          <p:cNvSpPr txBox="1"/>
          <p:nvPr/>
        </p:nvSpPr>
        <p:spPr>
          <a:xfrm>
            <a:off x="3741737" y="5410200"/>
            <a:ext cx="2192337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ahoma"/>
              <a:buNone/>
            </a:pPr>
            <a:r>
              <a:rPr b="0" i="0" lang="en-US" sz="2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OK or Revoked</a:t>
            </a:r>
            <a:endParaRPr/>
          </a:p>
        </p:txBody>
      </p:sp>
      <p:cxnSp>
        <p:nvCxnSpPr>
          <p:cNvPr id="239" name="Google Shape;239;p15"/>
          <p:cNvCxnSpPr/>
          <p:nvPr/>
        </p:nvCxnSpPr>
        <p:spPr>
          <a:xfrm rot="10800000">
            <a:off x="3581400" y="5410200"/>
            <a:ext cx="2514600" cy="0"/>
          </a:xfrm>
          <a:prstGeom prst="straightConnector1">
            <a:avLst/>
          </a:prstGeom>
          <a:noFill/>
          <a:ln cap="sq" cmpd="sng" w="28575">
            <a:solidFill>
              <a:schemeClr val="dk1"/>
            </a:solidFill>
            <a:prstDash val="solid"/>
            <a:miter lim="800000"/>
            <a:headEnd len="med" w="med" type="triangle"/>
            <a:tailEnd len="med" w="med" type="none"/>
          </a:ln>
        </p:spPr>
      </p:cxnSp>
      <p:sp>
        <p:nvSpPr>
          <p:cNvPr id="240" name="Google Shape;240;p15"/>
          <p:cNvSpPr txBox="1"/>
          <p:nvPr/>
        </p:nvSpPr>
        <p:spPr>
          <a:xfrm>
            <a:off x="3124200" y="4343400"/>
            <a:ext cx="708025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ahoma"/>
              <a:buNone/>
            </a:pPr>
            <a:r>
              <a:rPr b="0" i="0" lang="en-US" sz="2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CRL</a:t>
            </a:r>
            <a:endParaRPr/>
          </a:p>
        </p:txBody>
      </p:sp>
      <p:pic>
        <p:nvPicPr>
          <p:cNvPr descr="F:\PTFWMF\PTFCOLR\BUSINES2\CERTIF.WMF" id="241" name="Google Shape;241;p1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867400" y="3810000"/>
            <a:ext cx="1371600" cy="1201737"/>
          </a:xfrm>
          <a:prstGeom prst="rect">
            <a:avLst/>
          </a:prstGeom>
          <a:noFill/>
          <a:ln>
            <a:noFill/>
          </a:ln>
        </p:spPr>
      </p:pic>
      <p:pic>
        <p:nvPicPr>
          <p:cNvPr id="242" name="Google Shape;242;p15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769350" y="6483350"/>
            <a:ext cx="304800" cy="304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7" name="Shape 2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" name="Google Shape;248;p16"/>
          <p:cNvSpPr txBox="1"/>
          <p:nvPr>
            <p:ph type="title"/>
          </p:nvPr>
        </p:nvSpPr>
        <p:spPr>
          <a:xfrm>
            <a:off x="685800" y="609600"/>
            <a:ext cx="77724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Times New Roman"/>
              <a:buNone/>
            </a:pPr>
            <a:r>
              <a:rPr b="0" i="1" lang="en-US" sz="4400" u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Integrated Security System</a:t>
            </a:r>
            <a:endParaRPr/>
          </a:p>
        </p:txBody>
      </p:sp>
      <p:sp>
        <p:nvSpPr>
          <p:cNvPr id="249" name="Google Shape;249;p16"/>
          <p:cNvSpPr txBox="1"/>
          <p:nvPr>
            <p:ph idx="1" type="body"/>
          </p:nvPr>
        </p:nvSpPr>
        <p:spPr>
          <a:xfrm>
            <a:off x="457200" y="1600200"/>
            <a:ext cx="8178800" cy="4724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Times New Roman"/>
              <a:buChar char="•"/>
            </a:pPr>
            <a:r>
              <a:rPr b="0" i="0" lang="en-US" sz="32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When two parties communicate …</a:t>
            </a:r>
            <a:endParaRPr/>
          </a:p>
          <a:p>
            <a:pPr indent="-285750" lvl="1" marL="742950" rtl="0" algn="l">
              <a:lnSpc>
                <a:spcPct val="90000"/>
              </a:lnSpc>
              <a:spcBef>
                <a:spcPts val="19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imes New Roman"/>
              <a:buChar char="–"/>
            </a:pPr>
            <a:r>
              <a:rPr b="0" i="0" lang="en-US" sz="28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Their software usually handles the details</a:t>
            </a:r>
            <a:endParaRPr/>
          </a:p>
          <a:p>
            <a:pPr indent="-285750" lvl="1" marL="742950" rtl="0" algn="l">
              <a:lnSpc>
                <a:spcPct val="90000"/>
              </a:lnSpc>
              <a:spcBef>
                <a:spcPts val="19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imes New Roman"/>
              <a:buChar char="–"/>
            </a:pPr>
            <a:r>
              <a:rPr b="0" i="0" lang="en-US" sz="28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First, negotiate security methods</a:t>
            </a:r>
            <a:endParaRPr/>
          </a:p>
          <a:p>
            <a:pPr indent="-285750" lvl="1" marL="742950" rtl="0" algn="l">
              <a:lnSpc>
                <a:spcPct val="90000"/>
              </a:lnSpc>
              <a:spcBef>
                <a:spcPts val="19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imes New Roman"/>
              <a:buChar char="–"/>
            </a:pPr>
            <a:r>
              <a:rPr b="0" i="0" lang="en-US" sz="28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Then, authenticate one another</a:t>
            </a:r>
            <a:endParaRPr/>
          </a:p>
          <a:p>
            <a:pPr indent="-285750" lvl="1" marL="742950" rtl="0" algn="l">
              <a:lnSpc>
                <a:spcPct val="90000"/>
              </a:lnSpc>
              <a:spcBef>
                <a:spcPts val="19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imes New Roman"/>
              <a:buChar char="–"/>
            </a:pPr>
            <a:r>
              <a:rPr b="0" i="0" lang="en-US" sz="28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Then, exchange symmetric session key</a:t>
            </a:r>
            <a:endParaRPr/>
          </a:p>
          <a:p>
            <a:pPr indent="-285750" lvl="1" marL="742950" rtl="0" algn="l">
              <a:lnSpc>
                <a:spcPct val="90000"/>
              </a:lnSpc>
              <a:spcBef>
                <a:spcPts val="19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imes New Roman"/>
              <a:buChar char="–"/>
            </a:pPr>
            <a:r>
              <a:rPr b="0" i="0" lang="en-US" sz="28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Then can communicate securely using symmetric session key and message-by-message authentication</a:t>
            </a:r>
            <a:endParaRPr/>
          </a:p>
        </p:txBody>
      </p:sp>
      <p:pic>
        <p:nvPicPr>
          <p:cNvPr id="250" name="Google Shape;250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769350" y="6483350"/>
            <a:ext cx="304800" cy="304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5" name="Shape 2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" name="Google Shape;256;p17"/>
          <p:cNvSpPr txBox="1"/>
          <p:nvPr>
            <p:ph type="title"/>
          </p:nvPr>
        </p:nvSpPr>
        <p:spPr>
          <a:xfrm>
            <a:off x="685800" y="609600"/>
            <a:ext cx="77724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Font typeface="Times New Roman"/>
              <a:buNone/>
            </a:pPr>
            <a:r>
              <a:rPr b="0" i="0" lang="en-US" sz="4000" u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SSL Integrated Security System</a:t>
            </a:r>
            <a:endParaRPr/>
          </a:p>
        </p:txBody>
      </p:sp>
      <p:sp>
        <p:nvSpPr>
          <p:cNvPr id="257" name="Google Shape;257;p17"/>
          <p:cNvSpPr txBox="1"/>
          <p:nvPr>
            <p:ph idx="1" type="body"/>
          </p:nvPr>
        </p:nvSpPr>
        <p:spPr>
          <a:xfrm>
            <a:off x="685800" y="1981200"/>
            <a:ext cx="7772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imes New Roman"/>
              <a:buChar char="•"/>
            </a:pPr>
            <a:r>
              <a:rPr b="0" i="1" lang="en-US" sz="28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SSL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Char char="–"/>
            </a:pPr>
            <a:r>
              <a:rPr b="0" i="1" lang="en-US" sz="2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Secure Sockets Layer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Char char="–"/>
            </a:pPr>
            <a:r>
              <a:rPr b="0" i="0" lang="en-US" sz="2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Developed by Netscape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252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imes New Roman"/>
              <a:buChar char="•"/>
            </a:pPr>
            <a:r>
              <a:rPr b="0" i="0" lang="en-US" sz="28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TLS (now)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Char char="–"/>
            </a:pPr>
            <a:r>
              <a:rPr b="0" i="0" lang="en-US" sz="2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Netscape gave IETF control over SSL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Char char="–"/>
            </a:pPr>
            <a:r>
              <a:rPr b="0" i="0" lang="en-US" sz="2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IETF renamed it TLS (Transport Layer Security)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Char char="–"/>
            </a:pPr>
            <a:r>
              <a:rPr b="0" i="0" lang="en-US" sz="2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Usually still called SSL</a:t>
            </a:r>
            <a:endParaRPr/>
          </a:p>
        </p:txBody>
      </p:sp>
      <p:pic>
        <p:nvPicPr>
          <p:cNvPr id="258" name="Google Shape;258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769350" y="6483350"/>
            <a:ext cx="304800" cy="304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3" name="Shape 2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4" name="Google Shape;264;p18"/>
          <p:cNvSpPr txBox="1"/>
          <p:nvPr>
            <p:ph type="title"/>
          </p:nvPr>
        </p:nvSpPr>
        <p:spPr>
          <a:xfrm>
            <a:off x="685800" y="609600"/>
            <a:ext cx="77724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Times New Roman"/>
              <a:buNone/>
            </a:pPr>
            <a:r>
              <a:rPr b="0" i="0" lang="en-US" sz="4400" u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Location of SSL</a:t>
            </a:r>
            <a:endParaRPr/>
          </a:p>
        </p:txBody>
      </p:sp>
      <p:sp>
        <p:nvSpPr>
          <p:cNvPr id="265" name="Google Shape;265;p18"/>
          <p:cNvSpPr txBox="1"/>
          <p:nvPr>
            <p:ph idx="1" type="body"/>
          </p:nvPr>
        </p:nvSpPr>
        <p:spPr>
          <a:xfrm>
            <a:off x="685800" y="1981200"/>
            <a:ext cx="7772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Times New Roman"/>
              <a:buChar char="•"/>
            </a:pPr>
            <a:r>
              <a:rPr b="0" i="0" lang="en-US" sz="32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Below the Application Layer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imes New Roman"/>
              <a:buChar char="–"/>
            </a:pPr>
            <a:r>
              <a:rPr b="0" i="0" lang="en-US" sz="28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IETF views it at the transport layer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imes New Roman"/>
              <a:buChar char="–"/>
            </a:pPr>
            <a:r>
              <a:rPr b="0" i="0" lang="en-US" sz="28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Protects all application exchanges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imes New Roman"/>
              <a:buChar char="–"/>
            </a:pPr>
            <a:r>
              <a:rPr b="0" i="0" lang="en-US" sz="28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Not limited to any single application</a:t>
            </a:r>
            <a:endParaRPr/>
          </a:p>
          <a:p>
            <a:pPr indent="-228600" lvl="2" marL="114300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Char char="•"/>
            </a:pPr>
            <a:r>
              <a:rPr b="0" i="0" lang="en-US" sz="2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WWW transactions, e-mail, etc.</a:t>
            </a:r>
            <a:endParaRPr/>
          </a:p>
        </p:txBody>
      </p:sp>
      <p:sp>
        <p:nvSpPr>
          <p:cNvPr id="266" name="Google Shape;266;p18"/>
          <p:cNvSpPr txBox="1"/>
          <p:nvPr/>
        </p:nvSpPr>
        <p:spPr>
          <a:xfrm>
            <a:off x="1524000" y="5562600"/>
            <a:ext cx="2895600" cy="609600"/>
          </a:xfrm>
          <a:prstGeom prst="rect">
            <a:avLst/>
          </a:prstGeom>
          <a:solidFill>
            <a:schemeClr val="accent2"/>
          </a:solidFill>
          <a:ln cap="flat" cmpd="sng" w="9525">
            <a:solidFill>
              <a:schemeClr val="lt2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400"/>
              <a:buFont typeface="Tahoma"/>
              <a:buNone/>
            </a:pPr>
            <a:r>
              <a:rPr b="0" i="0" lang="en-US" sz="2400" u="none" cap="none" strike="noStrike">
                <a:solidFill>
                  <a:schemeClr val="lt2"/>
                </a:solidFill>
                <a:latin typeface="Tahoma"/>
                <a:ea typeface="Tahoma"/>
                <a:cs typeface="Tahoma"/>
                <a:sym typeface="Tahoma"/>
              </a:rPr>
              <a:t>SSL</a:t>
            </a:r>
            <a:endParaRPr/>
          </a:p>
        </p:txBody>
      </p:sp>
      <p:sp>
        <p:nvSpPr>
          <p:cNvPr id="267" name="Google Shape;267;p18"/>
          <p:cNvSpPr txBox="1"/>
          <p:nvPr/>
        </p:nvSpPr>
        <p:spPr>
          <a:xfrm>
            <a:off x="5257800" y="5562600"/>
            <a:ext cx="2895600" cy="609600"/>
          </a:xfrm>
          <a:prstGeom prst="rect">
            <a:avLst/>
          </a:prstGeom>
          <a:solidFill>
            <a:schemeClr val="accent2"/>
          </a:solidFill>
          <a:ln cap="flat" cmpd="sng" w="9525">
            <a:solidFill>
              <a:schemeClr val="lt2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400"/>
              <a:buFont typeface="Tahoma"/>
              <a:buNone/>
            </a:pPr>
            <a:r>
              <a:rPr b="0" i="0" lang="en-US" sz="2400" u="none" cap="none" strike="noStrike">
                <a:solidFill>
                  <a:schemeClr val="lt2"/>
                </a:solidFill>
                <a:latin typeface="Tahoma"/>
                <a:ea typeface="Tahoma"/>
                <a:cs typeface="Tahoma"/>
                <a:sym typeface="Tahoma"/>
              </a:rPr>
              <a:t>SSL</a:t>
            </a:r>
            <a:endParaRPr/>
          </a:p>
        </p:txBody>
      </p:sp>
      <p:cxnSp>
        <p:nvCxnSpPr>
          <p:cNvPr id="268" name="Google Shape;268;p18"/>
          <p:cNvCxnSpPr/>
          <p:nvPr/>
        </p:nvCxnSpPr>
        <p:spPr>
          <a:xfrm>
            <a:off x="4572000" y="5943600"/>
            <a:ext cx="533400" cy="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miter lim="800000"/>
            <a:headEnd len="med" w="med" type="triangle"/>
            <a:tailEnd len="med" w="med" type="triangle"/>
          </a:ln>
        </p:spPr>
      </p:cxnSp>
      <p:sp>
        <p:nvSpPr>
          <p:cNvPr id="269" name="Google Shape;269;p18"/>
          <p:cNvSpPr txBox="1"/>
          <p:nvPr/>
        </p:nvSpPr>
        <p:spPr>
          <a:xfrm>
            <a:off x="1524000" y="4800600"/>
            <a:ext cx="1295400" cy="609600"/>
          </a:xfrm>
          <a:prstGeom prst="rect">
            <a:avLst/>
          </a:prstGeom>
          <a:solidFill>
            <a:srgbClr val="FFFF99"/>
          </a:solidFill>
          <a:ln cap="flat" cmpd="sng" w="9525">
            <a:solidFill>
              <a:schemeClr val="lt2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400"/>
              <a:buFont typeface="Tahoma"/>
              <a:buNone/>
            </a:pPr>
            <a:r>
              <a:rPr b="0" i="0" lang="en-US" sz="2400" u="none" cap="none" strike="noStrike">
                <a:solidFill>
                  <a:schemeClr val="lt2"/>
                </a:solidFill>
                <a:latin typeface="Tahoma"/>
                <a:ea typeface="Tahoma"/>
                <a:cs typeface="Tahoma"/>
                <a:sym typeface="Tahoma"/>
              </a:rPr>
              <a:t>E-Mail</a:t>
            </a:r>
            <a:endParaRPr/>
          </a:p>
        </p:txBody>
      </p:sp>
      <p:sp>
        <p:nvSpPr>
          <p:cNvPr id="270" name="Google Shape;270;p18"/>
          <p:cNvSpPr txBox="1"/>
          <p:nvPr/>
        </p:nvSpPr>
        <p:spPr>
          <a:xfrm>
            <a:off x="3124200" y="4800600"/>
            <a:ext cx="1295400" cy="609600"/>
          </a:xfrm>
          <a:prstGeom prst="rect">
            <a:avLst/>
          </a:prstGeom>
          <a:solidFill>
            <a:srgbClr val="FFFF99"/>
          </a:solidFill>
          <a:ln cap="flat" cmpd="sng" w="9525">
            <a:solidFill>
              <a:schemeClr val="lt2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400"/>
              <a:buFont typeface="Tahoma"/>
              <a:buNone/>
            </a:pPr>
            <a:r>
              <a:rPr b="0" i="0" lang="en-US" sz="2400" u="none" cap="none" strike="noStrike">
                <a:solidFill>
                  <a:schemeClr val="lt2"/>
                </a:solidFill>
                <a:latin typeface="Tahoma"/>
                <a:ea typeface="Tahoma"/>
                <a:cs typeface="Tahoma"/>
                <a:sym typeface="Tahoma"/>
              </a:rPr>
              <a:t>WWW</a:t>
            </a:r>
            <a:endParaRPr/>
          </a:p>
        </p:txBody>
      </p:sp>
      <p:sp>
        <p:nvSpPr>
          <p:cNvPr id="271" name="Google Shape;271;p18"/>
          <p:cNvSpPr txBox="1"/>
          <p:nvPr/>
        </p:nvSpPr>
        <p:spPr>
          <a:xfrm>
            <a:off x="5257800" y="4800600"/>
            <a:ext cx="1295400" cy="609600"/>
          </a:xfrm>
          <a:prstGeom prst="rect">
            <a:avLst/>
          </a:prstGeom>
          <a:solidFill>
            <a:srgbClr val="FFFF99"/>
          </a:solidFill>
          <a:ln cap="flat" cmpd="sng" w="9525">
            <a:solidFill>
              <a:schemeClr val="lt2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400"/>
              <a:buFont typeface="Tahoma"/>
              <a:buNone/>
            </a:pPr>
            <a:r>
              <a:rPr b="0" i="0" lang="en-US" sz="2400" u="none" cap="none" strike="noStrike">
                <a:solidFill>
                  <a:schemeClr val="lt2"/>
                </a:solidFill>
                <a:latin typeface="Tahoma"/>
                <a:ea typeface="Tahoma"/>
                <a:cs typeface="Tahoma"/>
                <a:sym typeface="Tahoma"/>
              </a:rPr>
              <a:t>E-Mail</a:t>
            </a:r>
            <a:endParaRPr/>
          </a:p>
        </p:txBody>
      </p:sp>
      <p:sp>
        <p:nvSpPr>
          <p:cNvPr id="272" name="Google Shape;272;p18"/>
          <p:cNvSpPr txBox="1"/>
          <p:nvPr/>
        </p:nvSpPr>
        <p:spPr>
          <a:xfrm>
            <a:off x="6858000" y="4800600"/>
            <a:ext cx="1295400" cy="609600"/>
          </a:xfrm>
          <a:prstGeom prst="rect">
            <a:avLst/>
          </a:prstGeom>
          <a:solidFill>
            <a:srgbClr val="FFFF99"/>
          </a:solidFill>
          <a:ln cap="flat" cmpd="sng" w="9525">
            <a:solidFill>
              <a:schemeClr val="lt2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400"/>
              <a:buFont typeface="Tahoma"/>
              <a:buNone/>
            </a:pPr>
            <a:r>
              <a:rPr b="0" i="0" lang="en-US" sz="2400" u="none" cap="none" strike="noStrike">
                <a:solidFill>
                  <a:schemeClr val="lt2"/>
                </a:solidFill>
                <a:latin typeface="Tahoma"/>
                <a:ea typeface="Tahoma"/>
                <a:cs typeface="Tahoma"/>
                <a:sym typeface="Tahoma"/>
              </a:rPr>
              <a:t>WWW</a:t>
            </a:r>
            <a:endParaRPr/>
          </a:p>
        </p:txBody>
      </p:sp>
      <p:cxnSp>
        <p:nvCxnSpPr>
          <p:cNvPr id="273" name="Google Shape;273;p18"/>
          <p:cNvCxnSpPr/>
          <p:nvPr/>
        </p:nvCxnSpPr>
        <p:spPr>
          <a:xfrm>
            <a:off x="3581400" y="5334000"/>
            <a:ext cx="304800" cy="457200"/>
          </a:xfrm>
          <a:prstGeom prst="straightConnector1">
            <a:avLst/>
          </a:prstGeom>
          <a:noFill/>
          <a:ln cap="flat" cmpd="sng" w="57150">
            <a:solidFill>
              <a:schemeClr val="accent1"/>
            </a:solidFill>
            <a:prstDash val="solid"/>
            <a:miter lim="800000"/>
            <a:headEnd len="med" w="med" type="none"/>
            <a:tailEnd len="med" w="med" type="none"/>
          </a:ln>
        </p:spPr>
      </p:cxnSp>
      <p:cxnSp>
        <p:nvCxnSpPr>
          <p:cNvPr id="274" name="Google Shape;274;p18"/>
          <p:cNvCxnSpPr/>
          <p:nvPr/>
        </p:nvCxnSpPr>
        <p:spPr>
          <a:xfrm>
            <a:off x="3886200" y="5791200"/>
            <a:ext cx="2438400" cy="0"/>
          </a:xfrm>
          <a:prstGeom prst="straightConnector1">
            <a:avLst/>
          </a:prstGeom>
          <a:noFill/>
          <a:ln cap="flat" cmpd="sng" w="57150">
            <a:solidFill>
              <a:schemeClr val="accent1"/>
            </a:solidFill>
            <a:prstDash val="solid"/>
            <a:miter lim="800000"/>
            <a:headEnd len="med" w="med" type="none"/>
            <a:tailEnd len="med" w="med" type="none"/>
          </a:ln>
        </p:spPr>
      </p:cxnSp>
      <p:cxnSp>
        <p:nvCxnSpPr>
          <p:cNvPr id="275" name="Google Shape;275;p18"/>
          <p:cNvCxnSpPr/>
          <p:nvPr/>
        </p:nvCxnSpPr>
        <p:spPr>
          <a:xfrm flipH="1" rot="10800000">
            <a:off x="6324600" y="5105400"/>
            <a:ext cx="685800" cy="685800"/>
          </a:xfrm>
          <a:prstGeom prst="straightConnector1">
            <a:avLst/>
          </a:prstGeom>
          <a:noFill/>
          <a:ln cap="flat" cmpd="sng" w="57150">
            <a:solidFill>
              <a:schemeClr val="accent1"/>
            </a:solidFill>
            <a:prstDash val="solid"/>
            <a:miter lim="800000"/>
            <a:headEnd len="med" w="med" type="none"/>
            <a:tailEnd len="med" w="med" type="triangle"/>
          </a:ln>
        </p:spPr>
      </p:cxnSp>
      <p:pic>
        <p:nvPicPr>
          <p:cNvPr id="276" name="Google Shape;276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769350" y="6483350"/>
            <a:ext cx="304800" cy="304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1" name="Shape 2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2" name="Google Shape;282;p19"/>
          <p:cNvSpPr txBox="1"/>
          <p:nvPr>
            <p:ph type="title"/>
          </p:nvPr>
        </p:nvSpPr>
        <p:spPr>
          <a:xfrm>
            <a:off x="685800" y="609600"/>
            <a:ext cx="77724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Times New Roman"/>
              <a:buNone/>
            </a:pPr>
            <a:r>
              <a:rPr b="0" i="0" lang="en-US" sz="4400" u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SSL Operation</a:t>
            </a:r>
            <a:endParaRPr/>
          </a:p>
        </p:txBody>
      </p:sp>
      <p:sp>
        <p:nvSpPr>
          <p:cNvPr id="283" name="Google Shape;283;p19"/>
          <p:cNvSpPr txBox="1"/>
          <p:nvPr>
            <p:ph idx="1" type="body"/>
          </p:nvPr>
        </p:nvSpPr>
        <p:spPr>
          <a:xfrm>
            <a:off x="457200" y="1600200"/>
            <a:ext cx="8178800" cy="4724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Times New Roman"/>
              <a:buChar char="•"/>
            </a:pPr>
            <a:r>
              <a:rPr b="0" i="0" lang="en-US" sz="32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Browser &amp; Webserver Software Implement SSL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imes New Roman"/>
              <a:buChar char="–"/>
            </a:pPr>
            <a:r>
              <a:rPr b="0" i="0" lang="en-US" sz="28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User can be unaware</a:t>
            </a:r>
            <a:endParaRPr/>
          </a:p>
        </p:txBody>
      </p:sp>
      <p:pic>
        <p:nvPicPr>
          <p:cNvPr id="284" name="Google Shape;284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769350" y="6483350"/>
            <a:ext cx="304800" cy="304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9" name="Shape 2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0" name="Google Shape;290;p20"/>
          <p:cNvSpPr txBox="1"/>
          <p:nvPr>
            <p:ph type="title"/>
          </p:nvPr>
        </p:nvSpPr>
        <p:spPr>
          <a:xfrm>
            <a:off x="685800" y="609600"/>
            <a:ext cx="77724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Times New Roman"/>
              <a:buNone/>
            </a:pPr>
            <a:r>
              <a:rPr b="0" i="0" lang="en-US" sz="4400" u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SSL Operation</a:t>
            </a:r>
            <a:endParaRPr/>
          </a:p>
        </p:txBody>
      </p:sp>
      <p:sp>
        <p:nvSpPr>
          <p:cNvPr id="291" name="Google Shape;291;p20"/>
          <p:cNvSpPr txBox="1"/>
          <p:nvPr>
            <p:ph idx="1" type="body"/>
          </p:nvPr>
        </p:nvSpPr>
        <p:spPr>
          <a:xfrm>
            <a:off x="457200" y="1600200"/>
            <a:ext cx="8178800" cy="4648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Times New Roman"/>
              <a:buChar char="•"/>
            </a:pPr>
            <a:r>
              <a:rPr b="0" i="0" lang="en-US" sz="32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SSL ISS Process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imes New Roman"/>
              <a:buChar char="–"/>
            </a:pPr>
            <a:r>
              <a:rPr b="0" i="0" lang="en-US" sz="28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Two sides negotiate security parameters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imes New Roman"/>
              <a:buChar char="–"/>
            </a:pPr>
            <a:r>
              <a:rPr b="0" i="0" lang="en-US" sz="28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Webserver authenticates itself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imes New Roman"/>
              <a:buChar char="–"/>
            </a:pPr>
            <a:r>
              <a:rPr b="0" i="0" lang="en-US" sz="28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Browser may authenticate itself but rarely does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imes New Roman"/>
              <a:buChar char="–"/>
            </a:pPr>
            <a:r>
              <a:rPr b="0" i="0" lang="en-US" sz="28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Browser selects a symmetric session key, sends to webserver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imes New Roman"/>
              <a:buChar char="–"/>
            </a:pPr>
            <a:r>
              <a:rPr b="0" i="0" lang="en-US" sz="28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Adds a digital signature and encrypts all messages with the symmetric key</a:t>
            </a:r>
            <a:endParaRPr/>
          </a:p>
        </p:txBody>
      </p:sp>
      <p:pic>
        <p:nvPicPr>
          <p:cNvPr id="292" name="Google Shape;292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769350" y="6483350"/>
            <a:ext cx="304800" cy="304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7" name="Shape 2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8" name="Google Shape;298;p21"/>
          <p:cNvSpPr txBox="1"/>
          <p:nvPr>
            <p:ph type="title"/>
          </p:nvPr>
        </p:nvSpPr>
        <p:spPr>
          <a:xfrm>
            <a:off x="685800" y="609600"/>
            <a:ext cx="77724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Times New Roman"/>
              <a:buNone/>
            </a:pPr>
            <a:r>
              <a:rPr b="0" i="0" lang="en-US" sz="4400" u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Importance of SSL</a:t>
            </a:r>
            <a:endParaRPr/>
          </a:p>
        </p:txBody>
      </p:sp>
      <p:sp>
        <p:nvSpPr>
          <p:cNvPr id="299" name="Google Shape;299;p21"/>
          <p:cNvSpPr txBox="1"/>
          <p:nvPr>
            <p:ph idx="1" type="body"/>
          </p:nvPr>
        </p:nvSpPr>
        <p:spPr>
          <a:xfrm>
            <a:off x="457200" y="1600200"/>
            <a:ext cx="8178800" cy="4648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Times New Roman"/>
              <a:buChar char="•"/>
            </a:pPr>
            <a:r>
              <a:rPr b="0" i="0" lang="en-US" sz="32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Supported by Almost All Browsers</a:t>
            </a:r>
            <a:endParaRPr/>
          </a:p>
          <a:p>
            <a:pPr indent="-285750" lvl="1" marL="742950" rtl="0" algn="l">
              <a:lnSpc>
                <a:spcPct val="9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imes New Roman"/>
              <a:buChar char="–"/>
            </a:pPr>
            <a:r>
              <a:rPr b="0" i="0" lang="en-US" sz="28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 facto standard for Internet application security</a:t>
            </a:r>
            <a:endParaRPr/>
          </a:p>
          <a:p>
            <a:pPr indent="-342900" lvl="0" marL="342900" rtl="0" algn="l">
              <a:lnSpc>
                <a:spcPct val="9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Times New Roman"/>
              <a:buChar char="•"/>
            </a:pPr>
            <a:r>
              <a:rPr b="0" i="0" lang="en-US" sz="32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Problems</a:t>
            </a:r>
            <a:endParaRPr/>
          </a:p>
          <a:p>
            <a:pPr indent="-285750" lvl="1" marL="742950" rtl="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imes New Roman"/>
              <a:buChar char="–"/>
            </a:pPr>
            <a:r>
              <a:rPr b="0" i="0" lang="en-US" sz="28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Relatively weak security</a:t>
            </a:r>
            <a:endParaRPr/>
          </a:p>
          <a:p>
            <a:pPr indent="-285750" lvl="1" marL="742950" rtl="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imes New Roman"/>
              <a:buChar char="–"/>
            </a:pPr>
            <a:r>
              <a:rPr b="0" i="0" lang="en-US" sz="28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Does not involve security on merchant server</a:t>
            </a:r>
            <a:endParaRPr/>
          </a:p>
          <a:p>
            <a:pPr indent="-285750" lvl="1" marL="742950" rtl="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imes New Roman"/>
              <a:buChar char="–"/>
            </a:pPr>
            <a:r>
              <a:rPr b="0" i="0" lang="en-US" sz="28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Does not validate credit card numbers</a:t>
            </a:r>
            <a:endParaRPr/>
          </a:p>
          <a:p>
            <a:pPr indent="-285750" lvl="1" marL="742950" rtl="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imes New Roman"/>
              <a:buChar char="–"/>
            </a:pPr>
            <a:r>
              <a:rPr b="0" i="0" lang="en-US" sz="28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Viewed as an available but temporary approach to consumer security</a:t>
            </a:r>
            <a:endParaRPr/>
          </a:p>
        </p:txBody>
      </p:sp>
      <p:pic>
        <p:nvPicPr>
          <p:cNvPr id="300" name="Google Shape;300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769350" y="6483350"/>
            <a:ext cx="304800" cy="304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5" name="Shape 3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6" name="Google Shape;306;p22"/>
          <p:cNvSpPr txBox="1"/>
          <p:nvPr>
            <p:ph type="title"/>
          </p:nvPr>
        </p:nvSpPr>
        <p:spPr>
          <a:xfrm>
            <a:off x="685800" y="609600"/>
            <a:ext cx="77724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Times New Roman"/>
              <a:buNone/>
            </a:pPr>
            <a:r>
              <a:rPr b="0" i="0" lang="en-US" sz="4400" u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Other ISSs</a:t>
            </a:r>
            <a:endParaRPr/>
          </a:p>
        </p:txBody>
      </p:sp>
      <p:sp>
        <p:nvSpPr>
          <p:cNvPr id="307" name="Google Shape;307;p22"/>
          <p:cNvSpPr txBox="1"/>
          <p:nvPr>
            <p:ph idx="1" type="body"/>
          </p:nvPr>
        </p:nvSpPr>
        <p:spPr>
          <a:xfrm>
            <a:off x="685800" y="1981200"/>
            <a:ext cx="7772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Times New Roman"/>
              <a:buChar char="•"/>
            </a:pPr>
            <a:r>
              <a:rPr b="0" i="0" lang="en-US" sz="32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SSL is merely an example integrated security system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Times New Roman"/>
              <a:buChar char="•"/>
            </a:pPr>
            <a:r>
              <a:rPr b="0" i="0" lang="en-US" sz="32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Many other ISSs exist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imes New Roman"/>
              <a:buChar char="–"/>
            </a:pPr>
            <a:r>
              <a:rPr b="0" i="0" lang="en-US" sz="28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IPsec PPP and PPTP Etc.</a:t>
            </a:r>
            <a:endParaRPr/>
          </a:p>
        </p:txBody>
      </p:sp>
      <p:pic>
        <p:nvPicPr>
          <p:cNvPr id="308" name="Google Shape;308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769350" y="6483350"/>
            <a:ext cx="304800" cy="304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3" name="Shape 3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4" name="Google Shape;314;p23"/>
          <p:cNvSpPr txBox="1"/>
          <p:nvPr>
            <p:ph type="title"/>
          </p:nvPr>
        </p:nvSpPr>
        <p:spPr>
          <a:xfrm>
            <a:off x="685800" y="609600"/>
            <a:ext cx="77724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Times New Roman"/>
              <a:buNone/>
            </a:pPr>
            <a:r>
              <a:rPr b="0" i="0" lang="en-US" sz="4400" u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Other ISSs</a:t>
            </a:r>
            <a:endParaRPr/>
          </a:p>
        </p:txBody>
      </p:sp>
      <p:sp>
        <p:nvSpPr>
          <p:cNvPr id="315" name="Google Shape;315;p23"/>
          <p:cNvSpPr txBox="1"/>
          <p:nvPr>
            <p:ph idx="1" type="body"/>
          </p:nvPr>
        </p:nvSpPr>
        <p:spPr>
          <a:xfrm>
            <a:off x="685800" y="1981200"/>
            <a:ext cx="7772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Times New Roman"/>
              <a:buChar char="•"/>
            </a:pPr>
            <a:r>
              <a:rPr b="0" i="0" lang="en-US" sz="32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All ISSs have the same general steps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224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imes New Roman"/>
              <a:buChar char="–"/>
            </a:pPr>
            <a:r>
              <a:rPr b="0" i="0" lang="en-US" sz="28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Negotiate security parameters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224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imes New Roman"/>
              <a:buChar char="–"/>
            </a:pPr>
            <a:r>
              <a:rPr b="0" i="0" lang="en-US" sz="28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Authenticate the partners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224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imes New Roman"/>
              <a:buChar char="–"/>
            </a:pPr>
            <a:r>
              <a:rPr b="0" i="0" lang="en-US" sz="28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Exchange a session key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224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imes New Roman"/>
              <a:buChar char="–"/>
            </a:pPr>
            <a:r>
              <a:rPr b="0" i="0" lang="en-US" sz="28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Communicate with message-by-message privacy, authentication, and message integrity</a:t>
            </a:r>
            <a:endParaRPr/>
          </a:p>
        </p:txBody>
      </p:sp>
      <p:pic>
        <p:nvPicPr>
          <p:cNvPr id="316" name="Google Shape;316;p2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769350" y="6483350"/>
            <a:ext cx="304800" cy="304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Default Design">
  <a:themeElements>
    <a:clrScheme name="Default Design 2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2001-08-26T22:41:29Z</dcterms:created>
  <dc:creator>Wayne Summers</dc:creator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TemplateType">
    <vt:i4>1</vt:i4>
  </property>
  <property fmtid="{D5CDD505-2E9C-101B-9397-08002B2CF9AE}" pid="3" name="GraphicType">
    <vt:i4>1</vt:i4>
  </property>
  <property fmtid="{D5CDD505-2E9C-101B-9397-08002B2CF9AE}" pid="4" name="Compression">
    <vt:i4>100</vt:i4>
  </property>
  <property fmtid="{D5CDD505-2E9C-101B-9397-08002B2CF9AE}" pid="5" name="ScreenSize">
    <vt:i4>1</vt:i4>
  </property>
  <property fmtid="{D5CDD505-2E9C-101B-9397-08002B2CF9AE}" pid="6" name="ScreenUsage">
    <vt:i4>1</vt:i4>
  </property>
  <property fmtid="{D5CDD505-2E9C-101B-9397-08002B2CF9AE}" pid="7" name="MailAddress">
    <vt:lpstr>wsummers@cs.nmhu.edu</vt:lpstr>
  </property>
  <property fmtid="{D5CDD505-2E9C-101B-9397-08002B2CF9AE}" pid="8" name="HomePage">
    <vt:lpstr>http://jaring.nmhu.edu</vt:lpstr>
  </property>
  <property fmtid="{D5CDD505-2E9C-101B-9397-08002B2CF9AE}" pid="9" name="Other">
    <vt:lpstr/>
  </property>
  <property fmtid="{D5CDD505-2E9C-101B-9397-08002B2CF9AE}" pid="10" name="DownloadOriginal">
    <vt:bool>false</vt:bool>
  </property>
  <property fmtid="{D5CDD505-2E9C-101B-9397-08002B2CF9AE}" pid="11" name="DownloadIEButton">
    <vt:bool>false</vt:bool>
  </property>
  <property fmtid="{D5CDD505-2E9C-101B-9397-08002B2CF9AE}" pid="12" name="UseBrowserColor">
    <vt:bool>true</vt:bool>
  </property>
  <property fmtid="{D5CDD505-2E9C-101B-9397-08002B2CF9AE}" pid="13" name="BackColor">
    <vt:i4>15132390</vt:i4>
  </property>
  <property fmtid="{D5CDD505-2E9C-101B-9397-08002B2CF9AE}" pid="14" name="TextColor">
    <vt:i4>0</vt:i4>
  </property>
  <property fmtid="{D5CDD505-2E9C-101B-9397-08002B2CF9AE}" pid="15" name="LinkColor">
    <vt:i4>16711782</vt:i4>
  </property>
  <property fmtid="{D5CDD505-2E9C-101B-9397-08002B2CF9AE}" pid="16" name="VisitedColor">
    <vt:i4>10040268</vt:i4>
  </property>
  <property fmtid="{D5CDD505-2E9C-101B-9397-08002B2CF9AE}" pid="17" name="TransparentButton">
    <vt:i4>0</vt:i4>
  </property>
  <property fmtid="{D5CDD505-2E9C-101B-9397-08002B2CF9AE}" pid="18" name="ButtonType">
    <vt:i4>2</vt:i4>
  </property>
  <property fmtid="{D5CDD505-2E9C-101B-9397-08002B2CF9AE}" pid="19" name="ShowNotes">
    <vt:bool>false</vt:bool>
  </property>
  <property fmtid="{D5CDD505-2E9C-101B-9397-08002B2CF9AE}" pid="20" name="NavBtnPos">
    <vt:i4>3</vt:i4>
  </property>
  <property fmtid="{D5CDD505-2E9C-101B-9397-08002B2CF9AE}" pid="21" name="OutputDir">
    <vt:lpstr>H:\htdocs\NOTES\CS557\3c10</vt:lpstr>
  </property>
</Properties>
</file>