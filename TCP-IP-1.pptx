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792" name="Shape 792"/>
          <p:cNvSpPr/>
          <p:nvPr>
            <p:ph type="sldImg"/>
          </p:nvPr>
        </p:nvSpPr>
        <p:spPr>
          <a:xfrm>
            <a:off x="1143000" y="685800"/>
            <a:ext cx="4572000" cy="3429000"/>
          </a:xfrm>
          <a:prstGeom prst="rect">
            <a:avLst/>
          </a:prstGeom>
        </p:spPr>
        <p:txBody>
          <a:bodyPr/>
          <a:lstStyle/>
          <a:p>
            <a:pPr/>
          </a:p>
        </p:txBody>
      </p:sp>
      <p:sp>
        <p:nvSpPr>
          <p:cNvPr id="793" name="Shape 7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8" name="Shape 838"/>
          <p:cNvSpPr/>
          <p:nvPr>
            <p:ph type="sldImg"/>
          </p:nvPr>
        </p:nvSpPr>
        <p:spPr>
          <a:prstGeom prst="rect">
            <a:avLst/>
          </a:prstGeom>
        </p:spPr>
        <p:txBody>
          <a:bodyPr/>
          <a:lstStyle/>
          <a:p>
            <a:pPr/>
          </a:p>
        </p:txBody>
      </p:sp>
      <p:sp>
        <p:nvSpPr>
          <p:cNvPr id="839" name="Shape 839"/>
          <p:cNvSpPr/>
          <p:nvPr>
            <p:ph type="body" sz="quarter" idx="1"/>
          </p:nvPr>
        </p:nvSpPr>
        <p:spPr>
          <a:prstGeom prst="rect">
            <a:avLst/>
          </a:prstGeom>
        </p:spPr>
        <p:txBody>
          <a:bodyPr/>
          <a:lstStyle/>
          <a:p>
            <a:pPr>
              <a:lnSpc>
                <a:spcPct val="80000"/>
              </a:lnSpc>
              <a:spcBef>
                <a:spcPts val="700"/>
              </a:spcBef>
              <a:defRPr sz="2200">
                <a:latin typeface="Times Roman"/>
                <a:ea typeface="Times Roman"/>
                <a:cs typeface="Times Roman"/>
                <a:sym typeface="Times Roman"/>
              </a:defRPr>
            </a:pPr>
            <a:r>
              <a:t>The model divides the functions of a protocol into a series of layers. Each layer has the property that it only uses the functions of the layer below, and only exports functionality to the layer above. A system that implements protocol behaviour consisting of a series of these layers is known as a 'protocol stack' or 'stack'. Protocol stacks can be implemented either in hardware or software, or a mixture of both. Typically, only the lower layers are implemented in hardware, with the higher layers being implemented in software.</a:t>
            </a:r>
            <a:endParaRPr sz="1600"/>
          </a:p>
          <a:p>
            <a:pPr>
              <a:lnSpc>
                <a:spcPct val="80000"/>
              </a:lnSpc>
              <a:defRPr sz="1600"/>
            </a:pPr>
          </a:p>
          <a:p>
            <a:pPr>
              <a:lnSpc>
                <a:spcPct val="80000"/>
              </a:lnSpc>
              <a:spcBef>
                <a:spcPts val="500"/>
              </a:spcBef>
              <a:defRPr sz="1600"/>
            </a:pPr>
            <a:r>
              <a:t>Useful, but don’t take it too seriously... because in actuality, we only use a 4 layer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5" name="Shape 995"/>
          <p:cNvSpPr/>
          <p:nvPr>
            <p:ph type="sldImg"/>
          </p:nvPr>
        </p:nvSpPr>
        <p:spPr>
          <a:prstGeom prst="rect">
            <a:avLst/>
          </a:prstGeom>
        </p:spPr>
        <p:txBody>
          <a:bodyPr/>
          <a:lstStyle/>
          <a:p>
            <a:pPr/>
          </a:p>
        </p:txBody>
      </p:sp>
      <p:sp>
        <p:nvSpPr>
          <p:cNvPr id="996" name="Shape 996"/>
          <p:cNvSpPr/>
          <p:nvPr>
            <p:ph type="body" sz="quarter" idx="1"/>
          </p:nvPr>
        </p:nvSpPr>
        <p:spPr>
          <a:prstGeom prst="rect">
            <a:avLst/>
          </a:prstGeom>
        </p:spPr>
        <p:txBody>
          <a:bodyPr/>
          <a:lstStyle/>
          <a:p>
            <a:pPr>
              <a:spcBef>
                <a:spcPts val="600"/>
              </a:spcBef>
              <a:defRPr sz="1800"/>
            </a:pPr>
            <a:r>
              <a:t>TCP is a protocol that is built on TOP of IP’s basic best-effort datagram service...</a:t>
            </a:r>
          </a:p>
          <a:p>
            <a:pPr>
              <a:defRPr sz="1800"/>
            </a:pPr>
          </a:p>
          <a:p>
            <a:pPr>
              <a:spcBef>
                <a:spcPts val="600"/>
              </a:spcBef>
              <a:defRPr sz="1800"/>
            </a:pPr>
            <a:r>
              <a:t>TCP interfaces between network layer below and application layer above.  For example, FTP uses TCP which sits on IP wich might use the Ethernet...</a:t>
            </a:r>
          </a:p>
          <a:p>
            <a:pPr>
              <a:defRPr sz="1800"/>
            </a:pPr>
          </a:p>
          <a:p>
            <a:pPr>
              <a:spcBef>
                <a:spcPts val="600"/>
              </a:spcBef>
              <a:defRPr sz="1800"/>
            </a:pPr>
            <a:r>
              <a:t>TCP Packet (or Segment) is just the Data of the IP Packet... which in turn is the data of the Ethernet Packet!</a:t>
            </a:r>
          </a:p>
          <a:p>
            <a:pPr>
              <a:defRPr sz="1800"/>
            </a:pPr>
          </a:p>
          <a:p>
            <a:pPr>
              <a:spcBef>
                <a:spcPts val="600"/>
              </a:spcBef>
              <a:defRPr sz="1800"/>
            </a:pPr>
            <a:r>
              <a:t>It has these characteristics:</a:t>
            </a:r>
          </a:p>
          <a:p>
            <a:pPr>
              <a:defRPr sz="1800"/>
            </a:pPr>
          </a:p>
          <a:p>
            <a:pPr>
              <a:defRPr sz="1800"/>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0" name="Shape 1000"/>
          <p:cNvSpPr/>
          <p:nvPr>
            <p:ph type="sldImg"/>
          </p:nvPr>
        </p:nvSpPr>
        <p:spPr>
          <a:prstGeom prst="rect">
            <a:avLst/>
          </a:prstGeom>
        </p:spPr>
        <p:txBody>
          <a:bodyPr/>
          <a:lstStyle/>
          <a:p>
            <a:pPr/>
          </a:p>
        </p:txBody>
      </p:sp>
      <p:sp>
        <p:nvSpPr>
          <p:cNvPr id="1001" name="Shape 1001"/>
          <p:cNvSpPr/>
          <p:nvPr>
            <p:ph type="body" sz="quarter" idx="1"/>
          </p:nvPr>
        </p:nvSpPr>
        <p:spPr>
          <a:prstGeom prst="rect">
            <a:avLst/>
          </a:prstGeom>
        </p:spPr>
        <p:txBody>
          <a:bodyPr/>
          <a:lstStyle/>
          <a:p>
            <a:pPr>
              <a:lnSpc>
                <a:spcPct val="90000"/>
              </a:lnSpc>
              <a:spcBef>
                <a:spcPts val="500"/>
              </a:spcBef>
              <a:defRPr sz="1400"/>
            </a:pPr>
            <a:r>
              <a:t>First, it is connection-oriented, unlike IP.</a:t>
            </a:r>
          </a:p>
          <a:p>
            <a:pPr>
              <a:lnSpc>
                <a:spcPct val="90000"/>
              </a:lnSpc>
              <a:spcBef>
                <a:spcPts val="500"/>
              </a:spcBef>
              <a:defRPr sz="1400"/>
            </a:pPr>
            <a:r>
              <a:t>	IP, where each packet is conceptually separate... TCP packets are part of one connection</a:t>
            </a:r>
          </a:p>
          <a:p>
            <a:pPr>
              <a:lnSpc>
                <a:spcPct val="90000"/>
              </a:lnSpc>
              <a:spcBef>
                <a:spcPts val="500"/>
              </a:spcBef>
              <a:defRPr sz="1400"/>
            </a:pPr>
            <a:r>
              <a:t>	In Addition, the connection is two-way.  Software can write bytes to the connection, and it shows up other side.</a:t>
            </a:r>
          </a:p>
          <a:p>
            <a:pPr>
              <a:lnSpc>
                <a:spcPct val="90000"/>
              </a:lnSpc>
              <a:spcBef>
                <a:spcPts val="500"/>
              </a:spcBef>
              <a:defRPr sz="1400"/>
            </a:pPr>
            <a:r>
              <a:t>Second, it’s End-to-End Reliable</a:t>
            </a:r>
          </a:p>
          <a:p>
            <a:pPr>
              <a:lnSpc>
                <a:spcPct val="90000"/>
              </a:lnSpc>
              <a:spcBef>
                <a:spcPts val="500"/>
              </a:spcBef>
              <a:defRPr sz="1400"/>
            </a:pPr>
            <a:r>
              <a:t>	The destination will reassemble and error check packets</a:t>
            </a:r>
          </a:p>
          <a:p>
            <a:pPr>
              <a:lnSpc>
                <a:spcPct val="90000"/>
              </a:lnSpc>
              <a:spcBef>
                <a:spcPts val="500"/>
              </a:spcBef>
              <a:defRPr sz="1400"/>
            </a:pPr>
            <a:r>
              <a:t>	Lost, Corrupted packets will be resent by the sender</a:t>
            </a:r>
          </a:p>
          <a:p>
            <a:pPr>
              <a:lnSpc>
                <a:spcPct val="90000"/>
              </a:lnSpc>
              <a:spcBef>
                <a:spcPts val="500"/>
              </a:spcBef>
              <a:defRPr sz="1400"/>
            </a:pPr>
            <a:r>
              <a:t>Third, TCP provides illusion of continuous, byte stream from sender to recipient.  </a:t>
            </a:r>
          </a:p>
          <a:p>
            <a:pPr>
              <a:lnSpc>
                <a:spcPct val="90000"/>
              </a:lnSpc>
              <a:spcBef>
                <a:spcPts val="500"/>
              </a:spcBef>
              <a:defRPr sz="1400"/>
            </a:pPr>
            <a:r>
              <a:t>	Bytes written 1234 by the sender... will show up 1234 at the receiver</a:t>
            </a:r>
          </a:p>
          <a:p>
            <a:pPr>
              <a:lnSpc>
                <a:spcPct val="90000"/>
              </a:lnSpc>
              <a:spcBef>
                <a:spcPts val="500"/>
              </a:spcBef>
              <a:defRPr sz="1400"/>
            </a:pPr>
            <a:r>
              <a:t>Finally, TCP has Flow Control which means that</a:t>
            </a:r>
          </a:p>
          <a:p>
            <a:pPr>
              <a:lnSpc>
                <a:spcPct val="90000"/>
              </a:lnSpc>
              <a:spcBef>
                <a:spcPts val="500"/>
              </a:spcBef>
              <a:defRPr sz="1400"/>
            </a:pPr>
            <a:r>
              <a:t>	Sender wills slow down to a packet rate that the receiver and network can cope with.  The way it does this is with ACK packets.  Helps to share network capacity between users...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5" name="Shape 1005"/>
          <p:cNvSpPr/>
          <p:nvPr>
            <p:ph type="sldImg"/>
          </p:nvPr>
        </p:nvSpPr>
        <p:spPr>
          <a:prstGeom prst="rect">
            <a:avLst/>
          </a:prstGeom>
        </p:spPr>
        <p:txBody>
          <a:bodyPr/>
          <a:lstStyle/>
          <a:p>
            <a:pPr/>
          </a:p>
        </p:txBody>
      </p:sp>
      <p:sp>
        <p:nvSpPr>
          <p:cNvPr id="1006" name="Shape 1006"/>
          <p:cNvSpPr/>
          <p:nvPr>
            <p:ph type="body" sz="quarter" idx="1"/>
          </p:nvPr>
        </p:nvSpPr>
        <p:spPr>
          <a:prstGeom prst="rect">
            <a:avLst/>
          </a:prstGeom>
        </p:spPr>
        <p:txBody>
          <a:bodyPr/>
          <a:lstStyle/>
          <a:p>
            <a:pPr>
              <a:spcBef>
                <a:spcPts val="600"/>
              </a:spcBef>
              <a:defRPr sz="1800"/>
            </a:pPr>
            <a:r>
              <a:t>So first, how does it achieve the connection oriented characteristic?  </a:t>
            </a:r>
          </a:p>
          <a:p>
            <a:pPr>
              <a:defRPr sz="1800"/>
            </a:pPr>
          </a:p>
          <a:p>
            <a:pPr>
              <a:spcBef>
                <a:spcPts val="600"/>
              </a:spcBef>
              <a:defRPr sz="1800"/>
            </a:pPr>
            <a:r>
              <a:t>Through these three phases... Every TCP connection goes through these phases: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4" name="Shape 1124"/>
          <p:cNvSpPr/>
          <p:nvPr>
            <p:ph type="sldImg"/>
          </p:nvPr>
        </p:nvSpPr>
        <p:spPr>
          <a:prstGeom prst="rect">
            <a:avLst/>
          </a:prstGeom>
        </p:spPr>
        <p:txBody>
          <a:bodyPr/>
          <a:lstStyle/>
          <a:p>
            <a:pPr/>
          </a:p>
        </p:txBody>
      </p:sp>
      <p:sp>
        <p:nvSpPr>
          <p:cNvPr id="1125" name="Shape 1125"/>
          <p:cNvSpPr/>
          <p:nvPr>
            <p:ph type="body" sz="quarter" idx="1"/>
          </p:nvPr>
        </p:nvSpPr>
        <p:spPr>
          <a:prstGeom prst="rect">
            <a:avLst/>
          </a:prstGeom>
        </p:spPr>
        <p:txBody>
          <a:bodyPr/>
          <a:lstStyle>
            <a:lvl1pPr>
              <a:spcBef>
                <a:spcPts val="600"/>
              </a:spcBef>
              <a:defRPr sz="1800"/>
            </a:lvl1pPr>
          </a:lstStyle>
          <a:p>
            <a:pPr/>
            <a:r>
              <a:t>Data Transfer has the Byte-Stream characteristic... meaning that bytes written in a certain order on Host A will show up in the same order once put together at host B... how does this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2" name="Shape 1252"/>
          <p:cNvSpPr/>
          <p:nvPr>
            <p:ph type="sldImg"/>
          </p:nvPr>
        </p:nvSpPr>
        <p:spPr>
          <a:prstGeom prst="rect">
            <a:avLst/>
          </a:prstGeom>
        </p:spPr>
        <p:txBody>
          <a:bodyPr/>
          <a:lstStyle/>
          <a:p>
            <a:pPr/>
          </a:p>
        </p:txBody>
      </p:sp>
      <p:sp>
        <p:nvSpPr>
          <p:cNvPr id="1253" name="Shape 1253"/>
          <p:cNvSpPr/>
          <p:nvPr>
            <p:ph type="body" sz="quarter" idx="1"/>
          </p:nvPr>
        </p:nvSpPr>
        <p:spPr>
          <a:prstGeom prst="rect">
            <a:avLst/>
          </a:prstGeom>
        </p:spPr>
        <p:txBody>
          <a:bodyPr/>
          <a:lstStyle/>
          <a:p>
            <a:pPr>
              <a:spcBef>
                <a:spcPts val="600"/>
              </a:spcBef>
              <a:defRPr sz="1800"/>
            </a:pPr>
            <a:r>
              <a:t>TCP Segments...</a:t>
            </a:r>
          </a:p>
          <a:p>
            <a:pPr>
              <a:defRPr sz="1800"/>
            </a:pPr>
          </a:p>
          <a:p>
            <a:pPr>
              <a:spcBef>
                <a:spcPts val="600"/>
              </a:spcBef>
              <a:defRPr sz="1800"/>
            </a:pPr>
            <a:r>
              <a:t>Concept that we’ll talk about later called Sequence Numbers....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3" name="Shape 1363"/>
          <p:cNvSpPr/>
          <p:nvPr>
            <p:ph type="sldImg"/>
          </p:nvPr>
        </p:nvSpPr>
        <p:spPr>
          <a:prstGeom prst="rect">
            <a:avLst/>
          </a:prstGeom>
        </p:spPr>
        <p:txBody>
          <a:bodyPr/>
          <a:lstStyle/>
          <a:p>
            <a:pPr/>
          </a:p>
        </p:txBody>
      </p:sp>
      <p:sp>
        <p:nvSpPr>
          <p:cNvPr id="1364" name="Shape 1364"/>
          <p:cNvSpPr/>
          <p:nvPr>
            <p:ph type="body" sz="quarter" idx="1"/>
          </p:nvPr>
        </p:nvSpPr>
        <p:spPr>
          <a:prstGeom prst="rect">
            <a:avLst/>
          </a:prstGeom>
        </p:spPr>
        <p:txBody>
          <a:bodyPr/>
          <a:lstStyle/>
          <a:p>
            <a:pPr>
              <a:spcBef>
                <a:spcPts val="600"/>
              </a:spcBef>
              <a:defRPr sz="1800"/>
            </a:pPr>
            <a:r>
              <a:t>Provide Reliability Through Sequence Numbers</a:t>
            </a:r>
          </a:p>
          <a:p>
            <a:pPr>
              <a:spcBef>
                <a:spcPts val="600"/>
              </a:spcBef>
              <a:defRPr sz="1800"/>
            </a:pPr>
            <a:r>
              <a:t>Provides Byte-Stream Through Sequence Numbers....  3 2 4 1, reorganize to 1 2 3 4, and say ACK up until 4... </a:t>
            </a:r>
          </a:p>
          <a:p>
            <a:pPr>
              <a:spcBef>
                <a:spcPts val="600"/>
              </a:spcBef>
              <a:defRPr sz="1800"/>
            </a:pPr>
            <a:r>
              <a:t>Provide Flow Control Through Acknowledgement Segments &amp; In Flight Window</a:t>
            </a:r>
          </a:p>
          <a:p>
            <a:pPr>
              <a:spcBef>
                <a:spcPts val="600"/>
              </a:spcBef>
              <a:defRPr sz="1800"/>
            </a:pPr>
            <a:r>
              <a:t>If Sender notices slow network/host (lots of packets in flight, few acknowledged)... it will slow down....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5" name="Shape 1485"/>
          <p:cNvSpPr/>
          <p:nvPr>
            <p:ph type="sldImg"/>
          </p:nvPr>
        </p:nvSpPr>
        <p:spPr>
          <a:prstGeom prst="rect">
            <a:avLst/>
          </a:prstGeom>
        </p:spPr>
        <p:txBody>
          <a:bodyPr/>
          <a:lstStyle/>
          <a:p>
            <a:pPr/>
          </a:p>
        </p:txBody>
      </p:sp>
      <p:sp>
        <p:nvSpPr>
          <p:cNvPr id="1486" name="Shape 1486"/>
          <p:cNvSpPr/>
          <p:nvPr>
            <p:ph type="body" sz="quarter" idx="1"/>
          </p:nvPr>
        </p:nvSpPr>
        <p:spPr>
          <a:prstGeom prst="rect">
            <a:avLst/>
          </a:prstGeom>
        </p:spPr>
        <p:txBody>
          <a:bodyPr/>
          <a:lstStyle/>
          <a:p>
            <a:pPr>
              <a:spcBef>
                <a:spcPts val="600"/>
              </a:spcBef>
              <a:defRPr sz="1800"/>
            </a:pPr>
            <a:r>
              <a:t>In summary, TCP adds all these on top of IP... and hides it from the application via the TCP/IP Protocol Stack.... </a:t>
            </a:r>
          </a:p>
          <a:p>
            <a:pPr>
              <a:defRPr sz="1800"/>
            </a:pPr>
          </a:p>
          <a:p>
            <a:pPr>
              <a:spcBef>
                <a:spcPts val="600"/>
              </a:spcBef>
              <a:defRPr sz="1800"/>
            </a:pPr>
            <a:r>
              <a:t>The key is that each layer is a layer of abstraction.  The Application layer doesn’t know how the Transport Layer is implemented.... it only sees that the TCP Transport layer provides these 4 services...  The Transport Layer in Turn doesn’t know how the Network layer is implemented... it just knows it provides routing and addressing.  And so on and so forth...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3" name="Shape 1493"/>
          <p:cNvSpPr/>
          <p:nvPr>
            <p:ph type="sldImg"/>
          </p:nvPr>
        </p:nvSpPr>
        <p:spPr>
          <a:prstGeom prst="rect">
            <a:avLst/>
          </a:prstGeom>
        </p:spPr>
        <p:txBody>
          <a:bodyPr/>
          <a:lstStyle/>
          <a:p>
            <a:pPr/>
          </a:p>
        </p:txBody>
      </p:sp>
      <p:sp>
        <p:nvSpPr>
          <p:cNvPr id="1494" name="Shape 1494"/>
          <p:cNvSpPr/>
          <p:nvPr>
            <p:ph type="body" sz="quarter" idx="1"/>
          </p:nvPr>
        </p:nvSpPr>
        <p:spPr>
          <a:prstGeom prst="rect">
            <a:avLst/>
          </a:prstGeom>
        </p:spPr>
        <p:txBody>
          <a:bodyPr/>
          <a:lstStyle>
            <a:lvl1pPr>
              <a:spcBef>
                <a:spcPts val="600"/>
              </a:spcBef>
              <a:defRPr sz="1800"/>
            </a:lvl1pPr>
          </a:lstStyle>
          <a:p>
            <a:pPr/>
            <a:r>
              <a:t>Basically allows access to IP functionality without TCP overhead...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8" name="Shape 1498"/>
          <p:cNvSpPr/>
          <p:nvPr>
            <p:ph type="sldImg"/>
          </p:nvPr>
        </p:nvSpPr>
        <p:spPr>
          <a:prstGeom prst="rect">
            <a:avLst/>
          </a:prstGeom>
        </p:spPr>
        <p:txBody>
          <a:bodyPr/>
          <a:lstStyle/>
          <a:p>
            <a:pPr/>
          </a:p>
        </p:txBody>
      </p:sp>
      <p:sp>
        <p:nvSpPr>
          <p:cNvPr id="1499" name="Shape 1499"/>
          <p:cNvSpPr/>
          <p:nvPr>
            <p:ph type="body" sz="quarter" idx="1"/>
          </p:nvPr>
        </p:nvSpPr>
        <p:spPr>
          <a:prstGeom prst="rect">
            <a:avLst/>
          </a:prstGeom>
        </p:spPr>
        <p:txBody>
          <a:bodyPr/>
          <a:lstStyle/>
          <a:p>
            <a:pPr>
              <a:spcBef>
                <a:spcPts val="500"/>
              </a:spcBef>
              <a:defRPr sz="1600"/>
            </a:pPr>
            <a:r>
              <a:t>No connection establishment.... packets can show up at any time.... the App has to handle whether you are prepared for the incoming data or not...</a:t>
            </a:r>
          </a:p>
          <a:p>
            <a:pPr>
              <a:defRPr sz="1600"/>
            </a:pPr>
          </a:p>
          <a:p>
            <a:pPr>
              <a:spcBef>
                <a:spcPts val="500"/>
              </a:spcBef>
              <a:defRPr sz="1600"/>
            </a:pPr>
            <a:r>
              <a:t>Datagram.... means UDP packets are self contained no sequencing like in TCP</a:t>
            </a:r>
          </a:p>
          <a:p>
            <a:pPr>
              <a:defRPr sz="1600"/>
            </a:pPr>
          </a:p>
          <a:p>
            <a:pPr>
              <a:spcBef>
                <a:spcPts val="500"/>
              </a:spcBef>
              <a:defRPr sz="1600"/>
            </a:pPr>
            <a:r>
              <a:t>Unreliable like IP, no ACKs... no flow control, no automatic retransmission... </a:t>
            </a:r>
          </a:p>
          <a:p>
            <a:pPr>
              <a:defRPr sz="1600"/>
            </a:pPr>
          </a:p>
          <a:p>
            <a:pPr>
              <a:spcBef>
                <a:spcPts val="500"/>
              </a:spcBef>
              <a:defRPr sz="1600"/>
            </a:pPr>
            <a:r>
              <a:t>Adds checksumming the headers.... to prevent errors... Adds application multiplexing, to send the UDP packet to the correct service.  Both TCP and UDP perform this demultiplexing, and they use port numbers to do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Text, and 2 Conten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sz="half" idx="1"/>
          </p:nvPr>
        </p:nvSpPr>
        <p:spPr>
          <a:xfrm>
            <a:off x="457200" y="1600200"/>
            <a:ext cx="4038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Text, and Content">
    <p:spTree>
      <p:nvGrpSpPr>
        <p:cNvPr id="1" name=""/>
        <p:cNvGrpSpPr/>
        <p:nvPr/>
      </p:nvGrpSpPr>
      <p:grpSpPr>
        <a:xfrm>
          <a:off x="0" y="0"/>
          <a:ext cx="0" cy="0"/>
          <a:chOff x="0" y="0"/>
          <a:chExt cx="0" cy="0"/>
        </a:xfrm>
      </p:grpSpPr>
      <p:sp>
        <p:nvSpPr>
          <p:cNvPr id="101" name="Title Text"/>
          <p:cNvSpPr txBox="1"/>
          <p:nvPr>
            <p:ph type="title"/>
          </p:nvPr>
        </p:nvSpPr>
        <p:spPr>
          <a:prstGeom prst="rect">
            <a:avLst/>
          </a:prstGeom>
        </p:spPr>
        <p:txBody>
          <a:bodyPr/>
          <a:lstStyle/>
          <a:p>
            <a:pPr/>
            <a:r>
              <a:t>Title Text</a:t>
            </a:r>
          </a:p>
        </p:txBody>
      </p:sp>
      <p:sp>
        <p:nvSpPr>
          <p:cNvPr id="102" name="Body Level One…"/>
          <p:cNvSpPr txBox="1"/>
          <p:nvPr>
            <p:ph type="body" sz="half" idx="1"/>
          </p:nvPr>
        </p:nvSpPr>
        <p:spPr>
          <a:xfrm>
            <a:off x="457200" y="1600200"/>
            <a:ext cx="4038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0"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11"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12"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13"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14" name="TextBox 7"/>
          <p:cNvSpPr txBox="1"/>
          <p:nvPr/>
        </p:nvSpPr>
        <p:spPr>
          <a:xfrm>
            <a:off x="1828800" y="3168824"/>
            <a:ext cx="457200"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115" name="Title Text"/>
          <p:cNvSpPr txBox="1"/>
          <p:nvPr>
            <p:ph type="title"/>
          </p:nvPr>
        </p:nvSpPr>
        <p:spPr>
          <a:xfrm>
            <a:off x="777240" y="1219200"/>
            <a:ext cx="7543801" cy="2152650"/>
          </a:xfrm>
          <a:prstGeom prst="rect">
            <a:avLst/>
          </a:prstGeom>
        </p:spPr>
        <p:txBody>
          <a:bodyPr anchor="b"/>
          <a:lstStyle>
            <a:lvl1pPr algn="l">
              <a:defRPr sz="60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16" name="Body Level One…"/>
          <p:cNvSpPr txBox="1"/>
          <p:nvPr>
            <p:ph type="body" sz="quarter" idx="1"/>
          </p:nvPr>
        </p:nvSpPr>
        <p:spPr>
          <a:xfrm>
            <a:off x="2133600" y="3375490"/>
            <a:ext cx="6172200" cy="685801"/>
          </a:xfrm>
          <a:prstGeom prst="rect">
            <a:avLst/>
          </a:prstGeom>
        </p:spPr>
        <p:txBody>
          <a:bodyPr anchor="ctr"/>
          <a:lstStyle>
            <a:lvl1pPr marL="0" indent="0">
              <a:spcBef>
                <a:spcPts val="500"/>
              </a:spcBef>
              <a:buSzTx/>
              <a:buFontTx/>
              <a:buNone/>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0" indent="457200">
              <a:spcBef>
                <a:spcPts val="500"/>
              </a:spcBef>
              <a:buSzTx/>
              <a:buFontTx/>
              <a:buNone/>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0" indent="914400">
              <a:spcBef>
                <a:spcPts val="500"/>
              </a:spcBef>
              <a:buSzTx/>
              <a:buFontTx/>
              <a:buNone/>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0" indent="1371600">
              <a:spcBef>
                <a:spcPts val="500"/>
              </a:spcBef>
              <a:buSzTx/>
              <a:buFontTx/>
              <a:buNone/>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0" indent="1828800">
              <a:spcBef>
                <a:spcPts val="500"/>
              </a:spcBef>
              <a:buSzTx/>
              <a:buFontTx/>
              <a:buNone/>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117"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4"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25"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26"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27"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28" name="Body Level One…"/>
          <p:cNvSpPr txBox="1"/>
          <p:nvPr>
            <p:ph type="body" sz="half" idx="1"/>
          </p:nvPr>
        </p:nvSpPr>
        <p:spPr>
          <a:xfrm>
            <a:off x="2133600" y="685801"/>
            <a:ext cx="6096000" cy="3657599"/>
          </a:xfrm>
          <a:prstGeom prst="rect">
            <a:avLst/>
          </a:prstGeom>
        </p:spPr>
        <p:txBody>
          <a:bodyPr anchor="ctr"/>
          <a:lstStyle>
            <a:lvl1pPr marL="274320" indent="-256031">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667030" indent="-282982">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1066082" indent="-316274">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1451610" indent="-336042">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1748332" indent="-358444">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129"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30"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7"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38"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39"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40"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41" name="TextBox 7"/>
          <p:cNvSpPr txBox="1"/>
          <p:nvPr/>
        </p:nvSpPr>
        <p:spPr>
          <a:xfrm>
            <a:off x="4267200" y="4074497"/>
            <a:ext cx="457200"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142" name="Body Level One…"/>
          <p:cNvSpPr txBox="1"/>
          <p:nvPr>
            <p:ph type="body" sz="quarter" idx="1"/>
          </p:nvPr>
        </p:nvSpPr>
        <p:spPr>
          <a:xfrm>
            <a:off x="4572000" y="4267367"/>
            <a:ext cx="3733800" cy="731521"/>
          </a:xfrm>
          <a:prstGeom prst="rect">
            <a:avLst/>
          </a:prstGeom>
        </p:spPr>
        <p:txBody>
          <a:bodyPr anchor="ctr"/>
          <a:lstStyle>
            <a:lvl1pPr marL="0" indent="0">
              <a:spcBef>
                <a:spcPts val="400"/>
              </a:spcBef>
              <a:buSzTx/>
              <a:buFontTx/>
              <a:buNone/>
              <a:defRPr sz="18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0" indent="457200">
              <a:spcBef>
                <a:spcPts val="400"/>
              </a:spcBef>
              <a:buSzTx/>
              <a:buFontTx/>
              <a:buNone/>
              <a:defRPr sz="18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0" indent="914400">
              <a:spcBef>
                <a:spcPts val="400"/>
              </a:spcBef>
              <a:buSzTx/>
              <a:buFontTx/>
              <a:buNone/>
              <a:defRPr sz="18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0" indent="1371600">
              <a:spcBef>
                <a:spcPts val="400"/>
              </a:spcBef>
              <a:buSzTx/>
              <a:buFontTx/>
              <a:buNone/>
              <a:defRPr sz="18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0" indent="1828800">
              <a:spcBef>
                <a:spcPts val="400"/>
              </a:spcBef>
              <a:buSzTx/>
              <a:buFontTx/>
              <a:buNone/>
              <a:defRPr sz="18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143" name="Title Text"/>
          <p:cNvSpPr txBox="1"/>
          <p:nvPr>
            <p:ph type="title"/>
          </p:nvPr>
        </p:nvSpPr>
        <p:spPr>
          <a:xfrm>
            <a:off x="2286000" y="1905000"/>
            <a:ext cx="6035041" cy="2350008"/>
          </a:xfrm>
          <a:prstGeom prst="rect">
            <a:avLst/>
          </a:prstGeom>
        </p:spPr>
        <p:txBody>
          <a:bodyPr anchor="b"/>
          <a:lstStyle>
            <a:lvl1pPr algn="l">
              <a:defRPr sz="5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44"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1"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52"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53"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54"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55"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56" name="Body Level One…"/>
          <p:cNvSpPr txBox="1"/>
          <p:nvPr>
            <p:ph type="body" sz="quarter" idx="1"/>
          </p:nvPr>
        </p:nvSpPr>
        <p:spPr>
          <a:xfrm>
            <a:off x="1344167" y="658368"/>
            <a:ext cx="3273554" cy="3429001"/>
          </a:xfrm>
          <a:prstGeom prst="rect">
            <a:avLst/>
          </a:prstGeom>
        </p:spPr>
        <p:txBody>
          <a:bodyPr anchor="ctr"/>
          <a:lstStyle>
            <a:lvl1pPr marL="274320" indent="-256031">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667030" indent="-282982">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1066082" indent="-316274">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1451610" indent="-336042">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1748332" indent="-358444">
              <a:spcBef>
                <a:spcPts val="500"/>
              </a:spcBef>
              <a:buSzPct val="60000"/>
              <a:buFontTx/>
              <a:buChar char=""/>
              <a:defRPr sz="21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157"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4"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65"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66"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67"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68" name="Body Level One…"/>
          <p:cNvSpPr txBox="1"/>
          <p:nvPr>
            <p:ph type="body" sz="quarter" idx="1"/>
          </p:nvPr>
        </p:nvSpPr>
        <p:spPr>
          <a:xfrm>
            <a:off x="1341119" y="661976"/>
            <a:ext cx="3273554" cy="639763"/>
          </a:xfrm>
          <a:prstGeom prst="rect">
            <a:avLst/>
          </a:prstGeom>
        </p:spPr>
        <p:txBody>
          <a:bodyPr anchor="ctr"/>
          <a:lstStyle>
            <a:lvl1pPr marL="0" indent="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0" indent="45720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0" indent="91440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0" indent="137160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0" indent="182880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169" name="Text Placeholder 4"/>
          <p:cNvSpPr/>
          <p:nvPr>
            <p:ph type="body" sz="quarter" idx="21"/>
          </p:nvPr>
        </p:nvSpPr>
        <p:spPr>
          <a:xfrm>
            <a:off x="5029200" y="661976"/>
            <a:ext cx="3273553" cy="639763"/>
          </a:xfrm>
          <a:prstGeom prst="rect">
            <a:avLst/>
          </a:prstGeom>
        </p:spPr>
        <p:txBody>
          <a:bodyPr anchor="ctr"/>
          <a:lstStyle/>
          <a:p>
            <a:pPr marL="0" indent="0">
              <a:spcBef>
                <a:spcPts val="500"/>
              </a:spcBef>
              <a:buSzTx/>
              <a:buFontTx/>
              <a:buNone/>
              <a:defRPr sz="22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pPr>
          </a:p>
        </p:txBody>
      </p:sp>
      <p:sp>
        <p:nvSpPr>
          <p:cNvPr id="170" name="TextBox 12"/>
          <p:cNvSpPr txBox="1"/>
          <p:nvPr/>
        </p:nvSpPr>
        <p:spPr>
          <a:xfrm>
            <a:off x="1056639" y="520191"/>
            <a:ext cx="457201"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171" name="TextBox 17"/>
          <p:cNvSpPr txBox="1"/>
          <p:nvPr/>
        </p:nvSpPr>
        <p:spPr>
          <a:xfrm>
            <a:off x="4780279" y="520191"/>
            <a:ext cx="457201"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172"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73"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0"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81"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82"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83"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84"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185"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2"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93"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94"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95"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196"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3"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04"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05"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06"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07" name="TextBox 8"/>
          <p:cNvSpPr txBox="1"/>
          <p:nvPr/>
        </p:nvSpPr>
        <p:spPr>
          <a:xfrm>
            <a:off x="5328920" y="1774587"/>
            <a:ext cx="457201" cy="1219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208" name="Body Level One…"/>
          <p:cNvSpPr txBox="1"/>
          <p:nvPr>
            <p:ph type="body" sz="half" idx="1"/>
          </p:nvPr>
        </p:nvSpPr>
        <p:spPr>
          <a:xfrm>
            <a:off x="838200" y="685801"/>
            <a:ext cx="4343400" cy="3429001"/>
          </a:xfrm>
          <a:prstGeom prst="rect">
            <a:avLst/>
          </a:prstGeom>
        </p:spPr>
        <p:txBody>
          <a:bodyPr anchor="ctr"/>
          <a:lstStyle>
            <a:lvl1pPr marL="274320" indent="-256031">
              <a:spcBef>
                <a:spcPts val="500"/>
              </a:spcBef>
              <a:buSzPct val="60000"/>
              <a:buFontTx/>
              <a:buChar char=""/>
              <a:defRPr sz="2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663355" indent="-279307">
              <a:spcBef>
                <a:spcPts val="500"/>
              </a:spcBef>
              <a:buSzPct val="60000"/>
              <a:buFontTx/>
              <a:buChar char=""/>
              <a:defRPr sz="2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1057046" indent="-307238">
              <a:spcBef>
                <a:spcPts val="500"/>
              </a:spcBef>
              <a:buSzPct val="60000"/>
              <a:buFontTx/>
              <a:buChar char=""/>
              <a:defRPr sz="2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1456944" indent="-341376">
              <a:spcBef>
                <a:spcPts val="500"/>
              </a:spcBef>
              <a:buSzPct val="60000"/>
              <a:buFontTx/>
              <a:buChar char=""/>
              <a:defRPr sz="2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1731264" indent="-341376">
              <a:spcBef>
                <a:spcPts val="500"/>
              </a:spcBef>
              <a:buSzPct val="60000"/>
              <a:buFontTx/>
              <a:buChar char=""/>
              <a:defRPr sz="24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209" name="Text Placeholder 3"/>
          <p:cNvSpPr/>
          <p:nvPr>
            <p:ph type="body" sz="quarter" idx="21"/>
          </p:nvPr>
        </p:nvSpPr>
        <p:spPr>
          <a:xfrm>
            <a:off x="5715000" y="685801"/>
            <a:ext cx="2590800" cy="3429001"/>
          </a:xfrm>
          <a:prstGeom prst="rect">
            <a:avLst/>
          </a:prstGeom>
        </p:spPr>
        <p:txBody>
          <a:bodyPr anchor="ctr"/>
          <a:lstStyle/>
          <a:p>
            <a:pPr marL="0" indent="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pPr>
          </a:p>
        </p:txBody>
      </p:sp>
      <p:sp>
        <p:nvSpPr>
          <p:cNvPr id="210"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211"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8" name="Rectangle 6"/>
          <p:cNvSpPr/>
          <p:nvPr/>
        </p:nvSpPr>
        <p:spPr>
          <a:xfrm>
            <a:off x="0" y="0"/>
            <a:ext cx="9144000" cy="6858000"/>
          </a:xfrm>
          <a:prstGeom prst="rect">
            <a:avLst/>
          </a:prstGeom>
          <a:gradFill>
            <a:gsLst>
              <a:gs pos="0">
                <a:srgbClr val="504652">
                  <a:alpha val="36000"/>
                </a:srgbClr>
              </a:gs>
              <a:gs pos="100000">
                <a:srgbClr val="242852">
                  <a:alpha val="10000"/>
                </a:srgbClr>
              </a:gs>
            </a:gsLst>
            <a:lin ang="5400000"/>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19" name="Oval 7"/>
          <p:cNvSpPr/>
          <p:nvPr/>
        </p:nvSpPr>
        <p:spPr>
          <a:xfrm rot="19724275">
            <a:off x="1373221" y="1038439"/>
            <a:ext cx="7240621" cy="5706989"/>
          </a:xfrm>
          <a:prstGeom prst="ellipse">
            <a:avLst/>
          </a:prstGeom>
          <a:gradFill>
            <a:gsLst>
              <a:gs pos="0">
                <a:srgbClr val="C4BCC6">
                  <a:alpha val="7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20" name="Oval 8"/>
          <p:cNvSpPr/>
          <p:nvPr/>
        </p:nvSpPr>
        <p:spPr>
          <a:xfrm rot="17656910">
            <a:off x="-274211" y="1165874"/>
            <a:ext cx="5538473" cy="4480461"/>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21" name="Oval 9"/>
          <p:cNvSpPr/>
          <p:nvPr/>
        </p:nvSpPr>
        <p:spPr>
          <a:xfrm rot="19724275">
            <a:off x="3277954" y="116853"/>
            <a:ext cx="6479364" cy="4754760"/>
          </a:xfrm>
          <a:prstGeom prst="ellipse">
            <a:avLst/>
          </a:prstGeom>
          <a:gradFill>
            <a:gsLst>
              <a:gs pos="0">
                <a:srgbClr val="C4BCC6">
                  <a:alpha val="8000"/>
                </a:srgbClr>
              </a:gs>
              <a:gs pos="58000">
                <a:srgbClr val="242852">
                  <a:alpha val="0"/>
                </a:srgbClr>
              </a:gs>
            </a:gsLst>
            <a:path path="circle">
              <a:fillToRect l="37721" t="-19636" r="62278" b="119636"/>
            </a:path>
          </a:gradFill>
          <a:ln w="12700">
            <a:miter lim="400000"/>
          </a:ln>
        </p:spPr>
        <p:txBody>
          <a:bodyPr lIns="45719" rIns="45719" anchor="ctr"/>
          <a:lstStyle/>
          <a:p>
            <a:pPr algn="ctr">
              <a:defRPr>
                <a:solidFill>
                  <a:srgbClr val="FFFFFF"/>
                </a:solidFill>
                <a:latin typeface="Palatino Linotype"/>
                <a:ea typeface="Palatino Linotype"/>
                <a:cs typeface="Palatino Linotype"/>
                <a:sym typeface="Palatino Linotype"/>
              </a:defRPr>
            </a:pPr>
          </a:p>
        </p:txBody>
      </p:sp>
      <p:sp>
        <p:nvSpPr>
          <p:cNvPr id="222" name="Picture Placeholder 2"/>
          <p:cNvSpPr/>
          <p:nvPr>
            <p:ph type="pic" sz="half" idx="21"/>
          </p:nvPr>
        </p:nvSpPr>
        <p:spPr>
          <a:xfrm>
            <a:off x="1219200" y="612775"/>
            <a:ext cx="6705600" cy="2546986"/>
          </a:xfrm>
          <a:prstGeom prst="rect">
            <a:avLst/>
          </a:prstGeom>
          <a:effectLst>
            <a:outerShdw sx="100000" sy="100000" kx="0" ky="0" algn="b" rotWithShape="0" blurRad="152400" dist="317500" dir="5400000">
              <a:srgbClr val="000000">
                <a:alpha val="15000"/>
              </a:srgbClr>
            </a:outerShdw>
          </a:effectLst>
        </p:spPr>
        <p:txBody>
          <a:bodyPr lIns="91439" rIns="91439">
            <a:noAutofit/>
          </a:bodyPr>
          <a:lstStyle/>
          <a:p>
            <a:pPr/>
          </a:p>
        </p:txBody>
      </p:sp>
      <p:sp>
        <p:nvSpPr>
          <p:cNvPr id="223" name="Body Level One…"/>
          <p:cNvSpPr txBox="1"/>
          <p:nvPr>
            <p:ph type="body" sz="quarter" idx="1"/>
          </p:nvPr>
        </p:nvSpPr>
        <p:spPr>
          <a:xfrm>
            <a:off x="2743200" y="3453046"/>
            <a:ext cx="5029200" cy="720805"/>
          </a:xfrm>
          <a:prstGeom prst="rect">
            <a:avLst/>
          </a:prstGeom>
        </p:spPr>
        <p:txBody>
          <a:bodyPr anchor="ctr"/>
          <a:lstStyle>
            <a:lvl1pPr marL="0" indent="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vl2pPr marL="0" indent="45720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2pPr>
            <a:lvl3pPr marL="0" indent="91440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3pPr>
            <a:lvl4pPr marL="0" indent="137160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4pPr>
            <a:lvl5pPr marL="0" indent="1828800">
              <a:spcBef>
                <a:spcPts val="300"/>
              </a:spcBef>
              <a:buSzTx/>
              <a:buFontTx/>
              <a:buNone/>
              <a:defRPr sz="16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5pPr>
          </a:lstStyle>
          <a:p>
            <a:pPr/>
            <a:r>
              <a:t>Body Level One</a:t>
            </a:r>
          </a:p>
          <a:p>
            <a:pPr lvl="1"/>
            <a:r>
              <a:t>Body Level Two</a:t>
            </a:r>
          </a:p>
          <a:p>
            <a:pPr lvl="2"/>
            <a:r>
              <a:t>Body Level Three</a:t>
            </a:r>
          </a:p>
          <a:p>
            <a:pPr lvl="3"/>
            <a:r>
              <a:t>Body Level Four</a:t>
            </a:r>
          </a:p>
          <a:p>
            <a:pPr lvl="4"/>
            <a:r>
              <a:t>Body Level Five</a:t>
            </a:r>
          </a:p>
        </p:txBody>
      </p:sp>
      <p:sp>
        <p:nvSpPr>
          <p:cNvPr id="224" name="TextBox 8"/>
          <p:cNvSpPr txBox="1"/>
          <p:nvPr/>
        </p:nvSpPr>
        <p:spPr>
          <a:xfrm>
            <a:off x="2435351" y="3331464"/>
            <a:ext cx="457201"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a:t>
            </a:r>
          </a:p>
        </p:txBody>
      </p:sp>
      <p:sp>
        <p:nvSpPr>
          <p:cNvPr id="225" name="Title Text"/>
          <p:cNvSpPr txBox="1"/>
          <p:nvPr>
            <p:ph type="title"/>
          </p:nvPr>
        </p:nvSpPr>
        <p:spPr>
          <a:xfrm>
            <a:off x="777240" y="4876800"/>
            <a:ext cx="7543801" cy="914400"/>
          </a:xfrm>
          <a:prstGeom prst="rect">
            <a:avLst/>
          </a:prstGeom>
        </p:spPr>
        <p:txBody>
          <a:bodyPr anchor="b"/>
          <a:lstStyle>
            <a:lvl1pPr algn="l">
              <a:defRPr sz="4900">
                <a:solidFill>
                  <a:srgbClr val="FFFFFF"/>
                </a:solidFill>
                <a:effectLst>
                  <a:outerShdw sx="100000" sy="100000" kx="0" ky="0" algn="b" rotWithShape="0" blurRad="38100" dist="38100" dir="2700000">
                    <a:srgbClr val="000000">
                      <a:alpha val="43137"/>
                    </a:srgbClr>
                  </a:outerShdw>
                </a:effectLst>
                <a:latin typeface="Palatino Linotype"/>
                <a:ea typeface="Palatino Linotype"/>
                <a:cs typeface="Palatino Linotype"/>
                <a:sym typeface="Palatino Linotype"/>
              </a:defRPr>
            </a:lvl1pPr>
          </a:lstStyle>
          <a:p>
            <a:pPr/>
            <a:r>
              <a:t>Title Text</a:t>
            </a:r>
          </a:p>
        </p:txBody>
      </p:sp>
      <p:sp>
        <p:nvSpPr>
          <p:cNvPr id="226" name="Slide Number"/>
          <p:cNvSpPr txBox="1"/>
          <p:nvPr>
            <p:ph type="sldNum" sz="quarter" idx="2"/>
          </p:nvPr>
        </p:nvSpPr>
        <p:spPr>
          <a:xfrm>
            <a:off x="822960" y="5899912"/>
            <a:ext cx="221489" cy="246889"/>
          </a:xfrm>
          <a:prstGeom prst="rect">
            <a:avLst/>
          </a:prstGeom>
        </p:spPr>
        <p:txBody>
          <a:bodyPr lIns="9144" tIns="9144" rIns="9144" bIns="9144" anchor="b"/>
          <a:lstStyle>
            <a:lvl1pPr algn="l">
              <a:defRPr sz="1600">
                <a:solidFill>
                  <a:srgbClr val="FFFFFF">
                    <a:alpha val="60000"/>
                  </a:srgbClr>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3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23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3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4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4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5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5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6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6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6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6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7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7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27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7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8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8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9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29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29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0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0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30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1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31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2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2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3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3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4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4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4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5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5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35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5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6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6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7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7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7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8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38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38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8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9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39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39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0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0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0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1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1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1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2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2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2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2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3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3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43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3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4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4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5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5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5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6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6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46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6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7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47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7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8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8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8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9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49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49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0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0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0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0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1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1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51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1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2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2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3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3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3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4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4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54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4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5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55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5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6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6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6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7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7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7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8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8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8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8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59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59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59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9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0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0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1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1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1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2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2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62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2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3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63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3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4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4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4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5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5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5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6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6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6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6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7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7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67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7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8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8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9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69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69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0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0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70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0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13" name="Title Text"/>
          <p:cNvSpPr txBox="1"/>
          <p:nvPr>
            <p:ph type="title"/>
          </p:nvPr>
        </p:nvSpPr>
        <p:spPr>
          <a:xfrm>
            <a:off x="422030" y="1371600"/>
            <a:ext cx="8229601" cy="1828800"/>
          </a:xfrm>
          <a:prstGeom prst="rect">
            <a:avLst/>
          </a:prstGeom>
        </p:spPr>
        <p:txBody>
          <a:bodyPr lIns="0" tIns="0" rIns="0" bIns="0" anchor="b"/>
          <a:lstStyle>
            <a:lvl1pPr>
              <a:defRPr b="1" cap="all" sz="4800">
                <a:gradFill flip="none" rotWithShape="1">
                  <a:gsLst>
                    <a:gs pos="0">
                      <a:srgbClr val="EAD695"/>
                    </a:gs>
                    <a:gs pos="73000">
                      <a:srgbClr val="EAD695"/>
                    </a:gs>
                    <a:gs pos="100000">
                      <a:srgbClr val="E7D080"/>
                    </a:gs>
                  </a:gsLst>
                  <a:lin ang="4800000" scaled="0"/>
                </a:gradFill>
                <a:effectLst>
                  <a:outerShdw sx="100000" sy="100000" kx="0" ky="0" algn="b" rotWithShape="0" blurRad="127000" dist="200000" dir="2700000">
                    <a:srgbClr val="000000">
                      <a:alpha val="30000"/>
                    </a:srgbClr>
                  </a:outerShdw>
                </a:effectLst>
                <a:latin typeface="Lucida Sans"/>
                <a:ea typeface="Lucida Sans"/>
                <a:cs typeface="Lucida Sans"/>
                <a:sym typeface="Lucida Sans"/>
              </a:defRPr>
            </a:lvl1pPr>
          </a:lstStyle>
          <a:p>
            <a:pPr/>
            <a:r>
              <a:t>Title Text</a:t>
            </a:r>
          </a:p>
        </p:txBody>
      </p:sp>
      <p:sp>
        <p:nvSpPr>
          <p:cNvPr id="714" name="Body Level One…"/>
          <p:cNvSpPr txBox="1"/>
          <p:nvPr>
            <p:ph type="body" sz="quarter" idx="1"/>
          </p:nvPr>
        </p:nvSpPr>
        <p:spPr>
          <a:xfrm>
            <a:off x="1371600" y="3331698"/>
            <a:ext cx="6400800" cy="1752601"/>
          </a:xfrm>
          <a:prstGeom prst="rect">
            <a:avLst/>
          </a:prstGeom>
        </p:spPr>
        <p:txBody>
          <a:bodyPr/>
          <a:lstStyle>
            <a:lvl1pPr marL="0" indent="0" algn="ctr">
              <a:spcBef>
                <a:spcPts val="600"/>
              </a:spcBef>
              <a:buSzTx/>
              <a:buFontTx/>
              <a:buNone/>
              <a:defRPr sz="2800">
                <a:solidFill>
                  <a:srgbClr val="FFFFFF"/>
                </a:solidFill>
                <a:latin typeface="Book Antiqua"/>
                <a:ea typeface="Book Antiqua"/>
                <a:cs typeface="Book Antiqua"/>
                <a:sym typeface="Book Antiqua"/>
              </a:defRPr>
            </a:lvl1pPr>
            <a:lvl2pPr marL="0" indent="457200" algn="ctr">
              <a:spcBef>
                <a:spcPts val="600"/>
              </a:spcBef>
              <a:buSzTx/>
              <a:buFontTx/>
              <a:buNone/>
              <a:defRPr sz="2800">
                <a:solidFill>
                  <a:srgbClr val="FFFFFF"/>
                </a:solidFill>
                <a:latin typeface="Book Antiqua"/>
                <a:ea typeface="Book Antiqua"/>
                <a:cs typeface="Book Antiqua"/>
                <a:sym typeface="Book Antiqua"/>
              </a:defRPr>
            </a:lvl2pPr>
            <a:lvl3pPr marL="0" indent="914400" algn="ctr">
              <a:spcBef>
                <a:spcPts val="600"/>
              </a:spcBef>
              <a:buSzTx/>
              <a:buFontTx/>
              <a:buNone/>
              <a:defRPr sz="2800">
                <a:solidFill>
                  <a:srgbClr val="FFFFFF"/>
                </a:solidFill>
                <a:latin typeface="Book Antiqua"/>
                <a:ea typeface="Book Antiqua"/>
                <a:cs typeface="Book Antiqua"/>
                <a:sym typeface="Book Antiqua"/>
              </a:defRPr>
            </a:lvl3pPr>
            <a:lvl4pPr marL="0" indent="1371600" algn="ctr">
              <a:spcBef>
                <a:spcPts val="600"/>
              </a:spcBef>
              <a:buSzTx/>
              <a:buFontTx/>
              <a:buNone/>
              <a:defRPr sz="2800">
                <a:solidFill>
                  <a:srgbClr val="FFFFFF"/>
                </a:solidFill>
                <a:latin typeface="Book Antiqua"/>
                <a:ea typeface="Book Antiqua"/>
                <a:cs typeface="Book Antiqua"/>
                <a:sym typeface="Book Antiqua"/>
              </a:defRPr>
            </a:lvl4pPr>
            <a:lvl5pPr marL="0" indent="1828800" algn="ctr">
              <a:spcBef>
                <a:spcPts val="600"/>
              </a:spcBef>
              <a:buSzTx/>
              <a:buFontTx/>
              <a:buNone/>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15"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22"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23" name="Body Level One…"/>
          <p:cNvSpPr txBox="1"/>
          <p:nvPr>
            <p:ph type="body" idx="1"/>
          </p:nvPr>
        </p:nvSpPr>
        <p:spPr>
          <a:xfrm>
            <a:off x="457200" y="1600200"/>
            <a:ext cx="8229600" cy="4709160"/>
          </a:xfrm>
          <a:prstGeom prst="rect">
            <a:avLst/>
          </a:prstGeom>
        </p:spPr>
        <p:txBody>
          <a:bodyPr/>
          <a:lstStyle>
            <a:lvl1pPr marL="548640" indent="-411480">
              <a:spcBef>
                <a:spcPts val="600"/>
              </a:spcBef>
              <a:buClr>
                <a:srgbClr val="F9F9F9"/>
              </a:buClr>
              <a:buSzPct val="65000"/>
              <a:buFontTx/>
              <a:buChar char=""/>
              <a:defRPr sz="2800">
                <a:solidFill>
                  <a:srgbClr val="FFFFFF"/>
                </a:solidFill>
                <a:latin typeface="Book Antiqua"/>
                <a:ea typeface="Book Antiqua"/>
                <a:cs typeface="Book Antiqua"/>
                <a:sym typeface="Book Antiqua"/>
              </a:defRPr>
            </a:lvl1pPr>
            <a:lvl2pPr marL="915924" indent="-330708">
              <a:spcBef>
                <a:spcPts val="600"/>
              </a:spcBef>
              <a:buClr>
                <a:srgbClr val="F9F9F9"/>
              </a:buClr>
              <a:buSzPct val="80000"/>
              <a:buFontTx/>
              <a:buChar char="◼"/>
              <a:defRPr sz="2800">
                <a:solidFill>
                  <a:srgbClr val="FFFFFF"/>
                </a:solidFill>
                <a:latin typeface="Book Antiqua"/>
                <a:ea typeface="Book Antiqua"/>
                <a:cs typeface="Book Antiqua"/>
                <a:sym typeface="Book Antiqua"/>
              </a:defRPr>
            </a:lvl2pPr>
            <a:lvl3pPr marL="1196201" indent="-290945">
              <a:spcBef>
                <a:spcPts val="600"/>
              </a:spcBef>
              <a:buClr>
                <a:srgbClr val="F9F9F9"/>
              </a:buClr>
              <a:buSzPct val="95000"/>
              <a:buFontTx/>
              <a:buChar char="▫"/>
              <a:defRPr sz="2800">
                <a:solidFill>
                  <a:srgbClr val="FFFFFF"/>
                </a:solidFill>
                <a:latin typeface="Book Antiqua"/>
                <a:ea typeface="Book Antiqua"/>
                <a:cs typeface="Book Antiqua"/>
                <a:sym typeface="Book Antiqua"/>
              </a:defRPr>
            </a:lvl3pPr>
            <a:lvl4pPr marL="1426463" indent="-256032">
              <a:spcBef>
                <a:spcPts val="600"/>
              </a:spcBef>
              <a:buClr>
                <a:srgbClr val="F9F9F9"/>
              </a:buClr>
              <a:buFontTx/>
              <a:buChar char=""/>
              <a:defRPr sz="2800">
                <a:solidFill>
                  <a:srgbClr val="FFFFFF"/>
                </a:solidFill>
                <a:latin typeface="Book Antiqua"/>
                <a:ea typeface="Book Antiqua"/>
                <a:cs typeface="Book Antiqua"/>
                <a:sym typeface="Book Antiqua"/>
              </a:defRPr>
            </a:lvl4pPr>
            <a:lvl5pPr marL="1618488" indent="-256032">
              <a:spcBef>
                <a:spcPts val="600"/>
              </a:spcBef>
              <a:buClr>
                <a:srgbClr val="F9F9F9"/>
              </a:buClr>
              <a:buFontTx/>
              <a:buChar char="◾"/>
              <a:defRPr sz="28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24"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31" name="Title Text"/>
          <p:cNvSpPr txBox="1"/>
          <p:nvPr>
            <p:ph type="title"/>
          </p:nvPr>
        </p:nvSpPr>
        <p:spPr>
          <a:xfrm>
            <a:off x="1600200" y="609600"/>
            <a:ext cx="7086600" cy="1828800"/>
          </a:xfrm>
          <a:prstGeom prst="rect">
            <a:avLst/>
          </a:prstGeom>
        </p:spPr>
        <p:txBody>
          <a:bodyPr lIns="0" tIns="0" rIns="0" bIns="0" anchor="b"/>
          <a:lstStyle>
            <a:lvl1pPr algn="l">
              <a:defRPr b="1" sz="4800">
                <a:solidFill>
                  <a:srgbClr val="DCC678"/>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32" name="Body Level One…"/>
          <p:cNvSpPr txBox="1"/>
          <p:nvPr>
            <p:ph type="body" sz="quarter" idx="1"/>
          </p:nvPr>
        </p:nvSpPr>
        <p:spPr>
          <a:xfrm>
            <a:off x="1600200" y="2507786"/>
            <a:ext cx="7086600" cy="1509713"/>
          </a:xfrm>
          <a:prstGeom prst="rect">
            <a:avLst/>
          </a:prstGeom>
        </p:spPr>
        <p:txBody>
          <a:bodyPr/>
          <a:lstStyle>
            <a:lvl1pPr marL="0" indent="73152">
              <a:spcBef>
                <a:spcPts val="400"/>
              </a:spcBef>
              <a:buSzTx/>
              <a:buFontTx/>
              <a:buNone/>
              <a:defRPr sz="2000">
                <a:solidFill>
                  <a:srgbClr val="FFFFFF"/>
                </a:solidFill>
                <a:latin typeface="Book Antiqua"/>
                <a:ea typeface="Book Antiqua"/>
                <a:cs typeface="Book Antiqua"/>
                <a:sym typeface="Book Antiqua"/>
              </a:defRPr>
            </a:lvl1pPr>
            <a:lvl2pPr marL="0" indent="585216">
              <a:spcBef>
                <a:spcPts val="400"/>
              </a:spcBef>
              <a:buSzTx/>
              <a:buFontTx/>
              <a:buNone/>
              <a:defRPr sz="2000">
                <a:solidFill>
                  <a:srgbClr val="FFFFFF"/>
                </a:solidFill>
                <a:latin typeface="Book Antiqua"/>
                <a:ea typeface="Book Antiqua"/>
                <a:cs typeface="Book Antiqua"/>
                <a:sym typeface="Book Antiqua"/>
              </a:defRPr>
            </a:lvl2pPr>
            <a:lvl3pPr marL="0" indent="905255">
              <a:spcBef>
                <a:spcPts val="400"/>
              </a:spcBef>
              <a:buSzTx/>
              <a:buFontTx/>
              <a:buNone/>
              <a:defRPr sz="2000">
                <a:solidFill>
                  <a:srgbClr val="FFFFFF"/>
                </a:solidFill>
                <a:latin typeface="Book Antiqua"/>
                <a:ea typeface="Book Antiqua"/>
                <a:cs typeface="Book Antiqua"/>
                <a:sym typeface="Book Antiqua"/>
              </a:defRPr>
            </a:lvl3pPr>
            <a:lvl4pPr marL="0" indent="1170431">
              <a:spcBef>
                <a:spcPts val="400"/>
              </a:spcBef>
              <a:buSzTx/>
              <a:buFontTx/>
              <a:buNone/>
              <a:defRPr sz="2000">
                <a:solidFill>
                  <a:srgbClr val="FFFFFF"/>
                </a:solidFill>
                <a:latin typeface="Book Antiqua"/>
                <a:ea typeface="Book Antiqua"/>
                <a:cs typeface="Book Antiqua"/>
                <a:sym typeface="Book Antiqua"/>
              </a:defRPr>
            </a:lvl4pPr>
            <a:lvl5pPr marL="0" indent="1362455">
              <a:spcBef>
                <a:spcPts val="400"/>
              </a:spcBef>
              <a:buSzTx/>
              <a:buFontTx/>
              <a:buNone/>
              <a:defRPr sz="20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33"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40"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41" name="Body Level One…"/>
          <p:cNvSpPr txBox="1"/>
          <p:nvPr>
            <p:ph type="body" sz="half" idx="1"/>
          </p:nvPr>
        </p:nvSpPr>
        <p:spPr>
          <a:xfrm>
            <a:off x="457200" y="1600200"/>
            <a:ext cx="4038600" cy="4525963"/>
          </a:xfrm>
          <a:prstGeom prst="rect">
            <a:avLst/>
          </a:prstGeom>
        </p:spPr>
        <p:txBody>
          <a:bodyPr/>
          <a:lstStyle>
            <a:lvl1pPr marL="548640" indent="-411480">
              <a:spcBef>
                <a:spcPts val="600"/>
              </a:spcBef>
              <a:buClr>
                <a:srgbClr val="F9F9F9"/>
              </a:buClr>
              <a:buSzPct val="65000"/>
              <a:buFontTx/>
              <a:buChar char=""/>
              <a:defRPr sz="2600">
                <a:solidFill>
                  <a:srgbClr val="FFFFFF"/>
                </a:solidFill>
                <a:latin typeface="Book Antiqua"/>
                <a:ea typeface="Book Antiqua"/>
                <a:cs typeface="Book Antiqua"/>
                <a:sym typeface="Book Antiqua"/>
              </a:defRPr>
            </a:lvl1pPr>
            <a:lvl2pPr marL="892302" indent="-307086">
              <a:spcBef>
                <a:spcPts val="600"/>
              </a:spcBef>
              <a:buClr>
                <a:srgbClr val="F9F9F9"/>
              </a:buClr>
              <a:buSzPct val="80000"/>
              <a:buFontTx/>
              <a:buChar char="◼"/>
              <a:defRPr sz="2600">
                <a:solidFill>
                  <a:srgbClr val="FFFFFF"/>
                </a:solidFill>
                <a:latin typeface="Book Antiqua"/>
                <a:ea typeface="Book Antiqua"/>
                <a:cs typeface="Book Antiqua"/>
                <a:sym typeface="Book Antiqua"/>
              </a:defRPr>
            </a:lvl2pPr>
            <a:lvl3pPr marL="1202436" indent="-297180">
              <a:spcBef>
                <a:spcPts val="600"/>
              </a:spcBef>
              <a:buClr>
                <a:srgbClr val="F9F9F9"/>
              </a:buClr>
              <a:buSzPct val="95000"/>
              <a:buFontTx/>
              <a:buChar char="▫"/>
              <a:defRPr sz="2600">
                <a:solidFill>
                  <a:srgbClr val="FFFFFF"/>
                </a:solidFill>
                <a:latin typeface="Book Antiqua"/>
                <a:ea typeface="Book Antiqua"/>
                <a:cs typeface="Book Antiqua"/>
                <a:sym typeface="Book Antiqua"/>
              </a:defRPr>
            </a:lvl3pPr>
            <a:lvl4pPr marL="1434591" indent="-264160">
              <a:spcBef>
                <a:spcPts val="600"/>
              </a:spcBef>
              <a:buClr>
                <a:srgbClr val="F9F9F9"/>
              </a:buClr>
              <a:buFontTx/>
              <a:buChar char=""/>
              <a:defRPr sz="2600">
                <a:solidFill>
                  <a:srgbClr val="FFFFFF"/>
                </a:solidFill>
                <a:latin typeface="Book Antiqua"/>
                <a:ea typeface="Book Antiqua"/>
                <a:cs typeface="Book Antiqua"/>
                <a:sym typeface="Book Antiqua"/>
              </a:defRPr>
            </a:lvl4pPr>
            <a:lvl5pPr marL="1626616" indent="-264160">
              <a:spcBef>
                <a:spcPts val="600"/>
              </a:spcBef>
              <a:buClr>
                <a:srgbClr val="F9F9F9"/>
              </a:buClr>
              <a:buFontTx/>
              <a:buChar char="◾"/>
              <a:defRPr sz="26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4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49" name="Title Text"/>
          <p:cNvSpPr txBox="1"/>
          <p:nvPr>
            <p:ph type="title"/>
          </p:nvPr>
        </p:nvSpPr>
        <p:spPr>
          <a:xfrm>
            <a:off x="457200" y="273050"/>
            <a:ext cx="8229600" cy="1143000"/>
          </a:xfrm>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50" name="Body Level One…"/>
          <p:cNvSpPr txBox="1"/>
          <p:nvPr>
            <p:ph type="body" sz="quarter" idx="1"/>
          </p:nvPr>
        </p:nvSpPr>
        <p:spPr>
          <a:xfrm>
            <a:off x="457200" y="1535112"/>
            <a:ext cx="4040188" cy="750888"/>
          </a:xfrm>
          <a:prstGeom prst="rect">
            <a:avLst/>
          </a:prstGeom>
        </p:spPr>
        <p:txBody>
          <a:bodyPr anchor="ctr"/>
          <a:lstStyle>
            <a:lvl1pPr marL="0" indent="0">
              <a:spcBef>
                <a:spcPts val="500"/>
              </a:spcBef>
              <a:buSzTx/>
              <a:buFontTx/>
              <a:buNone/>
              <a:defRPr cap="all" sz="2400">
                <a:solidFill>
                  <a:srgbClr val="FFFFFF"/>
                </a:solidFill>
                <a:latin typeface="Book Antiqua"/>
                <a:ea typeface="Book Antiqua"/>
                <a:cs typeface="Book Antiqua"/>
                <a:sym typeface="Book Antiqua"/>
              </a:defRPr>
            </a:lvl1pPr>
            <a:lvl2pPr marL="0" indent="585216">
              <a:spcBef>
                <a:spcPts val="500"/>
              </a:spcBef>
              <a:buSzTx/>
              <a:buFontTx/>
              <a:buNone/>
              <a:defRPr cap="all" sz="2400">
                <a:solidFill>
                  <a:srgbClr val="FFFFFF"/>
                </a:solidFill>
                <a:latin typeface="Book Antiqua"/>
                <a:ea typeface="Book Antiqua"/>
                <a:cs typeface="Book Antiqua"/>
                <a:sym typeface="Book Antiqua"/>
              </a:defRPr>
            </a:lvl2pPr>
            <a:lvl3pPr marL="0" indent="905255">
              <a:spcBef>
                <a:spcPts val="500"/>
              </a:spcBef>
              <a:buSzTx/>
              <a:buFontTx/>
              <a:buNone/>
              <a:defRPr cap="all" sz="2400">
                <a:solidFill>
                  <a:srgbClr val="FFFFFF"/>
                </a:solidFill>
                <a:latin typeface="Book Antiqua"/>
                <a:ea typeface="Book Antiqua"/>
                <a:cs typeface="Book Antiqua"/>
                <a:sym typeface="Book Antiqua"/>
              </a:defRPr>
            </a:lvl3pPr>
            <a:lvl4pPr marL="0" indent="1170431">
              <a:spcBef>
                <a:spcPts val="500"/>
              </a:spcBef>
              <a:buSzTx/>
              <a:buFontTx/>
              <a:buNone/>
              <a:defRPr cap="all" sz="2400">
                <a:solidFill>
                  <a:srgbClr val="FFFFFF"/>
                </a:solidFill>
                <a:latin typeface="Book Antiqua"/>
                <a:ea typeface="Book Antiqua"/>
                <a:cs typeface="Book Antiqua"/>
                <a:sym typeface="Book Antiqua"/>
              </a:defRPr>
            </a:lvl4pPr>
            <a:lvl5pPr marL="0" indent="1362455">
              <a:spcBef>
                <a:spcPts val="500"/>
              </a:spcBef>
              <a:buSzTx/>
              <a:buFontTx/>
              <a:buNone/>
              <a:defRPr cap="all" sz="2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51" name="Text Placeholder 3"/>
          <p:cNvSpPr/>
          <p:nvPr>
            <p:ph type="body" sz="quarter" idx="21"/>
          </p:nvPr>
        </p:nvSpPr>
        <p:spPr>
          <a:xfrm>
            <a:off x="4645025" y="1535112"/>
            <a:ext cx="4041775" cy="750888"/>
          </a:xfrm>
          <a:prstGeom prst="rect">
            <a:avLst/>
          </a:prstGeom>
        </p:spPr>
        <p:txBody>
          <a:bodyPr anchor="ctr"/>
          <a:lstStyle/>
          <a:p>
            <a:pPr marL="0" indent="0">
              <a:spcBef>
                <a:spcPts val="500"/>
              </a:spcBef>
              <a:buSzTx/>
              <a:buFontTx/>
              <a:buNone/>
              <a:defRPr cap="all" sz="2400">
                <a:solidFill>
                  <a:srgbClr val="FFFFFF"/>
                </a:solidFill>
                <a:latin typeface="Book Antiqua"/>
                <a:ea typeface="Book Antiqua"/>
                <a:cs typeface="Book Antiqua"/>
                <a:sym typeface="Book Antiqua"/>
              </a:defRPr>
            </a:pPr>
          </a:p>
        </p:txBody>
      </p:sp>
      <p:sp>
        <p:nvSpPr>
          <p:cNvPr id="752"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59" name="Title Text"/>
          <p:cNvSpPr txBox="1"/>
          <p:nvPr>
            <p:ph type="title"/>
          </p:nvPr>
        </p:nvSpPr>
        <p:spPr>
          <a:prstGeom prst="rect">
            <a:avLst/>
          </a:prstGeom>
        </p:spPr>
        <p:txBody>
          <a:bodyPr/>
          <a:lstStyle>
            <a:lvl1pPr>
              <a:defRPr b="1" sz="41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60"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67"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74" name="Title Text"/>
          <p:cNvSpPr txBox="1"/>
          <p:nvPr>
            <p:ph type="title"/>
          </p:nvPr>
        </p:nvSpPr>
        <p:spPr>
          <a:xfrm>
            <a:off x="457200" y="273050"/>
            <a:ext cx="3008314" cy="1162050"/>
          </a:xfrm>
          <a:prstGeom prst="rect">
            <a:avLst/>
          </a:prstGeom>
        </p:spPr>
        <p:txBody>
          <a:bodyPr anchor="b"/>
          <a:lstStyle>
            <a:lvl1pPr algn="l">
              <a:defRPr sz="2200">
                <a:solidFill>
                  <a:srgbClr val="F4DB8A"/>
                </a:soli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75" name="Body Level One…"/>
          <p:cNvSpPr txBox="1"/>
          <p:nvPr>
            <p:ph type="body" sz="half" idx="1"/>
          </p:nvPr>
        </p:nvSpPr>
        <p:spPr>
          <a:xfrm>
            <a:off x="457200" y="1524000"/>
            <a:ext cx="3008314" cy="4602163"/>
          </a:xfrm>
          <a:prstGeom prst="rect">
            <a:avLst/>
          </a:prstGeom>
        </p:spPr>
        <p:txBody>
          <a:bodyPr/>
          <a:lstStyle>
            <a:lvl1pPr marL="0" indent="0">
              <a:spcBef>
                <a:spcPts val="300"/>
              </a:spcBef>
              <a:buSzTx/>
              <a:buFontTx/>
              <a:buNone/>
              <a:defRPr sz="1400">
                <a:solidFill>
                  <a:srgbClr val="FFFFFF"/>
                </a:solidFill>
                <a:latin typeface="Book Antiqua"/>
                <a:ea typeface="Book Antiqua"/>
                <a:cs typeface="Book Antiqua"/>
                <a:sym typeface="Book Antiqua"/>
              </a:defRPr>
            </a:lvl1pPr>
            <a:lvl2pPr marL="0" indent="585216">
              <a:spcBef>
                <a:spcPts val="300"/>
              </a:spcBef>
              <a:buSzTx/>
              <a:buFontTx/>
              <a:buNone/>
              <a:defRPr sz="1400">
                <a:solidFill>
                  <a:srgbClr val="FFFFFF"/>
                </a:solidFill>
                <a:latin typeface="Book Antiqua"/>
                <a:ea typeface="Book Antiqua"/>
                <a:cs typeface="Book Antiqua"/>
                <a:sym typeface="Book Antiqua"/>
              </a:defRPr>
            </a:lvl2pPr>
            <a:lvl3pPr marL="0" indent="905255">
              <a:spcBef>
                <a:spcPts val="300"/>
              </a:spcBef>
              <a:buSzTx/>
              <a:buFontTx/>
              <a:buNone/>
              <a:defRPr sz="1400">
                <a:solidFill>
                  <a:srgbClr val="FFFFFF"/>
                </a:solidFill>
                <a:latin typeface="Book Antiqua"/>
                <a:ea typeface="Book Antiqua"/>
                <a:cs typeface="Book Antiqua"/>
                <a:sym typeface="Book Antiqua"/>
              </a:defRPr>
            </a:lvl3pPr>
            <a:lvl4pPr marL="0" indent="1170431">
              <a:spcBef>
                <a:spcPts val="300"/>
              </a:spcBef>
              <a:buSzTx/>
              <a:buFontTx/>
              <a:buNone/>
              <a:defRPr sz="1400">
                <a:solidFill>
                  <a:srgbClr val="FFFFFF"/>
                </a:solidFill>
                <a:latin typeface="Book Antiqua"/>
                <a:ea typeface="Book Antiqua"/>
                <a:cs typeface="Book Antiqua"/>
                <a:sym typeface="Book Antiqua"/>
              </a:defRPr>
            </a:lvl4pPr>
            <a:lvl5pPr marL="0" indent="1362455">
              <a:spcBef>
                <a:spcPts val="300"/>
              </a:spcBef>
              <a:buSzTx/>
              <a:buFontTx/>
              <a:buNone/>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7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83" name="Title Text"/>
          <p:cNvSpPr txBox="1"/>
          <p:nvPr>
            <p:ph type="title"/>
          </p:nvPr>
        </p:nvSpPr>
        <p:spPr>
          <a:xfrm>
            <a:off x="1828800" y="609600"/>
            <a:ext cx="5486400" cy="522288"/>
          </a:xfrm>
          <a:prstGeom prst="rect">
            <a:avLst/>
          </a:prstGeom>
        </p:spPr>
        <p:txBody>
          <a:bodyPr lIns="0" tIns="0" rIns="0" bIns="0" anchor="b"/>
          <a:lstStyle>
            <a:lvl1pPr>
              <a:defRPr b="1" sz="2000">
                <a:gradFill flip="none" rotWithShape="1">
                  <a:gsLst>
                    <a:gs pos="0">
                      <a:srgbClr val="EAD695"/>
                    </a:gs>
                    <a:gs pos="73000">
                      <a:srgbClr val="EAD695"/>
                    </a:gs>
                    <a:gs pos="100000">
                      <a:srgbClr val="E7D080"/>
                    </a:gs>
                  </a:gsLst>
                  <a:lin ang="4800000" scaled="0"/>
                </a:gradFill>
                <a:effectLst>
                  <a:outerShdw sx="100000" sy="100000" kx="0" ky="0" algn="b" rotWithShape="0" blurRad="114300" dist="101600" dir="2700000">
                    <a:srgbClr val="000000">
                      <a:alpha val="40000"/>
                    </a:srgbClr>
                  </a:outerShdw>
                </a:effectLst>
                <a:latin typeface="Lucida Sans"/>
                <a:ea typeface="Lucida Sans"/>
                <a:cs typeface="Lucida Sans"/>
                <a:sym typeface="Lucida Sans"/>
              </a:defRPr>
            </a:lvl1pPr>
          </a:lstStyle>
          <a:p>
            <a:pPr/>
            <a:r>
              <a:t>Title Text</a:t>
            </a:r>
          </a:p>
        </p:txBody>
      </p:sp>
      <p:sp>
        <p:nvSpPr>
          <p:cNvPr id="784" name="Picture Placeholder 2"/>
          <p:cNvSpPr/>
          <p:nvPr>
            <p:ph type="pic" sz="half" idx="21"/>
          </p:nvPr>
        </p:nvSpPr>
        <p:spPr>
          <a:xfrm>
            <a:off x="1828800" y="1831975"/>
            <a:ext cx="5486400" cy="3962400"/>
          </a:xfrm>
          <a:prstGeom prst="rect">
            <a:avLst/>
          </a:prstGeom>
          <a:ln w="44450" cap="sq">
            <a:solidFill>
              <a:srgbClr val="FFFFFF"/>
            </a:solidFill>
            <a:miter lim="800000"/>
          </a:ln>
          <a:effectLst>
            <a:outerShdw sx="100000" sy="100000" kx="0" ky="0" algn="b" rotWithShape="0" blurRad="190500" dist="228600" dir="2700000">
              <a:srgbClr val="000000">
                <a:alpha val="25000"/>
              </a:srgbClr>
            </a:outerShdw>
          </a:effectLst>
        </p:spPr>
        <p:txBody>
          <a:bodyPr lIns="91439" rIns="91439">
            <a:noAutofit/>
          </a:bodyPr>
          <a:lstStyle/>
          <a:p>
            <a:pPr/>
          </a:p>
        </p:txBody>
      </p:sp>
      <p:sp>
        <p:nvSpPr>
          <p:cNvPr id="785" name="Body Level One…"/>
          <p:cNvSpPr txBox="1"/>
          <p:nvPr>
            <p:ph type="body" sz="quarter" idx="1"/>
          </p:nvPr>
        </p:nvSpPr>
        <p:spPr>
          <a:xfrm>
            <a:off x="1828800" y="1166787"/>
            <a:ext cx="5486400" cy="530352"/>
          </a:xfrm>
          <a:prstGeom prst="rect">
            <a:avLst/>
          </a:prstGeom>
        </p:spPr>
        <p:txBody>
          <a:bodyPr/>
          <a:lstStyle>
            <a:lvl1pPr marL="0" indent="0" algn="ctr">
              <a:spcBef>
                <a:spcPts val="300"/>
              </a:spcBef>
              <a:buSzTx/>
              <a:buFontTx/>
              <a:buNone/>
              <a:defRPr sz="1400">
                <a:solidFill>
                  <a:srgbClr val="FFFFFF"/>
                </a:solidFill>
                <a:latin typeface="Book Antiqua"/>
                <a:ea typeface="Book Antiqua"/>
                <a:cs typeface="Book Antiqua"/>
                <a:sym typeface="Book Antiqua"/>
              </a:defRPr>
            </a:lvl1pPr>
            <a:lvl2pPr marL="915924" indent="-330708" algn="ctr">
              <a:spcBef>
                <a:spcPts val="300"/>
              </a:spcBef>
              <a:buSzPct val="80000"/>
              <a:buFontTx/>
              <a:buChar char="◼"/>
              <a:defRPr sz="1400">
                <a:solidFill>
                  <a:srgbClr val="FFFFFF"/>
                </a:solidFill>
                <a:latin typeface="Book Antiqua"/>
                <a:ea typeface="Book Antiqua"/>
                <a:cs typeface="Book Antiqua"/>
                <a:sym typeface="Book Antiqua"/>
              </a:defRPr>
            </a:lvl2pPr>
            <a:lvl3pPr marL="1225295" indent="-320039" algn="ctr">
              <a:spcBef>
                <a:spcPts val="300"/>
              </a:spcBef>
              <a:buSzPct val="95000"/>
              <a:buFontTx/>
              <a:buChar char="▫"/>
              <a:defRPr sz="1400">
                <a:solidFill>
                  <a:srgbClr val="FFFFFF"/>
                </a:solidFill>
                <a:latin typeface="Book Antiqua"/>
                <a:ea typeface="Book Antiqua"/>
                <a:cs typeface="Book Antiqua"/>
                <a:sym typeface="Book Antiqua"/>
              </a:defRPr>
            </a:lvl3pPr>
            <a:lvl4pPr marL="1454911" indent="-284480" algn="ctr">
              <a:spcBef>
                <a:spcPts val="300"/>
              </a:spcBef>
              <a:buFontTx/>
              <a:buChar char=""/>
              <a:defRPr sz="1400">
                <a:solidFill>
                  <a:srgbClr val="FFFFFF"/>
                </a:solidFill>
                <a:latin typeface="Book Antiqua"/>
                <a:ea typeface="Book Antiqua"/>
                <a:cs typeface="Book Antiqua"/>
                <a:sym typeface="Book Antiqua"/>
              </a:defRPr>
            </a:lvl4pPr>
            <a:lvl5pPr marL="1646935" indent="-284479" algn="ctr">
              <a:spcBef>
                <a:spcPts val="300"/>
              </a:spcBef>
              <a:buFontTx/>
              <a:buChar char="◾"/>
              <a:defRPr sz="1400">
                <a:solidFill>
                  <a:srgbClr val="FFFFFF"/>
                </a:solidFill>
                <a:latin typeface="Book Antiqua"/>
                <a:ea typeface="Book Antiqua"/>
                <a:cs typeface="Book Antiqua"/>
                <a:sym typeface="Book Antiqua"/>
              </a:defRPr>
            </a:lvl5pPr>
          </a:lstStyle>
          <a:p>
            <a:pPr/>
            <a:r>
              <a:t>Body Level One</a:t>
            </a:r>
          </a:p>
          <a:p>
            <a:pPr lvl="1"/>
            <a:r>
              <a:t>Body Level Two</a:t>
            </a:r>
          </a:p>
          <a:p>
            <a:pPr lvl="2"/>
            <a:r>
              <a:t>Body Level Three</a:t>
            </a:r>
          </a:p>
          <a:p>
            <a:pPr lvl="3"/>
            <a:r>
              <a:t>Body Level Four</a:t>
            </a:r>
          </a:p>
          <a:p>
            <a:pPr lvl="4"/>
            <a:r>
              <a:t>Body Level Five</a:t>
            </a:r>
          </a:p>
        </p:txBody>
      </p:sp>
      <p:sp>
        <p:nvSpPr>
          <p:cNvPr id="786" name="Slide Number"/>
          <p:cNvSpPr txBox="1"/>
          <p:nvPr>
            <p:ph type="sldNum" sz="quarter" idx="2"/>
          </p:nvPr>
        </p:nvSpPr>
        <p:spPr>
          <a:xfrm>
            <a:off x="8531224" y="6616700"/>
            <a:ext cx="155576" cy="165101"/>
          </a:xfrm>
          <a:prstGeom prst="rect">
            <a:avLst/>
          </a:prstGeom>
        </p:spPr>
        <p:txBody>
          <a:bodyPr lIns="0" tIns="0" rIns="0" bIns="0" anchor="b"/>
          <a:lstStyle>
            <a:lvl1pPr>
              <a:defRPr>
                <a:solidFill>
                  <a:srgbClr val="BABAB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slideLayout" Target="../slideLayouts/slideLayout60.xml"/><Relationship Id="rId62" Type="http://schemas.openxmlformats.org/officeDocument/2006/relationships/slideLayout" Target="../slideLayouts/slideLayout61.xml"/><Relationship Id="rId63" Type="http://schemas.openxmlformats.org/officeDocument/2006/relationships/slideLayout" Target="../slideLayouts/slideLayout62.xml"/><Relationship Id="rId64" Type="http://schemas.openxmlformats.org/officeDocument/2006/relationships/slideLayout" Target="../slideLayouts/slideLayout63.xml"/><Relationship Id="rId65" Type="http://schemas.openxmlformats.org/officeDocument/2006/relationships/slideLayout" Target="../slideLayouts/slideLayout64.xml"/><Relationship Id="rId66" Type="http://schemas.openxmlformats.org/officeDocument/2006/relationships/slideLayout" Target="../slideLayouts/slideLayout65.xml"/><Relationship Id="rId67" Type="http://schemas.openxmlformats.org/officeDocument/2006/relationships/slideLayout" Target="../slideLayouts/slideLayout66.xml"/><Relationship Id="rId68" Type="http://schemas.openxmlformats.org/officeDocument/2006/relationships/slideLayout" Target="../slideLayouts/slideLayout67.xml"/><Relationship Id="rId69" Type="http://schemas.openxmlformats.org/officeDocument/2006/relationships/slideLayout" Target="../slideLayouts/slideLayout68.xml"/><Relationship Id="rId70" Type="http://schemas.openxmlformats.org/officeDocument/2006/relationships/slideLayout" Target="../slideLayouts/slideLayout69.xml"/><Relationship Id="rId71" Type="http://schemas.openxmlformats.org/officeDocument/2006/relationships/slideLayout" Target="../slideLayouts/slideLayout70.xml"/><Relationship Id="rId72" Type="http://schemas.openxmlformats.org/officeDocument/2006/relationships/slideLayout" Target="../slideLayouts/slideLayout71.xml"/><Relationship Id="rId73" Type="http://schemas.openxmlformats.org/officeDocument/2006/relationships/slideLayout" Target="../slideLayouts/slideLayout72.xml"/><Relationship Id="rId74" Type="http://schemas.openxmlformats.org/officeDocument/2006/relationships/slideLayout" Target="../slideLayouts/slideLayout73.xml"/><Relationship Id="rId75" Type="http://schemas.openxmlformats.org/officeDocument/2006/relationships/slideLayout" Target="../slideLayouts/slideLayout74.xml"/><Relationship Id="rId76" Type="http://schemas.openxmlformats.org/officeDocument/2006/relationships/slideLayout" Target="../slideLayouts/slideLayout75.xml"/><Relationship Id="rId77" Type="http://schemas.openxmlformats.org/officeDocument/2006/relationships/slideLayout" Target="../slideLayouts/slideLayout76.xml"/><Relationship Id="rId78" Type="http://schemas.openxmlformats.org/officeDocument/2006/relationships/slideLayout" Target="../slideLayouts/slideLayout77.xml"/><Relationship Id="rId79" Type="http://schemas.openxmlformats.org/officeDocument/2006/relationships/slideLayout" Target="../slideLayouts/slideLayout78.xml"/><Relationship Id="rId80" Type="http://schemas.openxmlformats.org/officeDocument/2006/relationships/slideLayout" Target="../slideLayouts/slideLayout79.xml"/><Relationship Id="rId81" Type="http://schemas.openxmlformats.org/officeDocument/2006/relationships/slideLayout" Target="../slideLayouts/slideLayout80.xml"/><Relationship Id="rId82" Type="http://schemas.openxmlformats.org/officeDocument/2006/relationships/slideLayout" Target="../slideLayouts/slideLayout81.xml"/><Relationship Id="rId83" Type="http://schemas.openxmlformats.org/officeDocument/2006/relationships/slideLayout" Target="../slideLayouts/slideLayout82.xml"/><Relationship Id="rId8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39785" y="6410642"/>
            <a:ext cx="247015" cy="256541"/>
          </a:xfrm>
          <a:prstGeom prst="rect">
            <a:avLst/>
          </a:prstGeom>
          <a:ln w="12700">
            <a:miter lim="400000"/>
          </a:ln>
        </p:spPr>
        <p:txBody>
          <a:bodyPr wrap="none" lIns="45719" rIns="45719" anchor="ctr">
            <a:spAutoFit/>
          </a:bodyPr>
          <a:lstStyle>
            <a:lvl1pPr algn="r">
              <a:defRPr sz="1200">
                <a:solidFill>
                  <a:srgbClr val="888888"/>
                </a:solidFill>
                <a:latin typeface="Garamond"/>
                <a:ea typeface="Garamond"/>
                <a:cs typeface="Garamond"/>
                <a:sym typeface="Garamond"/>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png"/><Relationship Id="rId3"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0.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5.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6.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58.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67.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67.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5" name="Rectangle 2"/>
          <p:cNvSpPr txBox="1"/>
          <p:nvPr>
            <p:ph type="ctrTitle"/>
          </p:nvPr>
        </p:nvSpPr>
        <p:spPr>
          <a:prstGeom prst="rect">
            <a:avLst/>
          </a:prstGeom>
        </p:spPr>
        <p:txBody>
          <a:bodyPr/>
          <a:lstStyle/>
          <a:p>
            <a:pPr/>
            <a:r>
              <a:t>TCP/IP</a:t>
            </a:r>
            <a:b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7" name="Rectangle 5"/>
          <p:cNvSpPr txBox="1"/>
          <p:nvPr>
            <p:ph type="title"/>
          </p:nvPr>
        </p:nvSpPr>
        <p:spPr>
          <a:prstGeom prst="rect">
            <a:avLst/>
          </a:prstGeom>
        </p:spPr>
        <p:txBody>
          <a:bodyPr/>
          <a:lstStyle/>
          <a:p>
            <a:pPr/>
            <a:r>
              <a:t>Communicating with Anyone</a:t>
            </a:r>
          </a:p>
        </p:txBody>
      </p:sp>
      <p:pic>
        <p:nvPicPr>
          <p:cNvPr id="798" name="Object 4" descr="Object 4"/>
          <p:cNvPicPr>
            <a:picLocks noChangeAspect="1"/>
          </p:cNvPicPr>
          <p:nvPr/>
        </p:nvPicPr>
        <p:blipFill>
          <a:blip r:embed="rId2">
            <a:extLst/>
          </a:blip>
          <a:stretch>
            <a:fillRect/>
          </a:stretch>
        </p:blipFill>
        <p:spPr>
          <a:xfrm>
            <a:off x="2665413" y="1600200"/>
            <a:ext cx="3811588" cy="4525963"/>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0" name="Rectangle 2"/>
          <p:cNvSpPr txBox="1"/>
          <p:nvPr>
            <p:ph type="title"/>
          </p:nvPr>
        </p:nvSpPr>
        <p:spPr>
          <a:prstGeom prst="rect">
            <a:avLst/>
          </a:prstGeom>
        </p:spPr>
        <p:txBody>
          <a:bodyPr/>
          <a:lstStyle/>
          <a:p>
            <a:pPr/>
            <a:r>
              <a:t>Local Area Network (LAN)</a:t>
            </a:r>
          </a:p>
        </p:txBody>
      </p:sp>
      <p:sp>
        <p:nvSpPr>
          <p:cNvPr id="801" name="Rectangle 3"/>
          <p:cNvSpPr txBox="1"/>
          <p:nvPr>
            <p:ph type="body" sz="half" idx="1"/>
          </p:nvPr>
        </p:nvSpPr>
        <p:spPr>
          <a:xfrm>
            <a:off x="457200" y="1600200"/>
            <a:ext cx="4038600" cy="4525963"/>
          </a:xfrm>
          <a:prstGeom prst="rect">
            <a:avLst/>
          </a:prstGeom>
        </p:spPr>
        <p:txBody>
          <a:bodyPr/>
          <a:lstStyle/>
          <a:p>
            <a:pPr marL="332613" indent="-332613" defTabSz="886968">
              <a:lnSpc>
                <a:spcPct val="81000"/>
              </a:lnSpc>
              <a:spcBef>
                <a:spcPts val="600"/>
              </a:spcBef>
              <a:defRPr sz="2716"/>
            </a:pPr>
            <a:r>
              <a:t>High speed, data network over small region</a:t>
            </a:r>
          </a:p>
          <a:p>
            <a:pPr lvl="1" marL="720661" indent="-277177" defTabSz="886968">
              <a:lnSpc>
                <a:spcPct val="81000"/>
              </a:lnSpc>
              <a:spcBef>
                <a:spcPts val="500"/>
              </a:spcBef>
              <a:defRPr sz="2328"/>
            </a:pPr>
            <a:r>
              <a:t>Few thousand meters</a:t>
            </a:r>
            <a:endParaRPr sz="2716"/>
          </a:p>
          <a:p>
            <a:pPr marL="332613" indent="-332613" defTabSz="886968">
              <a:lnSpc>
                <a:spcPct val="81000"/>
              </a:lnSpc>
              <a:spcBef>
                <a:spcPts val="600"/>
              </a:spcBef>
              <a:defRPr sz="2716"/>
            </a:pPr>
            <a:r>
              <a:t>Network technologies:</a:t>
            </a:r>
          </a:p>
          <a:p>
            <a:pPr lvl="1" marL="720661" indent="-277177" defTabSz="886968">
              <a:lnSpc>
                <a:spcPct val="81000"/>
              </a:lnSpc>
              <a:spcBef>
                <a:spcPts val="500"/>
              </a:spcBef>
              <a:defRPr sz="2328"/>
            </a:pPr>
            <a:r>
              <a:t>Ethernet</a:t>
            </a:r>
            <a:endParaRPr sz="2716"/>
          </a:p>
          <a:p>
            <a:pPr lvl="1" marL="720661" indent="-277177" defTabSz="886968">
              <a:lnSpc>
                <a:spcPct val="81000"/>
              </a:lnSpc>
              <a:spcBef>
                <a:spcPts val="500"/>
              </a:spcBef>
              <a:defRPr sz="2328"/>
            </a:pPr>
            <a:r>
              <a:t>FDDI(</a:t>
            </a:r>
            <a:r>
              <a:rPr sz="1746"/>
              <a:t>Fiber Distributed Data Interface</a:t>
            </a:r>
            <a:r>
              <a:t>)</a:t>
            </a:r>
            <a:endParaRPr sz="2716"/>
          </a:p>
          <a:p>
            <a:pPr lvl="1" marL="720661" indent="-277177" defTabSz="886968">
              <a:lnSpc>
                <a:spcPct val="81000"/>
              </a:lnSpc>
              <a:spcBef>
                <a:spcPts val="500"/>
              </a:spcBef>
              <a:defRPr sz="2328"/>
            </a:pPr>
            <a:r>
              <a:t>Token ring</a:t>
            </a:r>
            <a:endParaRPr sz="2716"/>
          </a:p>
          <a:p>
            <a:pPr marL="332613" indent="-332613" defTabSz="886968">
              <a:lnSpc>
                <a:spcPct val="81000"/>
              </a:lnSpc>
              <a:spcBef>
                <a:spcPts val="600"/>
              </a:spcBef>
              <a:defRPr sz="2716"/>
            </a:pPr>
            <a:r>
              <a:t>Data link layer </a:t>
            </a:r>
          </a:p>
          <a:p>
            <a:pPr lvl="1" marL="720661" indent="-277177" defTabSz="886968">
              <a:lnSpc>
                <a:spcPct val="81000"/>
              </a:lnSpc>
              <a:spcBef>
                <a:spcPts val="500"/>
              </a:spcBef>
              <a:defRPr sz="2328"/>
            </a:pPr>
            <a:r>
              <a:t>Packets routed based on physical address (MAC)</a:t>
            </a:r>
          </a:p>
        </p:txBody>
      </p:sp>
      <p:pic>
        <p:nvPicPr>
          <p:cNvPr id="802" name="Object 5" descr="Object 5"/>
          <p:cNvPicPr>
            <a:picLocks noChangeAspect="1"/>
          </p:cNvPicPr>
          <p:nvPr/>
        </p:nvPicPr>
        <p:blipFill>
          <a:blip r:embed="rId2">
            <a:extLst/>
          </a:blip>
          <a:stretch>
            <a:fillRect/>
          </a:stretch>
        </p:blipFill>
        <p:spPr>
          <a:xfrm>
            <a:off x="5180012" y="4267200"/>
            <a:ext cx="2287588" cy="1803400"/>
          </a:xfrm>
          <a:prstGeom prst="rect">
            <a:avLst/>
          </a:prstGeom>
          <a:ln w="12700">
            <a:miter lim="400000"/>
          </a:ln>
        </p:spPr>
      </p:pic>
      <p:pic>
        <p:nvPicPr>
          <p:cNvPr id="803" name="Object 4" descr="Object 4"/>
          <p:cNvPicPr>
            <a:picLocks noChangeAspect="1"/>
          </p:cNvPicPr>
          <p:nvPr/>
        </p:nvPicPr>
        <p:blipFill>
          <a:blip r:embed="rId3">
            <a:extLst/>
          </a:blip>
          <a:stretch>
            <a:fillRect/>
          </a:stretch>
        </p:blipFill>
        <p:spPr>
          <a:xfrm>
            <a:off x="4953000" y="2101850"/>
            <a:ext cx="2763839" cy="1250950"/>
          </a:xfrm>
          <a:prstGeom prst="rect">
            <a:avLst/>
          </a:prstGeom>
          <a:ln w="12700">
            <a:miter lim="400000"/>
          </a:ln>
        </p:spPr>
      </p:pic>
      <p:sp>
        <p:nvSpPr>
          <p:cNvPr id="804" name="Text Box 6"/>
          <p:cNvSpPr txBox="1"/>
          <p:nvPr/>
        </p:nvSpPr>
        <p:spPr>
          <a:xfrm>
            <a:off x="6141720" y="1752600"/>
            <a:ext cx="797084" cy="3581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000FF"/>
                </a:solidFill>
                <a:latin typeface="Garamond"/>
                <a:ea typeface="Garamond"/>
                <a:cs typeface="Garamond"/>
                <a:sym typeface="Garamond"/>
              </a:defRPr>
            </a:pPr>
            <a:r>
              <a:t>LAN 1</a:t>
            </a:r>
            <a:r>
              <a:rPr b="0">
                <a:solidFill>
                  <a:srgbClr val="000000"/>
                </a:solidFill>
              </a:rPr>
              <a:t> </a:t>
            </a:r>
          </a:p>
        </p:txBody>
      </p:sp>
      <p:sp>
        <p:nvSpPr>
          <p:cNvPr id="805" name="Text Box 7"/>
          <p:cNvSpPr txBox="1"/>
          <p:nvPr/>
        </p:nvSpPr>
        <p:spPr>
          <a:xfrm>
            <a:off x="6141720" y="6248400"/>
            <a:ext cx="813716" cy="3581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000FF"/>
                </a:solidFill>
                <a:latin typeface="Garamond"/>
                <a:ea typeface="Garamond"/>
                <a:cs typeface="Garamond"/>
                <a:sym typeface="Garamond"/>
              </a:defRPr>
            </a:pPr>
            <a:r>
              <a:t>LAN 2</a:t>
            </a:r>
            <a:r>
              <a:rPr b="0">
                <a:solidFill>
                  <a:srgbClr val="000000"/>
                </a:solidFill>
              </a:rPr>
              <a:t>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7" name="Rectangle 2"/>
          <p:cNvSpPr txBox="1"/>
          <p:nvPr>
            <p:ph type="title"/>
          </p:nvPr>
        </p:nvSpPr>
        <p:spPr>
          <a:prstGeom prst="rect">
            <a:avLst/>
          </a:prstGeom>
        </p:spPr>
        <p:txBody>
          <a:bodyPr/>
          <a:lstStyle/>
          <a:p>
            <a:pPr/>
            <a:r>
              <a:t>Local Area Network (LAN)</a:t>
            </a:r>
          </a:p>
        </p:txBody>
      </p:sp>
      <p:sp>
        <p:nvSpPr>
          <p:cNvPr id="808" name="Rectangle 3"/>
          <p:cNvSpPr txBox="1"/>
          <p:nvPr>
            <p:ph type="body" sz="half" idx="1"/>
          </p:nvPr>
        </p:nvSpPr>
        <p:spPr>
          <a:xfrm>
            <a:off x="457200" y="1600200"/>
            <a:ext cx="4038600" cy="4525963"/>
          </a:xfrm>
          <a:prstGeom prst="rect">
            <a:avLst/>
          </a:prstGeom>
        </p:spPr>
        <p:txBody>
          <a:bodyPr/>
          <a:lstStyle/>
          <a:p>
            <a:pPr marL="332613" indent="-332613" defTabSz="886968">
              <a:lnSpc>
                <a:spcPct val="90000"/>
              </a:lnSpc>
              <a:spcBef>
                <a:spcPts val="600"/>
              </a:spcBef>
              <a:defRPr sz="2716"/>
            </a:pPr>
            <a:r>
              <a:t>High speed, data network over small region</a:t>
            </a:r>
          </a:p>
          <a:p>
            <a:pPr lvl="1" marL="720661" indent="-277177" defTabSz="886968">
              <a:lnSpc>
                <a:spcPct val="90000"/>
              </a:lnSpc>
              <a:spcBef>
                <a:spcPts val="500"/>
              </a:spcBef>
              <a:defRPr sz="2328"/>
            </a:pPr>
            <a:r>
              <a:t>Few thousand meters</a:t>
            </a:r>
            <a:endParaRPr sz="2716"/>
          </a:p>
          <a:p>
            <a:pPr marL="332613" indent="-332613" defTabSz="886968">
              <a:lnSpc>
                <a:spcPct val="90000"/>
              </a:lnSpc>
              <a:spcBef>
                <a:spcPts val="600"/>
              </a:spcBef>
              <a:defRPr sz="2716"/>
            </a:pPr>
            <a:r>
              <a:t>Network technologies:</a:t>
            </a:r>
          </a:p>
          <a:p>
            <a:pPr lvl="1" marL="720661" indent="-277177" defTabSz="886968">
              <a:lnSpc>
                <a:spcPct val="90000"/>
              </a:lnSpc>
              <a:spcBef>
                <a:spcPts val="500"/>
              </a:spcBef>
              <a:defRPr sz="2328"/>
            </a:pPr>
            <a:r>
              <a:t>Ethernet</a:t>
            </a:r>
            <a:endParaRPr sz="2716"/>
          </a:p>
          <a:p>
            <a:pPr lvl="1" marL="720661" indent="-277177" defTabSz="886968">
              <a:lnSpc>
                <a:spcPct val="90000"/>
              </a:lnSpc>
              <a:spcBef>
                <a:spcPts val="500"/>
              </a:spcBef>
              <a:defRPr sz="2328"/>
            </a:pPr>
            <a:r>
              <a:t>FDDI</a:t>
            </a:r>
            <a:endParaRPr sz="2716"/>
          </a:p>
          <a:p>
            <a:pPr lvl="1" marL="720661" indent="-277177" defTabSz="886968">
              <a:lnSpc>
                <a:spcPct val="90000"/>
              </a:lnSpc>
              <a:spcBef>
                <a:spcPts val="500"/>
              </a:spcBef>
              <a:defRPr sz="2328"/>
            </a:pPr>
            <a:r>
              <a:t>Token ring</a:t>
            </a:r>
            <a:endParaRPr sz="2716"/>
          </a:p>
          <a:p>
            <a:pPr marL="332613" indent="-332613" defTabSz="886968">
              <a:lnSpc>
                <a:spcPct val="90000"/>
              </a:lnSpc>
              <a:spcBef>
                <a:spcPts val="600"/>
              </a:spcBef>
              <a:defRPr sz="2716"/>
            </a:pPr>
            <a:r>
              <a:t>Data link layer </a:t>
            </a:r>
          </a:p>
          <a:p>
            <a:pPr lvl="1" marL="720661" indent="-277177" defTabSz="886968">
              <a:lnSpc>
                <a:spcPct val="90000"/>
              </a:lnSpc>
              <a:spcBef>
                <a:spcPts val="500"/>
              </a:spcBef>
              <a:defRPr sz="2328"/>
            </a:pPr>
            <a:r>
              <a:t>Packets routed based on physical address (MAC)</a:t>
            </a:r>
          </a:p>
        </p:txBody>
      </p:sp>
      <p:pic>
        <p:nvPicPr>
          <p:cNvPr id="809" name="Object 5" descr="Object 5"/>
          <p:cNvPicPr>
            <a:picLocks noChangeAspect="1"/>
          </p:cNvPicPr>
          <p:nvPr/>
        </p:nvPicPr>
        <p:blipFill>
          <a:blip r:embed="rId2">
            <a:extLst/>
          </a:blip>
          <a:stretch>
            <a:fillRect/>
          </a:stretch>
        </p:blipFill>
        <p:spPr>
          <a:xfrm>
            <a:off x="5180012" y="4267200"/>
            <a:ext cx="2287588" cy="1803400"/>
          </a:xfrm>
          <a:prstGeom prst="rect">
            <a:avLst/>
          </a:prstGeom>
          <a:ln w="12700">
            <a:miter lim="400000"/>
          </a:ln>
        </p:spPr>
      </p:pic>
      <p:pic>
        <p:nvPicPr>
          <p:cNvPr id="810" name="Object 4" descr="Object 4"/>
          <p:cNvPicPr>
            <a:picLocks noChangeAspect="1"/>
          </p:cNvPicPr>
          <p:nvPr/>
        </p:nvPicPr>
        <p:blipFill>
          <a:blip r:embed="rId3">
            <a:extLst/>
          </a:blip>
          <a:stretch>
            <a:fillRect/>
          </a:stretch>
        </p:blipFill>
        <p:spPr>
          <a:xfrm>
            <a:off x="4953000" y="2101850"/>
            <a:ext cx="2763839" cy="1250950"/>
          </a:xfrm>
          <a:prstGeom prst="rect">
            <a:avLst/>
          </a:prstGeom>
          <a:ln w="12700">
            <a:miter lim="400000"/>
          </a:ln>
        </p:spPr>
      </p:pic>
      <p:sp>
        <p:nvSpPr>
          <p:cNvPr id="811" name="Text Box 6"/>
          <p:cNvSpPr txBox="1"/>
          <p:nvPr/>
        </p:nvSpPr>
        <p:spPr>
          <a:xfrm>
            <a:off x="6141720" y="1752600"/>
            <a:ext cx="797084" cy="3581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000FF"/>
                </a:solidFill>
                <a:latin typeface="Garamond"/>
                <a:ea typeface="Garamond"/>
                <a:cs typeface="Garamond"/>
                <a:sym typeface="Garamond"/>
              </a:defRPr>
            </a:pPr>
            <a:r>
              <a:t>LAN 1</a:t>
            </a:r>
            <a:r>
              <a:rPr b="0">
                <a:solidFill>
                  <a:srgbClr val="000000"/>
                </a:solidFill>
              </a:rPr>
              <a:t> </a:t>
            </a:r>
          </a:p>
        </p:txBody>
      </p:sp>
      <p:sp>
        <p:nvSpPr>
          <p:cNvPr id="812" name="Text Box 7"/>
          <p:cNvSpPr txBox="1"/>
          <p:nvPr/>
        </p:nvSpPr>
        <p:spPr>
          <a:xfrm>
            <a:off x="6141720" y="6248400"/>
            <a:ext cx="813716" cy="3581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000FF"/>
                </a:solidFill>
                <a:latin typeface="Garamond"/>
                <a:ea typeface="Garamond"/>
                <a:cs typeface="Garamond"/>
                <a:sym typeface="Garamond"/>
              </a:defRPr>
            </a:pPr>
            <a:r>
              <a:t>LAN 2</a:t>
            </a:r>
            <a:r>
              <a:rPr b="0">
                <a:solidFill>
                  <a:srgbClr val="000000"/>
                </a:solidFill>
              </a:rPr>
              <a:t> </a:t>
            </a:r>
          </a:p>
        </p:txBody>
      </p:sp>
      <p:sp>
        <p:nvSpPr>
          <p:cNvPr id="813" name="Text Box 8"/>
          <p:cNvSpPr txBox="1"/>
          <p:nvPr/>
        </p:nvSpPr>
        <p:spPr>
          <a:xfrm>
            <a:off x="6294120" y="3429000"/>
            <a:ext cx="326490" cy="7772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800">
                <a:solidFill>
                  <a:srgbClr val="0000FF"/>
                </a:solidFill>
                <a:latin typeface="Garamond"/>
                <a:ea typeface="Garamond"/>
                <a:cs typeface="Garamond"/>
                <a:sym typeface="Garamond"/>
              </a:defRPr>
            </a:lvl1pPr>
          </a:lstStyle>
          <a:p>
            <a:pPr/>
            <a:r>
              <a: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5" name="Rectangle 2"/>
          <p:cNvSpPr txBox="1"/>
          <p:nvPr>
            <p:ph type="title"/>
          </p:nvPr>
        </p:nvSpPr>
        <p:spPr>
          <a:prstGeom prst="rect">
            <a:avLst/>
          </a:prstGeom>
        </p:spPr>
        <p:txBody>
          <a:bodyPr/>
          <a:lstStyle/>
          <a:p>
            <a:pPr/>
            <a:r>
              <a:t>Connecting Below Internet Level</a:t>
            </a:r>
          </a:p>
        </p:txBody>
      </p:sp>
      <p:sp>
        <p:nvSpPr>
          <p:cNvPr id="816" name="Rectangle 4"/>
          <p:cNvSpPr txBox="1"/>
          <p:nvPr>
            <p:ph type="body" sz="half" idx="1"/>
          </p:nvPr>
        </p:nvSpPr>
        <p:spPr>
          <a:xfrm>
            <a:off x="457200" y="1600200"/>
            <a:ext cx="4038600" cy="4953000"/>
          </a:xfrm>
          <a:prstGeom prst="rect">
            <a:avLst/>
          </a:prstGeom>
        </p:spPr>
        <p:txBody>
          <a:bodyPr/>
          <a:lstStyle/>
          <a:p>
            <a:pPr>
              <a:lnSpc>
                <a:spcPct val="90000"/>
              </a:lnSpc>
              <a:spcBef>
                <a:spcPts val="500"/>
              </a:spcBef>
              <a:defRPr sz="2400"/>
            </a:pPr>
            <a:r>
              <a:t>Hub</a:t>
            </a:r>
          </a:p>
          <a:p>
            <a:pPr lvl="1" marL="742950" indent="-285750">
              <a:lnSpc>
                <a:spcPct val="90000"/>
              </a:lnSpc>
              <a:spcBef>
                <a:spcPts val="400"/>
              </a:spcBef>
              <a:defRPr sz="2000"/>
            </a:pPr>
            <a:r>
              <a:t>Center of star topology</a:t>
            </a:r>
            <a:endParaRPr sz="2800"/>
          </a:p>
          <a:p>
            <a:pPr lvl="1" marL="742950" indent="-285750">
              <a:lnSpc>
                <a:spcPct val="90000"/>
              </a:lnSpc>
              <a:spcBef>
                <a:spcPts val="400"/>
              </a:spcBef>
              <a:defRPr sz="2000"/>
            </a:pPr>
            <a:r>
              <a:t>In Ethernet, multiport repeater or concentrator</a:t>
            </a:r>
            <a:endParaRPr sz="2800"/>
          </a:p>
          <a:p>
            <a:pPr>
              <a:lnSpc>
                <a:spcPct val="90000"/>
              </a:lnSpc>
              <a:spcBef>
                <a:spcPts val="500"/>
              </a:spcBef>
              <a:defRPr sz="2400"/>
            </a:pPr>
            <a:r>
              <a:t>Bridge</a:t>
            </a:r>
          </a:p>
          <a:p>
            <a:pPr lvl="1" marL="742950" indent="-285750">
              <a:lnSpc>
                <a:spcPct val="90000"/>
              </a:lnSpc>
              <a:spcBef>
                <a:spcPts val="400"/>
              </a:spcBef>
              <a:defRPr sz="2000"/>
            </a:pPr>
            <a:r>
              <a:t>Connects 2 networks of same technology – extended LAN</a:t>
            </a:r>
            <a:endParaRPr sz="2800"/>
          </a:p>
          <a:p>
            <a:pPr lvl="1" marL="742950" indent="-285750">
              <a:lnSpc>
                <a:spcPct val="90000"/>
              </a:lnSpc>
              <a:spcBef>
                <a:spcPts val="400"/>
              </a:spcBef>
              <a:defRPr sz="2000"/>
            </a:pPr>
            <a:r>
              <a:t>Filters/forwards/floods based on MAC </a:t>
            </a:r>
            <a:endParaRPr sz="2800"/>
          </a:p>
          <a:p>
            <a:pPr lvl="1" marL="742950" indent="-285750">
              <a:lnSpc>
                <a:spcPct val="90000"/>
              </a:lnSpc>
              <a:spcBef>
                <a:spcPts val="400"/>
              </a:spcBef>
              <a:defRPr sz="2000"/>
            </a:pPr>
            <a:r>
              <a:t>Link layer - frames</a:t>
            </a:r>
            <a:endParaRPr sz="2800"/>
          </a:p>
          <a:p>
            <a:pPr>
              <a:lnSpc>
                <a:spcPct val="90000"/>
              </a:lnSpc>
              <a:spcBef>
                <a:spcPts val="500"/>
              </a:spcBef>
              <a:defRPr sz="2400"/>
            </a:pPr>
            <a:r>
              <a:t>Switch</a:t>
            </a:r>
          </a:p>
          <a:p>
            <a:pPr lvl="1" marL="742950" indent="-285750">
              <a:lnSpc>
                <a:spcPct val="90000"/>
              </a:lnSpc>
              <a:spcBef>
                <a:spcPts val="400"/>
              </a:spcBef>
              <a:defRPr sz="2000"/>
            </a:pPr>
            <a:r>
              <a:t>Connects 2+ networks – packet-switched network</a:t>
            </a:r>
            <a:endParaRPr sz="2800"/>
          </a:p>
          <a:p>
            <a:pPr lvl="1" marL="742950" indent="-285750">
              <a:lnSpc>
                <a:spcPct val="90000"/>
              </a:lnSpc>
              <a:spcBef>
                <a:spcPts val="400"/>
              </a:spcBef>
              <a:defRPr sz="2000"/>
            </a:pPr>
            <a:r>
              <a:t>Reduces collisions</a:t>
            </a:r>
          </a:p>
        </p:txBody>
      </p:sp>
      <p:pic>
        <p:nvPicPr>
          <p:cNvPr id="817" name="Object 5" descr="Object 5"/>
          <p:cNvPicPr>
            <a:picLocks noChangeAspect="1"/>
          </p:cNvPicPr>
          <p:nvPr/>
        </p:nvPicPr>
        <p:blipFill>
          <a:blip r:embed="rId2">
            <a:extLst/>
          </a:blip>
          <a:stretch>
            <a:fillRect/>
          </a:stretch>
        </p:blipFill>
        <p:spPr>
          <a:xfrm>
            <a:off x="5865812" y="1778000"/>
            <a:ext cx="1450976" cy="1219200"/>
          </a:xfrm>
          <a:prstGeom prst="rect">
            <a:avLst/>
          </a:prstGeom>
          <a:ln w="12700">
            <a:miter lim="400000"/>
          </a:ln>
        </p:spPr>
      </p:pic>
      <p:pic>
        <p:nvPicPr>
          <p:cNvPr id="818" name="Object 6" descr="Object 6"/>
          <p:cNvPicPr>
            <a:picLocks noChangeAspect="1"/>
          </p:cNvPicPr>
          <p:nvPr/>
        </p:nvPicPr>
        <p:blipFill>
          <a:blip r:embed="rId3">
            <a:extLst/>
          </a:blip>
          <a:stretch>
            <a:fillRect/>
          </a:stretch>
        </p:blipFill>
        <p:spPr>
          <a:xfrm>
            <a:off x="5102225" y="3373437"/>
            <a:ext cx="2979739" cy="1049338"/>
          </a:xfrm>
          <a:prstGeom prst="rect">
            <a:avLst/>
          </a:prstGeom>
          <a:ln w="12700">
            <a:miter lim="400000"/>
          </a:ln>
        </p:spPr>
      </p:pic>
      <p:sp>
        <p:nvSpPr>
          <p:cNvPr id="819" name="Text Box 9"/>
          <p:cNvSpPr txBox="1"/>
          <p:nvPr/>
        </p:nvSpPr>
        <p:spPr>
          <a:xfrm>
            <a:off x="5227320" y="2743200"/>
            <a:ext cx="604327"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1F497D"/>
                </a:solidFill>
                <a:latin typeface="Garamond"/>
                <a:ea typeface="Garamond"/>
                <a:cs typeface="Garamond"/>
                <a:sym typeface="Garamond"/>
              </a:defRPr>
            </a:lvl1pPr>
          </a:lstStyle>
          <a:p>
            <a:pPr/>
            <a:r>
              <a:t>Hub</a:t>
            </a:r>
          </a:p>
        </p:txBody>
      </p:sp>
      <p:sp>
        <p:nvSpPr>
          <p:cNvPr id="820" name="Text Box 10"/>
          <p:cNvSpPr txBox="1"/>
          <p:nvPr/>
        </p:nvSpPr>
        <p:spPr>
          <a:xfrm>
            <a:off x="5074920" y="4191000"/>
            <a:ext cx="831786"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1F497D"/>
                </a:solidFill>
                <a:latin typeface="Garamond"/>
                <a:ea typeface="Garamond"/>
                <a:cs typeface="Garamond"/>
                <a:sym typeface="Garamond"/>
              </a:defRPr>
            </a:lvl1pPr>
          </a:lstStyle>
          <a:p>
            <a:pPr/>
            <a:r>
              <a:t>Bridge</a:t>
            </a:r>
          </a:p>
        </p:txBody>
      </p:sp>
      <p:sp>
        <p:nvSpPr>
          <p:cNvPr id="821" name="Text Box 11"/>
          <p:cNvSpPr txBox="1"/>
          <p:nvPr/>
        </p:nvSpPr>
        <p:spPr>
          <a:xfrm>
            <a:off x="4770120" y="5791200"/>
            <a:ext cx="823849"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1F497D"/>
                </a:solidFill>
                <a:latin typeface="Garamond"/>
                <a:ea typeface="Garamond"/>
                <a:cs typeface="Garamond"/>
                <a:sym typeface="Garamond"/>
              </a:defRPr>
            </a:lvl1pPr>
          </a:lstStyle>
          <a:p>
            <a:pPr/>
            <a:r>
              <a:t>Switch</a:t>
            </a:r>
          </a:p>
        </p:txBody>
      </p:sp>
      <p:sp>
        <p:nvSpPr>
          <p:cNvPr id="822" name="Line 13"/>
          <p:cNvSpPr/>
          <p:nvPr/>
        </p:nvSpPr>
        <p:spPr>
          <a:xfrm flipV="1">
            <a:off x="5867400" y="2514599"/>
            <a:ext cx="609601" cy="381002"/>
          </a:xfrm>
          <a:prstGeom prst="line">
            <a:avLst/>
          </a:prstGeom>
          <a:ln w="57150">
            <a:solidFill>
              <a:srgbClr val="FFFF00"/>
            </a:solidFill>
            <a:tailEnd type="triangle"/>
          </a:ln>
        </p:spPr>
        <p:txBody>
          <a:bodyPr lIns="45719" rIns="45719"/>
          <a:lstStyle/>
          <a:p>
            <a:pPr/>
          </a:p>
        </p:txBody>
      </p:sp>
      <p:sp>
        <p:nvSpPr>
          <p:cNvPr id="823" name="Line 14"/>
          <p:cNvSpPr/>
          <p:nvPr/>
        </p:nvSpPr>
        <p:spPr>
          <a:xfrm flipV="1">
            <a:off x="5638799" y="5714999"/>
            <a:ext cx="533402" cy="228602"/>
          </a:xfrm>
          <a:prstGeom prst="line">
            <a:avLst/>
          </a:prstGeom>
          <a:ln w="57150">
            <a:solidFill>
              <a:srgbClr val="FFFF00"/>
            </a:solidFill>
            <a:tailEnd type="triangle"/>
          </a:ln>
        </p:spPr>
        <p:txBody>
          <a:bodyPr lIns="45719" rIns="45719"/>
          <a:lstStyle/>
          <a:p>
            <a:pPr/>
          </a:p>
        </p:txBody>
      </p:sp>
      <p:sp>
        <p:nvSpPr>
          <p:cNvPr id="824" name="Line 15"/>
          <p:cNvSpPr/>
          <p:nvPr/>
        </p:nvSpPr>
        <p:spPr>
          <a:xfrm flipV="1">
            <a:off x="5943600" y="4267200"/>
            <a:ext cx="381001" cy="152400"/>
          </a:xfrm>
          <a:prstGeom prst="line">
            <a:avLst/>
          </a:prstGeom>
          <a:ln w="57150">
            <a:solidFill>
              <a:srgbClr val="FFFF00"/>
            </a:solidFill>
            <a:tailEnd type="triangle"/>
          </a:ln>
        </p:spPr>
        <p:txBody>
          <a:bodyPr lIns="45719" rIns="45719"/>
          <a:lstStyle/>
          <a:p>
            <a:pPr/>
          </a:p>
        </p:txBody>
      </p:sp>
      <p:pic>
        <p:nvPicPr>
          <p:cNvPr id="825" name="Object 16" descr="Object 16"/>
          <p:cNvPicPr>
            <a:picLocks noChangeAspect="1"/>
          </p:cNvPicPr>
          <p:nvPr/>
        </p:nvPicPr>
        <p:blipFill>
          <a:blip r:embed="rId4">
            <a:extLst/>
          </a:blip>
          <a:stretch>
            <a:fillRect/>
          </a:stretch>
        </p:blipFill>
        <p:spPr>
          <a:xfrm>
            <a:off x="5105400" y="4776787"/>
            <a:ext cx="2989264" cy="1014413"/>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7" name="Rectangle 2"/>
          <p:cNvSpPr txBox="1"/>
          <p:nvPr>
            <p:ph type="title"/>
          </p:nvPr>
        </p:nvSpPr>
        <p:spPr>
          <a:prstGeom prst="rect">
            <a:avLst/>
          </a:prstGeom>
        </p:spPr>
        <p:txBody>
          <a:bodyPr/>
          <a:lstStyle/>
          <a:p>
            <a:pPr/>
            <a:r>
              <a:t>Connecting at the Internet Level</a:t>
            </a:r>
          </a:p>
        </p:txBody>
      </p:sp>
      <p:sp>
        <p:nvSpPr>
          <p:cNvPr id="828" name="Rectangle 8"/>
          <p:cNvSpPr txBox="1"/>
          <p:nvPr>
            <p:ph type="body" sz="half" idx="1"/>
          </p:nvPr>
        </p:nvSpPr>
        <p:spPr>
          <a:xfrm>
            <a:off x="457200" y="1600200"/>
            <a:ext cx="4038600" cy="4525963"/>
          </a:xfrm>
          <a:prstGeom prst="rect">
            <a:avLst/>
          </a:prstGeom>
        </p:spPr>
        <p:txBody>
          <a:bodyPr/>
          <a:lstStyle/>
          <a:p>
            <a:pPr>
              <a:spcBef>
                <a:spcPts val="600"/>
              </a:spcBef>
              <a:defRPr sz="2800"/>
            </a:pPr>
            <a:r>
              <a:t>Router</a:t>
            </a:r>
          </a:p>
          <a:p>
            <a:pPr lvl="1" marL="742950" indent="-285750">
              <a:spcBef>
                <a:spcPts val="500"/>
              </a:spcBef>
              <a:defRPr sz="2400"/>
            </a:pPr>
            <a:r>
              <a:t>Originally gateway</a:t>
            </a:r>
            <a:endParaRPr sz="2800"/>
          </a:p>
          <a:p>
            <a:pPr lvl="1" marL="742950" indent="-285750">
              <a:spcBef>
                <a:spcPts val="500"/>
              </a:spcBef>
              <a:defRPr sz="2400"/>
            </a:pPr>
            <a:r>
              <a:t>Forwards packets based on network layer info </a:t>
            </a:r>
            <a:r>
              <a:rPr>
                <a:solidFill>
                  <a:srgbClr val="1F497D"/>
                </a:solidFill>
              </a:rPr>
              <a:t>(IP)</a:t>
            </a:r>
            <a:endParaRPr sz="2800"/>
          </a:p>
          <a:p>
            <a:pPr lvl="1" marL="742950" indent="-285750">
              <a:spcBef>
                <a:spcPts val="500"/>
              </a:spcBef>
              <a:defRPr sz="2400"/>
            </a:pPr>
            <a:r>
              <a:t>Separate broadcast domains</a:t>
            </a:r>
            <a:endParaRPr sz="2800"/>
          </a:p>
          <a:p>
            <a:pPr lvl="1" marL="742950" indent="-285750">
              <a:spcBef>
                <a:spcPts val="500"/>
              </a:spcBef>
              <a:defRPr sz="2400"/>
            </a:pPr>
            <a:r>
              <a:t>In each domain, IP packet encapsulated in domain-specific packet</a:t>
            </a:r>
          </a:p>
        </p:txBody>
      </p:sp>
      <p:pic>
        <p:nvPicPr>
          <p:cNvPr id="829" name="Object 11" descr="Object 11"/>
          <p:cNvPicPr>
            <a:picLocks noChangeAspect="1"/>
          </p:cNvPicPr>
          <p:nvPr/>
        </p:nvPicPr>
        <p:blipFill>
          <a:blip r:embed="rId2">
            <a:extLst/>
          </a:blip>
          <a:stretch>
            <a:fillRect/>
          </a:stretch>
        </p:blipFill>
        <p:spPr>
          <a:xfrm>
            <a:off x="4706937" y="1600200"/>
            <a:ext cx="3919538" cy="4525963"/>
          </a:xfrm>
          <a:prstGeom prst="rect">
            <a:avLst/>
          </a:prstGeom>
          <a:ln w="12700">
            <a:miter lim="400000"/>
          </a:ln>
        </p:spPr>
      </p:pic>
      <p:sp>
        <p:nvSpPr>
          <p:cNvPr id="830" name="Text Box 12"/>
          <p:cNvSpPr txBox="1"/>
          <p:nvPr/>
        </p:nvSpPr>
        <p:spPr>
          <a:xfrm>
            <a:off x="5151120" y="3565525"/>
            <a:ext cx="837243"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1F497D"/>
                </a:solidFill>
                <a:latin typeface="Garamond"/>
                <a:ea typeface="Garamond"/>
                <a:cs typeface="Garamond"/>
                <a:sym typeface="Garamond"/>
              </a:defRPr>
            </a:lvl1pPr>
          </a:lstStyle>
          <a:p>
            <a:pPr/>
            <a:r>
              <a:t>Router</a:t>
            </a:r>
          </a:p>
        </p:txBody>
      </p:sp>
      <p:sp>
        <p:nvSpPr>
          <p:cNvPr id="831" name="Line 14"/>
          <p:cNvSpPr/>
          <p:nvPr/>
        </p:nvSpPr>
        <p:spPr>
          <a:xfrm flipV="1">
            <a:off x="6019800" y="3505199"/>
            <a:ext cx="457201" cy="228602"/>
          </a:xfrm>
          <a:prstGeom prst="line">
            <a:avLst/>
          </a:prstGeom>
          <a:ln w="38100">
            <a:solidFill>
              <a:srgbClr val="FFFF00"/>
            </a:solidFill>
            <a:tailEnd type="triangle"/>
          </a:ln>
        </p:spPr>
        <p:txBody>
          <a:bodyPr lIns="45719" rIns="45719"/>
          <a:lstStyle/>
          <a:p>
            <a:pPr/>
          </a:p>
        </p:txBody>
      </p:sp>
      <p:sp>
        <p:nvSpPr>
          <p:cNvPr id="832" name="Line 15"/>
          <p:cNvSpPr/>
          <p:nvPr/>
        </p:nvSpPr>
        <p:spPr>
          <a:xfrm>
            <a:off x="6019800" y="3810000"/>
            <a:ext cx="457201" cy="152400"/>
          </a:xfrm>
          <a:prstGeom prst="line">
            <a:avLst/>
          </a:prstGeom>
          <a:ln w="38100">
            <a:solidFill>
              <a:srgbClr val="FFFF00"/>
            </a:solidFill>
            <a:tailEnd type="triangle"/>
          </a:ln>
        </p:spPr>
        <p:txBody>
          <a:bodyPr lIns="45719" rIns="45719"/>
          <a:lstStyle/>
          <a:p>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4" name="Rectangle 9"/>
          <p:cNvSpPr txBox="1"/>
          <p:nvPr>
            <p:ph type="title"/>
          </p:nvPr>
        </p:nvSpPr>
        <p:spPr>
          <a:prstGeom prst="rect">
            <a:avLst/>
          </a:prstGeom>
        </p:spPr>
        <p:txBody>
          <a:bodyPr/>
          <a:lstStyle/>
          <a:p>
            <a:pPr>
              <a:defRPr sz="3200"/>
            </a:pPr>
            <a:r>
              <a:t>OSI Reference Model </a:t>
            </a:r>
            <a:br/>
            <a:r>
              <a:t>for Network Design</a:t>
            </a:r>
          </a:p>
        </p:txBody>
      </p:sp>
      <p:sp>
        <p:nvSpPr>
          <p:cNvPr id="835" name="Freeform 6"/>
          <p:cNvSpPr/>
          <p:nvPr/>
        </p:nvSpPr>
        <p:spPr>
          <a:xfrm>
            <a:off x="3036888" y="2251075"/>
            <a:ext cx="3168651" cy="2847975"/>
          </a:xfrm>
          <a:prstGeom prst="rect">
            <a:avLst/>
          </a:prstGeom>
          <a:solidFill>
            <a:schemeClr val="accent1"/>
          </a:solidFill>
          <a:ln w="12700">
            <a:miter lim="400000"/>
          </a:ln>
        </p:spPr>
        <p:txBody>
          <a:bodyPr lIns="45719" rIns="45719"/>
          <a:lstStyle/>
          <a:p>
            <a:pPr>
              <a:defRPr>
                <a:latin typeface="Garamond"/>
                <a:ea typeface="Garamond"/>
                <a:cs typeface="Garamond"/>
                <a:sym typeface="Garamond"/>
              </a:defRPr>
            </a:pPr>
          </a:p>
        </p:txBody>
      </p:sp>
      <p:sp>
        <p:nvSpPr>
          <p:cNvPr id="836" name="Freeform 7"/>
          <p:cNvSpPr/>
          <p:nvPr/>
        </p:nvSpPr>
        <p:spPr>
          <a:xfrm>
            <a:off x="3036888" y="2251075"/>
            <a:ext cx="3168651" cy="2847975"/>
          </a:xfrm>
          <a:prstGeom prst="rect">
            <a:avLst/>
          </a:prstGeom>
          <a:solidFill>
            <a:schemeClr val="accent1"/>
          </a:solidFill>
          <a:ln w="12700">
            <a:miter lim="400000"/>
          </a:ln>
        </p:spPr>
        <p:txBody>
          <a:bodyPr lIns="45719" rIns="45719"/>
          <a:lstStyle/>
          <a:p>
            <a:pPr>
              <a:defRPr>
                <a:latin typeface="Garamond"/>
                <a:ea typeface="Garamond"/>
                <a:cs typeface="Garamond"/>
                <a:sym typeface="Garamond"/>
              </a:defRPr>
            </a:pPr>
          </a:p>
        </p:txBody>
      </p:sp>
      <p:sp>
        <p:nvSpPr>
          <p:cNvPr id="837" name="Text Box 8"/>
          <p:cNvSpPr txBox="1"/>
          <p:nvPr/>
        </p:nvSpPr>
        <p:spPr>
          <a:xfrm>
            <a:off x="2160588" y="2428875"/>
            <a:ext cx="4813301" cy="279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61913" algn="ctr" defTabSz="642937">
              <a:tabLst>
                <a:tab pos="508000" algn="l"/>
              </a:tabLst>
              <a:defRPr sz="2100">
                <a:latin typeface="Futura"/>
                <a:ea typeface="Futura"/>
                <a:cs typeface="Futura"/>
                <a:sym typeface="Futura"/>
              </a:defRPr>
            </a:pPr>
            <a:r>
              <a:t>Application (Layer 7)</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Presentation</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Session</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Transport</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Network</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Data Link</a:t>
            </a:r>
            <a:endParaRPr>
              <a:latin typeface="Garamond"/>
              <a:ea typeface="Garamond"/>
              <a:cs typeface="Garamond"/>
              <a:sym typeface="Garamond"/>
            </a:endParaRPr>
          </a:p>
          <a:p>
            <a:pPr indent="61913" algn="ctr" defTabSz="642937">
              <a:tabLst>
                <a:tab pos="508000" algn="l"/>
              </a:tabLst>
              <a:defRPr sz="2100">
                <a:latin typeface="Futura"/>
                <a:ea typeface="Futura"/>
                <a:cs typeface="Futura"/>
                <a:sym typeface="Futura"/>
              </a:defRPr>
            </a:pPr>
            <a:r>
              <a:t>Physical (Layer 1)</a:t>
            </a:r>
            <a:endParaRPr>
              <a:latin typeface="Garamond"/>
              <a:ea typeface="Garamond"/>
              <a:cs typeface="Garamond"/>
              <a:sym typeface="Garamond"/>
            </a:endParaR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1" name="Rectangle 4"/>
          <p:cNvSpPr txBox="1"/>
          <p:nvPr>
            <p:ph type="title"/>
          </p:nvPr>
        </p:nvSpPr>
        <p:spPr>
          <a:prstGeom prst="rect">
            <a:avLst/>
          </a:prstGeom>
        </p:spPr>
        <p:txBody>
          <a:bodyPr/>
          <a:lstStyle/>
          <a:p>
            <a:pPr/>
            <a:r>
              <a:t>OSI vs. TCP/IP Stack</a:t>
            </a:r>
          </a:p>
        </p:txBody>
      </p:sp>
      <p:grpSp>
        <p:nvGrpSpPr>
          <p:cNvPr id="895" name="Group 8"/>
          <p:cNvGrpSpPr/>
          <p:nvPr/>
        </p:nvGrpSpPr>
        <p:grpSpPr>
          <a:xfrm>
            <a:off x="1730375" y="1546224"/>
            <a:ext cx="5869931" cy="4319589"/>
            <a:chOff x="0" y="0"/>
            <a:chExt cx="5869929" cy="4319587"/>
          </a:xfrm>
        </p:grpSpPr>
        <p:sp>
          <p:nvSpPr>
            <p:cNvPr id="842" name="Rectangle 9"/>
            <p:cNvSpPr txBox="1"/>
            <p:nvPr/>
          </p:nvSpPr>
          <p:spPr>
            <a:xfrm>
              <a:off x="225424" y="0"/>
              <a:ext cx="4405116" cy="558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3200">
                  <a:solidFill>
                    <a:srgbClr val="1F497D"/>
                  </a:solidFill>
                  <a:latin typeface="Comic Sans MS"/>
                  <a:ea typeface="Comic Sans MS"/>
                  <a:cs typeface="Comic Sans MS"/>
                  <a:sym typeface="Comic Sans MS"/>
                </a:defRPr>
              </a:lvl1pPr>
            </a:lstStyle>
            <a:p>
              <a:pPr/>
              <a:r>
                <a:t>Layering:  FTP Example</a:t>
              </a:r>
            </a:p>
          </p:txBody>
        </p:sp>
        <p:sp>
          <p:nvSpPr>
            <p:cNvPr id="843" name="Rectangle 10"/>
            <p:cNvSpPr/>
            <p:nvPr/>
          </p:nvSpPr>
          <p:spPr>
            <a:xfrm>
              <a:off x="184149" y="1022350"/>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4" name="Rectangle 11"/>
            <p:cNvSpPr/>
            <p:nvPr/>
          </p:nvSpPr>
          <p:spPr>
            <a:xfrm>
              <a:off x="168274" y="1006475"/>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5" name="Rectangle 12"/>
            <p:cNvSpPr/>
            <p:nvPr/>
          </p:nvSpPr>
          <p:spPr>
            <a:xfrm>
              <a:off x="184149" y="1444625"/>
              <a:ext cx="1476375" cy="390526"/>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6" name="Rectangle 13"/>
            <p:cNvSpPr/>
            <p:nvPr/>
          </p:nvSpPr>
          <p:spPr>
            <a:xfrm>
              <a:off x="168274" y="1428750"/>
              <a:ext cx="1508125" cy="422276"/>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7" name="Rectangle 14"/>
            <p:cNvSpPr/>
            <p:nvPr/>
          </p:nvSpPr>
          <p:spPr>
            <a:xfrm>
              <a:off x="184149" y="1865312"/>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8" name="Rectangle 15"/>
            <p:cNvSpPr/>
            <p:nvPr/>
          </p:nvSpPr>
          <p:spPr>
            <a:xfrm>
              <a:off x="168274" y="1849437"/>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49" name="Rectangle 16"/>
            <p:cNvSpPr/>
            <p:nvPr/>
          </p:nvSpPr>
          <p:spPr>
            <a:xfrm>
              <a:off x="184149" y="2287587"/>
              <a:ext cx="1476375" cy="392113"/>
            </a:xfrm>
            <a:prstGeom prst="rect">
              <a:avLst/>
            </a:prstGeom>
            <a:solidFill>
              <a:srgbClr val="B2B2B2"/>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0" name="Rectangle 17"/>
            <p:cNvSpPr/>
            <p:nvPr/>
          </p:nvSpPr>
          <p:spPr>
            <a:xfrm>
              <a:off x="168274" y="2271712"/>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1" name="Rectangle 18"/>
            <p:cNvSpPr/>
            <p:nvPr/>
          </p:nvSpPr>
          <p:spPr>
            <a:xfrm>
              <a:off x="184149" y="2697162"/>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2" name="Rectangle 19"/>
            <p:cNvSpPr/>
            <p:nvPr/>
          </p:nvSpPr>
          <p:spPr>
            <a:xfrm>
              <a:off x="168274" y="2681287"/>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3" name="Rectangle 20"/>
            <p:cNvSpPr/>
            <p:nvPr/>
          </p:nvSpPr>
          <p:spPr>
            <a:xfrm>
              <a:off x="184149" y="3119437"/>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4" name="Rectangle 21"/>
            <p:cNvSpPr/>
            <p:nvPr/>
          </p:nvSpPr>
          <p:spPr>
            <a:xfrm>
              <a:off x="168274" y="3103562"/>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5" name="Rectangle 22"/>
            <p:cNvSpPr/>
            <p:nvPr/>
          </p:nvSpPr>
          <p:spPr>
            <a:xfrm>
              <a:off x="3438524" y="2660650"/>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6" name="Rectangle 23"/>
            <p:cNvSpPr/>
            <p:nvPr/>
          </p:nvSpPr>
          <p:spPr>
            <a:xfrm>
              <a:off x="3422649" y="2644775"/>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7" name="Rectangle 24"/>
            <p:cNvSpPr txBox="1"/>
            <p:nvPr/>
          </p:nvSpPr>
          <p:spPr>
            <a:xfrm>
              <a:off x="3770312" y="2716212"/>
              <a:ext cx="834926"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Network</a:t>
              </a:r>
            </a:p>
          </p:txBody>
        </p:sp>
        <p:sp>
          <p:nvSpPr>
            <p:cNvPr id="858" name="Rectangle 25"/>
            <p:cNvSpPr/>
            <p:nvPr/>
          </p:nvSpPr>
          <p:spPr>
            <a:xfrm>
              <a:off x="3438524" y="3082925"/>
              <a:ext cx="1476375" cy="814388"/>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59" name="Rectangle 26"/>
            <p:cNvSpPr/>
            <p:nvPr/>
          </p:nvSpPr>
          <p:spPr>
            <a:xfrm>
              <a:off x="3422649" y="3067050"/>
              <a:ext cx="1508125" cy="846138"/>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60" name="Rectangle 27"/>
            <p:cNvSpPr txBox="1"/>
            <p:nvPr/>
          </p:nvSpPr>
          <p:spPr>
            <a:xfrm>
              <a:off x="3986212" y="3349625"/>
              <a:ext cx="397669"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Link</a:t>
              </a:r>
            </a:p>
          </p:txBody>
        </p:sp>
        <p:sp>
          <p:nvSpPr>
            <p:cNvPr id="861" name="Rectangle 28"/>
            <p:cNvSpPr/>
            <p:nvPr/>
          </p:nvSpPr>
          <p:spPr>
            <a:xfrm>
              <a:off x="3438524" y="1793875"/>
              <a:ext cx="1476375" cy="836613"/>
            </a:xfrm>
            <a:prstGeom prst="rect">
              <a:avLst/>
            </a:prstGeom>
            <a:solidFill>
              <a:srgbClr val="B2B2B2"/>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62" name="Rectangle 29"/>
            <p:cNvSpPr/>
            <p:nvPr/>
          </p:nvSpPr>
          <p:spPr>
            <a:xfrm>
              <a:off x="3422649" y="1778000"/>
              <a:ext cx="1508125" cy="8683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63" name="Rectangle 30"/>
            <p:cNvSpPr txBox="1"/>
            <p:nvPr/>
          </p:nvSpPr>
          <p:spPr>
            <a:xfrm>
              <a:off x="3705224" y="2071687"/>
              <a:ext cx="966590"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Transport</a:t>
              </a:r>
            </a:p>
          </p:txBody>
        </p:sp>
        <p:sp>
          <p:nvSpPr>
            <p:cNvPr id="864" name="Rectangle 31"/>
            <p:cNvSpPr/>
            <p:nvPr/>
          </p:nvSpPr>
          <p:spPr>
            <a:xfrm>
              <a:off x="3438524" y="912812"/>
              <a:ext cx="1476375" cy="850901"/>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65" name="Rectangle 32"/>
            <p:cNvSpPr/>
            <p:nvPr/>
          </p:nvSpPr>
          <p:spPr>
            <a:xfrm>
              <a:off x="3422649" y="896937"/>
              <a:ext cx="1508125" cy="882651"/>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66" name="Rectangle 33"/>
            <p:cNvSpPr txBox="1"/>
            <p:nvPr/>
          </p:nvSpPr>
          <p:spPr>
            <a:xfrm>
              <a:off x="193674" y="976312"/>
              <a:ext cx="1065512"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Application</a:t>
              </a:r>
            </a:p>
          </p:txBody>
        </p:sp>
        <p:sp>
          <p:nvSpPr>
            <p:cNvPr id="867" name="Rectangle 34"/>
            <p:cNvSpPr txBox="1"/>
            <p:nvPr/>
          </p:nvSpPr>
          <p:spPr>
            <a:xfrm>
              <a:off x="193674" y="1411287"/>
              <a:ext cx="1209676"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Presentation</a:t>
              </a:r>
            </a:p>
          </p:txBody>
        </p:sp>
        <p:sp>
          <p:nvSpPr>
            <p:cNvPr id="868" name="Rectangle 35"/>
            <p:cNvSpPr txBox="1"/>
            <p:nvPr/>
          </p:nvSpPr>
          <p:spPr>
            <a:xfrm>
              <a:off x="193674" y="1868487"/>
              <a:ext cx="732930"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Session</a:t>
              </a:r>
            </a:p>
          </p:txBody>
        </p:sp>
        <p:sp>
          <p:nvSpPr>
            <p:cNvPr id="869" name="Rectangle 36"/>
            <p:cNvSpPr txBox="1"/>
            <p:nvPr/>
          </p:nvSpPr>
          <p:spPr>
            <a:xfrm>
              <a:off x="193674" y="2289175"/>
              <a:ext cx="966591"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Transport</a:t>
              </a:r>
            </a:p>
          </p:txBody>
        </p:sp>
        <p:sp>
          <p:nvSpPr>
            <p:cNvPr id="870" name="Rectangle 37"/>
            <p:cNvSpPr txBox="1"/>
            <p:nvPr/>
          </p:nvSpPr>
          <p:spPr>
            <a:xfrm>
              <a:off x="193674" y="2663825"/>
              <a:ext cx="834927"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Network</a:t>
              </a:r>
            </a:p>
          </p:txBody>
        </p:sp>
        <p:sp>
          <p:nvSpPr>
            <p:cNvPr id="871" name="Rectangle 38"/>
            <p:cNvSpPr/>
            <p:nvPr/>
          </p:nvSpPr>
          <p:spPr>
            <a:xfrm>
              <a:off x="184149" y="3541712"/>
              <a:ext cx="1476375" cy="392113"/>
            </a:xfrm>
            <a:prstGeom prst="rect">
              <a:avLst/>
            </a:prstGeom>
            <a:solidFill>
              <a:srgbClr val="FFFFFF"/>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72" name="Rectangle 39"/>
            <p:cNvSpPr/>
            <p:nvPr/>
          </p:nvSpPr>
          <p:spPr>
            <a:xfrm>
              <a:off x="168274" y="3525837"/>
              <a:ext cx="1508125" cy="423863"/>
            </a:xfrm>
            <a:prstGeom prst="rect">
              <a:avLst/>
            </a:prstGeom>
            <a:noFill/>
            <a:ln w="30163" cap="flat">
              <a:solidFill>
                <a:srgbClr val="000000"/>
              </a:solidFill>
              <a:prstDash val="solid"/>
              <a:miter lim="8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73" name="Rectangle 40"/>
            <p:cNvSpPr txBox="1"/>
            <p:nvPr/>
          </p:nvSpPr>
          <p:spPr>
            <a:xfrm>
              <a:off x="193674" y="3098800"/>
              <a:ext cx="397670"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Link</a:t>
              </a:r>
            </a:p>
          </p:txBody>
        </p:sp>
        <p:sp>
          <p:nvSpPr>
            <p:cNvPr id="874" name="Rectangle 41"/>
            <p:cNvSpPr txBox="1"/>
            <p:nvPr/>
          </p:nvSpPr>
          <p:spPr>
            <a:xfrm>
              <a:off x="193674" y="3556000"/>
              <a:ext cx="761505"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Physical</a:t>
              </a:r>
            </a:p>
          </p:txBody>
        </p:sp>
        <p:sp>
          <p:nvSpPr>
            <p:cNvPr id="875" name="Rectangle 42"/>
            <p:cNvSpPr txBox="1"/>
            <p:nvPr/>
          </p:nvSpPr>
          <p:spPr>
            <a:xfrm>
              <a:off x="0" y="4064000"/>
              <a:ext cx="2184562"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700">
                  <a:solidFill>
                    <a:srgbClr val="1F497D"/>
                  </a:solidFill>
                  <a:latin typeface="+mj-lt"/>
                  <a:ea typeface="+mj-ea"/>
                  <a:cs typeface="+mj-cs"/>
                  <a:sym typeface="Arial"/>
                </a:defRPr>
              </a:lvl1pPr>
            </a:lstStyle>
            <a:p>
              <a:pPr/>
              <a:r>
                <a:t>The 7-layer OSI Model</a:t>
              </a:r>
            </a:p>
          </p:txBody>
        </p:sp>
        <p:sp>
          <p:nvSpPr>
            <p:cNvPr id="876" name="Rectangle 43"/>
            <p:cNvSpPr txBox="1"/>
            <p:nvPr/>
          </p:nvSpPr>
          <p:spPr>
            <a:xfrm>
              <a:off x="3074987" y="4014787"/>
              <a:ext cx="2794943"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700">
                  <a:solidFill>
                    <a:srgbClr val="1F497D"/>
                  </a:solidFill>
                  <a:latin typeface="Comic Sans MS"/>
                  <a:ea typeface="Comic Sans MS"/>
                  <a:cs typeface="Comic Sans MS"/>
                  <a:sym typeface="Comic Sans MS"/>
                </a:defRPr>
              </a:lvl1pPr>
            </a:lstStyle>
            <a:p>
              <a:pPr/>
              <a:r>
                <a:t>The 4-layer Internet model</a:t>
              </a:r>
            </a:p>
          </p:txBody>
        </p:sp>
        <p:sp>
          <p:nvSpPr>
            <p:cNvPr id="877" name="Rectangle 44"/>
            <p:cNvSpPr txBox="1"/>
            <p:nvPr/>
          </p:nvSpPr>
          <p:spPr>
            <a:xfrm>
              <a:off x="3676649" y="1212850"/>
              <a:ext cx="1065511"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solidFill>
                    <a:srgbClr val="000099"/>
                  </a:solidFill>
                  <a:latin typeface="Comic Sans MS"/>
                  <a:ea typeface="Comic Sans MS"/>
                  <a:cs typeface="Comic Sans MS"/>
                  <a:sym typeface="Comic Sans MS"/>
                </a:defRPr>
              </a:lvl1pPr>
            </a:lstStyle>
            <a:p>
              <a:pPr/>
              <a:r>
                <a:t>Application</a:t>
              </a:r>
            </a:p>
          </p:txBody>
        </p:sp>
        <p:sp>
          <p:nvSpPr>
            <p:cNvPr id="878" name="Rectangle 45"/>
            <p:cNvSpPr txBox="1"/>
            <p:nvPr/>
          </p:nvSpPr>
          <p:spPr>
            <a:xfrm>
              <a:off x="2360612" y="1150937"/>
              <a:ext cx="33400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400">
                  <a:solidFill>
                    <a:srgbClr val="1F497D"/>
                  </a:solidFill>
                  <a:latin typeface="Comic Sans MS"/>
                  <a:ea typeface="Comic Sans MS"/>
                  <a:cs typeface="Comic Sans MS"/>
                  <a:sym typeface="Comic Sans MS"/>
                </a:defRPr>
              </a:lvl1pPr>
            </a:lstStyle>
            <a:p>
              <a:pPr/>
              <a:r>
                <a:t>FTP</a:t>
              </a:r>
            </a:p>
          </p:txBody>
        </p:sp>
        <p:sp>
          <p:nvSpPr>
            <p:cNvPr id="879" name="Rectangle 46"/>
            <p:cNvSpPr txBox="1"/>
            <p:nvPr/>
          </p:nvSpPr>
          <p:spPr>
            <a:xfrm>
              <a:off x="1928812" y="1512887"/>
              <a:ext cx="118237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400">
                  <a:solidFill>
                    <a:srgbClr val="1F497D"/>
                  </a:solidFill>
                  <a:latin typeface="Comic Sans MS"/>
                  <a:ea typeface="Comic Sans MS"/>
                  <a:cs typeface="Comic Sans MS"/>
                  <a:sym typeface="Comic Sans MS"/>
                </a:defRPr>
              </a:lvl1pPr>
            </a:lstStyle>
            <a:p>
              <a:pPr/>
              <a:r>
                <a:t>ASCII/Binary</a:t>
              </a:r>
            </a:p>
          </p:txBody>
        </p:sp>
        <p:sp>
          <p:nvSpPr>
            <p:cNvPr id="880" name="Rectangle 47"/>
            <p:cNvSpPr txBox="1"/>
            <p:nvPr/>
          </p:nvSpPr>
          <p:spPr>
            <a:xfrm>
              <a:off x="2427287" y="2778125"/>
              <a:ext cx="202395"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400">
                  <a:solidFill>
                    <a:srgbClr val="1F497D"/>
                  </a:solidFill>
                  <a:latin typeface="Comic Sans MS"/>
                  <a:ea typeface="Comic Sans MS"/>
                  <a:cs typeface="Comic Sans MS"/>
                  <a:sym typeface="Comic Sans MS"/>
                </a:defRPr>
              </a:lvl1pPr>
            </a:lstStyle>
            <a:p>
              <a:pPr/>
              <a:r>
                <a:t>IP</a:t>
              </a:r>
            </a:p>
          </p:txBody>
        </p:sp>
        <p:sp>
          <p:nvSpPr>
            <p:cNvPr id="881" name="Rectangle 48"/>
            <p:cNvSpPr txBox="1"/>
            <p:nvPr/>
          </p:nvSpPr>
          <p:spPr>
            <a:xfrm>
              <a:off x="2360612" y="2179637"/>
              <a:ext cx="333227"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400">
                  <a:solidFill>
                    <a:srgbClr val="1F497D"/>
                  </a:solidFill>
                  <a:latin typeface="Comic Sans MS"/>
                  <a:ea typeface="Comic Sans MS"/>
                  <a:cs typeface="Comic Sans MS"/>
                  <a:sym typeface="Comic Sans MS"/>
                </a:defRPr>
              </a:lvl1pPr>
            </a:lstStyle>
            <a:p>
              <a:pPr/>
              <a:r>
                <a:t>TCP</a:t>
              </a:r>
            </a:p>
          </p:txBody>
        </p:sp>
        <p:sp>
          <p:nvSpPr>
            <p:cNvPr id="882" name="Rectangle 49"/>
            <p:cNvSpPr txBox="1"/>
            <p:nvPr/>
          </p:nvSpPr>
          <p:spPr>
            <a:xfrm>
              <a:off x="2182812" y="3362325"/>
              <a:ext cx="76730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400">
                  <a:solidFill>
                    <a:srgbClr val="1F497D"/>
                  </a:solidFill>
                  <a:latin typeface="Comic Sans MS"/>
                  <a:ea typeface="Comic Sans MS"/>
                  <a:cs typeface="Comic Sans MS"/>
                  <a:sym typeface="Comic Sans MS"/>
                </a:defRPr>
              </a:lvl1pPr>
            </a:lstStyle>
            <a:p>
              <a:pPr/>
              <a:r>
                <a:t>Ethernet</a:t>
              </a:r>
            </a:p>
          </p:txBody>
        </p:sp>
        <p:sp>
          <p:nvSpPr>
            <p:cNvPr id="883" name="Freeform 50"/>
            <p:cNvSpPr/>
            <p:nvPr/>
          </p:nvSpPr>
          <p:spPr>
            <a:xfrm>
              <a:off x="1735137" y="3089275"/>
              <a:ext cx="136526" cy="874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746"/>
                  </a:lnTo>
                  <a:lnTo>
                    <a:pt x="16800" y="746"/>
                  </a:lnTo>
                  <a:lnTo>
                    <a:pt x="16800" y="20854"/>
                  </a:lnTo>
                  <a:lnTo>
                    <a:pt x="0" y="20854"/>
                  </a:lnTo>
                  <a:lnTo>
                    <a:pt x="0" y="21600"/>
                  </a:lnTo>
                  <a:lnTo>
                    <a:pt x="19200" y="21600"/>
                  </a:lnTo>
                  <a:lnTo>
                    <a:pt x="20211" y="21580"/>
                  </a:lnTo>
                  <a:lnTo>
                    <a:pt x="20968" y="21502"/>
                  </a:lnTo>
                  <a:lnTo>
                    <a:pt x="21347" y="21384"/>
                  </a:lnTo>
                  <a:lnTo>
                    <a:pt x="21600" y="21227"/>
                  </a:lnTo>
                  <a:lnTo>
                    <a:pt x="21600" y="373"/>
                  </a:lnTo>
                  <a:lnTo>
                    <a:pt x="21347" y="255"/>
                  </a:lnTo>
                  <a:lnTo>
                    <a:pt x="20968" y="118"/>
                  </a:lnTo>
                  <a:lnTo>
                    <a:pt x="20211" y="39"/>
                  </a:lnTo>
                  <a:lnTo>
                    <a:pt x="19200" y="0"/>
                  </a:lnTo>
                  <a:lnTo>
                    <a:pt x="0" y="0"/>
                  </a:lnTo>
                  <a:close/>
                </a:path>
              </a:pathLst>
            </a:cu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4" name="Freeform 51"/>
            <p:cNvSpPr/>
            <p:nvPr/>
          </p:nvSpPr>
          <p:spPr>
            <a:xfrm>
              <a:off x="1735137" y="1824037"/>
              <a:ext cx="136526" cy="873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746"/>
                  </a:lnTo>
                  <a:lnTo>
                    <a:pt x="16800" y="746"/>
                  </a:lnTo>
                  <a:lnTo>
                    <a:pt x="16800" y="20854"/>
                  </a:lnTo>
                  <a:lnTo>
                    <a:pt x="0" y="20854"/>
                  </a:lnTo>
                  <a:lnTo>
                    <a:pt x="0" y="21600"/>
                  </a:lnTo>
                  <a:lnTo>
                    <a:pt x="19200" y="21600"/>
                  </a:lnTo>
                  <a:lnTo>
                    <a:pt x="20211" y="21580"/>
                  </a:lnTo>
                  <a:lnTo>
                    <a:pt x="20968" y="21522"/>
                  </a:lnTo>
                  <a:lnTo>
                    <a:pt x="21347" y="21384"/>
                  </a:lnTo>
                  <a:lnTo>
                    <a:pt x="21600" y="21227"/>
                  </a:lnTo>
                  <a:lnTo>
                    <a:pt x="21600" y="373"/>
                  </a:lnTo>
                  <a:lnTo>
                    <a:pt x="21347" y="255"/>
                  </a:lnTo>
                  <a:lnTo>
                    <a:pt x="20968" y="118"/>
                  </a:lnTo>
                  <a:lnTo>
                    <a:pt x="20211" y="39"/>
                  </a:lnTo>
                  <a:lnTo>
                    <a:pt x="19200" y="0"/>
                  </a:lnTo>
                  <a:lnTo>
                    <a:pt x="0" y="0"/>
                  </a:lnTo>
                  <a:close/>
                </a:path>
              </a:pathLst>
            </a:cu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5" name="Rectangle 52"/>
            <p:cNvSpPr/>
            <p:nvPr/>
          </p:nvSpPr>
          <p:spPr>
            <a:xfrm>
              <a:off x="1855787" y="2244725"/>
              <a:ext cx="48260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6" name="Rectangle 53"/>
            <p:cNvSpPr/>
            <p:nvPr/>
          </p:nvSpPr>
          <p:spPr>
            <a:xfrm>
              <a:off x="1674812" y="2847975"/>
              <a:ext cx="60325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7" name="Rectangle 54"/>
            <p:cNvSpPr/>
            <p:nvPr/>
          </p:nvSpPr>
          <p:spPr>
            <a:xfrm>
              <a:off x="1855787" y="3451225"/>
              <a:ext cx="301625"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8" name="Rectangle 55"/>
            <p:cNvSpPr/>
            <p:nvPr/>
          </p:nvSpPr>
          <p:spPr>
            <a:xfrm>
              <a:off x="1674812" y="1582737"/>
              <a:ext cx="24130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89" name="Rectangle 56"/>
            <p:cNvSpPr/>
            <p:nvPr/>
          </p:nvSpPr>
          <p:spPr>
            <a:xfrm>
              <a:off x="1674812" y="1220787"/>
              <a:ext cx="60325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90" name="Rectangle 57"/>
            <p:cNvSpPr/>
            <p:nvPr/>
          </p:nvSpPr>
          <p:spPr>
            <a:xfrm>
              <a:off x="2760662" y="1220787"/>
              <a:ext cx="663575"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91" name="Rectangle 58"/>
            <p:cNvSpPr/>
            <p:nvPr/>
          </p:nvSpPr>
          <p:spPr>
            <a:xfrm>
              <a:off x="3182937" y="1582737"/>
              <a:ext cx="24130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92" name="Rectangle 59"/>
            <p:cNvSpPr/>
            <p:nvPr/>
          </p:nvSpPr>
          <p:spPr>
            <a:xfrm>
              <a:off x="2760662" y="2244725"/>
              <a:ext cx="663575"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93" name="Rectangle 60"/>
            <p:cNvSpPr/>
            <p:nvPr/>
          </p:nvSpPr>
          <p:spPr>
            <a:xfrm>
              <a:off x="2760662" y="2847975"/>
              <a:ext cx="663575"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sp>
          <p:nvSpPr>
            <p:cNvPr id="894" name="Rectangle 61"/>
            <p:cNvSpPr/>
            <p:nvPr/>
          </p:nvSpPr>
          <p:spPr>
            <a:xfrm>
              <a:off x="3062287" y="3451225"/>
              <a:ext cx="361950" cy="30163"/>
            </a:xfrm>
            <a:prstGeom prst="rect">
              <a:avLst/>
            </a:prstGeom>
            <a:solidFill>
              <a:srgbClr val="808080"/>
            </a:solidFill>
            <a:ln w="12700" cap="flat">
              <a:noFill/>
              <a:miter lim="400000"/>
            </a:ln>
            <a:effectLst/>
          </p:spPr>
          <p:txBody>
            <a:bodyPr wrap="square" lIns="45719" tIns="45719" rIns="45719" bIns="45719" numCol="1" anchor="t">
              <a:noAutofit/>
            </a:bodyPr>
            <a:lstStyle/>
            <a:p>
              <a:pPr>
                <a:defRPr>
                  <a:latin typeface="Garamond"/>
                  <a:ea typeface="Garamond"/>
                  <a:cs typeface="Garamond"/>
                  <a:sym typeface="Garamond"/>
                </a:defRPr>
              </a:pP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899" name="Picture 4"/>
          <p:cNvGrpSpPr/>
          <p:nvPr/>
        </p:nvGrpSpPr>
        <p:grpSpPr>
          <a:xfrm>
            <a:off x="1524000" y="2590800"/>
            <a:ext cx="6096000" cy="2079932"/>
            <a:chOff x="0" y="0"/>
            <a:chExt cx="6096000" cy="2079931"/>
          </a:xfrm>
        </p:grpSpPr>
        <p:sp>
          <p:nvSpPr>
            <p:cNvPr id="897" name="Rectangle"/>
            <p:cNvSpPr/>
            <p:nvPr/>
          </p:nvSpPr>
          <p:spPr>
            <a:xfrm>
              <a:off x="0" y="0"/>
              <a:ext cx="6096000" cy="2079932"/>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pic>
          <p:nvPicPr>
            <p:cNvPr id="898" name="image10.pdf" descr="image10.pdf"/>
            <p:cNvPicPr>
              <a:picLocks noChangeAspect="1"/>
            </p:cNvPicPr>
            <p:nvPr/>
          </p:nvPicPr>
          <p:blipFill>
            <a:blip r:embed="rId2">
              <a:extLst/>
            </a:blip>
            <a:stretch>
              <a:fillRect/>
            </a:stretch>
          </p:blipFill>
          <p:spPr>
            <a:xfrm>
              <a:off x="0" y="0"/>
              <a:ext cx="6096000" cy="2079932"/>
            </a:xfrm>
            <a:prstGeom prst="rect">
              <a:avLst/>
            </a:prstGeom>
            <a:ln w="9525" cap="flat">
              <a:solidFill>
                <a:srgbClr val="FFFFFF"/>
              </a:solidFill>
              <a:prstDash val="solid"/>
              <a:miter lim="800000"/>
            </a:ln>
            <a:effectLst/>
          </p:spPr>
        </p:pic>
      </p:grpSp>
      <p:sp>
        <p:nvSpPr>
          <p:cNvPr id="900" name="Rectangle 5"/>
          <p:cNvSpPr txBox="1"/>
          <p:nvPr>
            <p:ph type="title"/>
          </p:nvPr>
        </p:nvSpPr>
        <p:spPr>
          <a:xfrm>
            <a:off x="914400" y="304800"/>
            <a:ext cx="7543800" cy="914400"/>
          </a:xfrm>
          <a:prstGeom prst="rect">
            <a:avLst/>
          </a:prstGeom>
        </p:spPr>
        <p:txBody>
          <a:bodyPr/>
          <a:lstStyle/>
          <a:p>
            <a:pPr/>
            <a:r>
              <a:t>Internet Protocol</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2" name="IP"/>
          <p:cNvSpPr txBox="1"/>
          <p:nvPr>
            <p:ph type="title"/>
          </p:nvPr>
        </p:nvSpPr>
        <p:spPr>
          <a:prstGeom prst="rect">
            <a:avLst/>
          </a:prstGeom>
        </p:spPr>
        <p:txBody>
          <a:bodyPr/>
          <a:lstStyle/>
          <a:p>
            <a:pPr/>
            <a:r>
              <a:t>IP</a:t>
            </a:r>
          </a:p>
        </p:txBody>
      </p:sp>
      <p:sp>
        <p:nvSpPr>
          <p:cNvPr id="903" name="Responsible for end to end transmission…"/>
          <p:cNvSpPr txBox="1"/>
          <p:nvPr/>
        </p:nvSpPr>
        <p:spPr>
          <a:xfrm>
            <a:off x="93477" y="1849914"/>
            <a:ext cx="8229601" cy="36338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nSpc>
                <a:spcPct val="90000"/>
              </a:lnSpc>
              <a:spcBef>
                <a:spcPts val="700"/>
              </a:spcBef>
              <a:buSzPct val="100000"/>
              <a:buChar char="•"/>
              <a:defRPr sz="3200">
                <a:latin typeface="+mj-lt"/>
                <a:ea typeface="+mj-ea"/>
                <a:cs typeface="+mj-cs"/>
                <a:sym typeface="Arial"/>
              </a:defRPr>
            </a:pPr>
            <a:r>
              <a:t>Responsible for end to end transmission</a:t>
            </a:r>
          </a:p>
          <a:p>
            <a:pPr marL="342900" indent="-342900">
              <a:lnSpc>
                <a:spcPct val="90000"/>
              </a:lnSpc>
              <a:spcBef>
                <a:spcPts val="700"/>
              </a:spcBef>
              <a:buSzPct val="100000"/>
              <a:buChar char="•"/>
              <a:defRPr sz="3200">
                <a:latin typeface="+mj-lt"/>
                <a:ea typeface="+mj-ea"/>
                <a:cs typeface="+mj-cs"/>
                <a:sym typeface="Arial"/>
              </a:defRPr>
            </a:pPr>
            <a:r>
              <a:t>Sends data in individual packets</a:t>
            </a:r>
          </a:p>
          <a:p>
            <a:pPr marL="342900" indent="-342900">
              <a:lnSpc>
                <a:spcPct val="90000"/>
              </a:lnSpc>
              <a:spcBef>
                <a:spcPts val="700"/>
              </a:spcBef>
              <a:buSzPct val="100000"/>
              <a:buChar char="•"/>
              <a:defRPr sz="3200">
                <a:latin typeface="+mj-lt"/>
                <a:ea typeface="+mj-ea"/>
                <a:cs typeface="+mj-cs"/>
                <a:sym typeface="Arial"/>
              </a:defRPr>
            </a:pPr>
            <a:r>
              <a:t>Maximum size of packet is determined by the networks</a:t>
            </a:r>
          </a:p>
          <a:p>
            <a:pPr lvl="1" marL="742950" indent="-285750">
              <a:lnSpc>
                <a:spcPct val="90000"/>
              </a:lnSpc>
              <a:buSzPct val="100000"/>
              <a:buChar char="–"/>
              <a:defRPr sz="2800">
                <a:latin typeface="+mj-lt"/>
                <a:ea typeface="+mj-ea"/>
                <a:cs typeface="+mj-cs"/>
                <a:sym typeface="Arial"/>
              </a:defRPr>
            </a:pPr>
            <a:r>
              <a:t>Fragmented if too large</a:t>
            </a:r>
          </a:p>
          <a:p>
            <a:pPr marL="342900" indent="-342900">
              <a:lnSpc>
                <a:spcPct val="90000"/>
              </a:lnSpc>
              <a:spcBef>
                <a:spcPts val="700"/>
              </a:spcBef>
              <a:buSzPct val="100000"/>
              <a:buChar char="•"/>
              <a:defRPr sz="3200">
                <a:latin typeface="+mj-lt"/>
                <a:ea typeface="+mj-ea"/>
                <a:cs typeface="+mj-cs"/>
                <a:sym typeface="Arial"/>
              </a:defRPr>
            </a:pPr>
            <a:r>
              <a:t>Unreliable</a:t>
            </a:r>
          </a:p>
          <a:p>
            <a:pPr lvl="1" marL="742950" indent="-285750">
              <a:lnSpc>
                <a:spcPct val="90000"/>
              </a:lnSpc>
              <a:buSzPct val="100000"/>
              <a:buChar char="–"/>
              <a:defRPr sz="2800">
                <a:latin typeface="+mj-lt"/>
                <a:ea typeface="+mj-ea"/>
                <a:cs typeface="+mj-cs"/>
                <a:sym typeface="Arial"/>
              </a:defRPr>
            </a:pPr>
            <a:r>
              <a:t>Packets might be lost, corrupted, duplicated, delivered out of order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5" name="Rectangle 4"/>
          <p:cNvSpPr txBox="1"/>
          <p:nvPr>
            <p:ph type="title"/>
          </p:nvPr>
        </p:nvSpPr>
        <p:spPr>
          <a:prstGeom prst="rect">
            <a:avLst/>
          </a:prstGeom>
        </p:spPr>
        <p:txBody>
          <a:bodyPr/>
          <a:lstStyle/>
          <a:p>
            <a:pPr/>
            <a:r>
              <a:t>IP Datagram</a:t>
            </a:r>
          </a:p>
        </p:txBody>
      </p:sp>
      <p:grpSp>
        <p:nvGrpSpPr>
          <p:cNvPr id="909" name="Group 11"/>
          <p:cNvGrpSpPr/>
          <p:nvPr/>
        </p:nvGrpSpPr>
        <p:grpSpPr>
          <a:xfrm>
            <a:off x="1371600" y="1219200"/>
            <a:ext cx="6934200" cy="4876800"/>
            <a:chOff x="0" y="0"/>
            <a:chExt cx="6934200" cy="4876800"/>
          </a:xfrm>
        </p:grpSpPr>
        <p:sp>
          <p:nvSpPr>
            <p:cNvPr id="906" name="Rectangle 9"/>
            <p:cNvSpPr/>
            <p:nvPr/>
          </p:nvSpPr>
          <p:spPr>
            <a:xfrm>
              <a:off x="0" y="0"/>
              <a:ext cx="6934200" cy="4876800"/>
            </a:xfrm>
            <a:prstGeom prst="rect">
              <a:avLst/>
            </a:prstGeom>
            <a:solidFill>
              <a:srgbClr val="808080"/>
            </a:solidFill>
            <a:ln w="9525" cap="flat">
              <a:solidFill>
                <a:srgbClr val="808080"/>
              </a:solidFill>
              <a:prstDash val="solid"/>
              <a:miter lim="800000"/>
            </a:ln>
            <a:effectLst/>
          </p:spPr>
          <p:txBody>
            <a:bodyPr wrap="square" lIns="45719" tIns="45719" rIns="45719" bIns="45719" numCol="1" anchor="ctr">
              <a:noAutofit/>
            </a:bodyPr>
            <a:lstStyle/>
            <a:p>
              <a:pPr>
                <a:defRPr>
                  <a:latin typeface="Garamond"/>
                  <a:ea typeface="Garamond"/>
                  <a:cs typeface="Garamond"/>
                  <a:sym typeface="Garamond"/>
                </a:defRPr>
              </a:pPr>
            </a:p>
          </p:txBody>
        </p:sp>
        <p:sp>
          <p:nvSpPr>
            <p:cNvPr id="907" name="Rectangle 6"/>
            <p:cNvSpPr txBox="1"/>
            <p:nvPr/>
          </p:nvSpPr>
          <p:spPr>
            <a:xfrm>
              <a:off x="426719" y="2663825"/>
              <a:ext cx="5928361" cy="2123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b="1">
                  <a:latin typeface="Courier New"/>
                  <a:ea typeface="Courier New"/>
                  <a:cs typeface="Courier New"/>
                  <a:sym typeface="Courier New"/>
                </a:defRPr>
              </a:pPr>
              <a:r>
                <a:t>Header</a:t>
              </a:r>
              <a:endParaRPr>
                <a:latin typeface="Garamond"/>
                <a:ea typeface="Garamond"/>
                <a:cs typeface="Garamond"/>
                <a:sym typeface="Garamond"/>
              </a:endParaRPr>
            </a:p>
            <a:p>
              <a:pPr>
                <a:defRPr b="1">
                  <a:latin typeface="Courier New"/>
                  <a:ea typeface="Courier New"/>
                  <a:cs typeface="Courier New"/>
                  <a:sym typeface="Courier New"/>
                </a:defRPr>
              </a:pPr>
            </a:p>
            <a:p>
              <a:pPr>
                <a:defRPr b="1">
                  <a:latin typeface="Courier New"/>
                  <a:ea typeface="Courier New"/>
                  <a:cs typeface="Courier New"/>
                  <a:sym typeface="Courier New"/>
                </a:defRPr>
              </a:pPr>
              <a:r>
                <a:t>10101011101010101010010101010100101010100</a:t>
              </a:r>
              <a:endParaRPr>
                <a:latin typeface="Garamond"/>
                <a:ea typeface="Garamond"/>
                <a:cs typeface="Garamond"/>
                <a:sym typeface="Garamond"/>
              </a:endParaRPr>
            </a:p>
            <a:p>
              <a:pPr>
                <a:defRPr b="1">
                  <a:latin typeface="Courier New"/>
                  <a:ea typeface="Courier New"/>
                  <a:cs typeface="Courier New"/>
                  <a:sym typeface="Courier New"/>
                </a:defRPr>
              </a:pPr>
              <a:r>
                <a:t>11010010101010010101111111010000011101111</a:t>
              </a:r>
              <a:endParaRPr>
                <a:latin typeface="Garamond"/>
                <a:ea typeface="Garamond"/>
                <a:cs typeface="Garamond"/>
                <a:sym typeface="Garamond"/>
              </a:endParaRPr>
            </a:p>
            <a:p>
              <a:pPr>
                <a:defRPr b="1">
                  <a:latin typeface="Courier New"/>
                  <a:ea typeface="Courier New"/>
                  <a:cs typeface="Courier New"/>
                  <a:sym typeface="Courier New"/>
                </a:defRPr>
              </a:pPr>
              <a:r>
                <a:t>10100001011101010100110101011110100000101</a:t>
              </a:r>
              <a:endParaRPr>
                <a:latin typeface="Garamond"/>
                <a:ea typeface="Garamond"/>
                <a:cs typeface="Garamond"/>
                <a:sym typeface="Garamond"/>
              </a:endParaRPr>
            </a:p>
            <a:p>
              <a:pPr>
                <a:defRPr b="1">
                  <a:latin typeface="Courier New"/>
                  <a:ea typeface="Courier New"/>
                  <a:cs typeface="Courier New"/>
                  <a:sym typeface="Courier New"/>
                </a:defRPr>
              </a:pPr>
              <a:r>
                <a:t>00100000000010101000011010000111111010101</a:t>
              </a:r>
              <a:endParaRPr>
                <a:latin typeface="Garamond"/>
                <a:ea typeface="Garamond"/>
                <a:cs typeface="Garamond"/>
                <a:sym typeface="Garamond"/>
              </a:endParaRPr>
            </a:p>
            <a:p>
              <a:pPr>
                <a:defRPr b="1">
                  <a:latin typeface="Courier New"/>
                  <a:ea typeface="Courier New"/>
                  <a:cs typeface="Courier New"/>
                  <a:sym typeface="Courier New"/>
                </a:defRPr>
              </a:pPr>
              <a:r>
                <a:t>......... 1011011001010100011001001010110</a:t>
              </a:r>
              <a:endParaRPr>
                <a:latin typeface="Garamond"/>
                <a:ea typeface="Garamond"/>
                <a:cs typeface="Garamond"/>
                <a:sym typeface="Garamond"/>
              </a:endParaRPr>
            </a:p>
            <a:p>
              <a:pPr algn="ctr">
                <a:defRPr b="1">
                  <a:latin typeface="Courier New"/>
                  <a:ea typeface="Courier New"/>
                  <a:cs typeface="Courier New"/>
                  <a:sym typeface="Courier New"/>
                </a:defRPr>
              </a:pPr>
              <a:r>
                <a:t>Data</a:t>
              </a:r>
            </a:p>
          </p:txBody>
        </p:sp>
        <p:pic>
          <p:nvPicPr>
            <p:cNvPr id="908" name="Picture 8" descr="Picture 8"/>
            <p:cNvPicPr>
              <a:picLocks noChangeAspect="1"/>
            </p:cNvPicPr>
            <p:nvPr/>
          </p:nvPicPr>
          <p:blipFill>
            <a:blip r:embed="rId2">
              <a:extLst/>
            </a:blip>
            <a:stretch>
              <a:fillRect/>
            </a:stretch>
          </p:blipFill>
          <p:spPr>
            <a:xfrm>
              <a:off x="381000" y="152400"/>
              <a:ext cx="5867400" cy="264795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1" name="Rectangle 2"/>
          <p:cNvSpPr txBox="1"/>
          <p:nvPr>
            <p:ph type="ctrTitle"/>
          </p:nvPr>
        </p:nvSpPr>
        <p:spPr>
          <a:xfrm>
            <a:off x="0" y="2209800"/>
            <a:ext cx="9144000" cy="731839"/>
          </a:xfrm>
          <a:prstGeom prst="rect">
            <a:avLst/>
          </a:prstGeom>
        </p:spPr>
        <p:txBody>
          <a:bodyPr/>
          <a:lstStyle>
            <a:lvl1pPr>
              <a:defRPr sz="4000">
                <a:solidFill>
                  <a:srgbClr val="003333"/>
                </a:solidFill>
                <a:latin typeface="+mj-lt"/>
                <a:ea typeface="+mj-ea"/>
                <a:cs typeface="+mj-cs"/>
                <a:sym typeface="Arial"/>
              </a:defRPr>
            </a:lvl1pPr>
          </a:lstStyle>
          <a:p>
            <a:pPr/>
            <a:r>
              <a:t>IPv4 Addressing Overview</a:t>
            </a:r>
          </a:p>
        </p:txBody>
      </p:sp>
      <p:sp>
        <p:nvSpPr>
          <p:cNvPr id="912" name="Rectangle 8"/>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13" name="Rectangle 5"/>
          <p:cNvSpPr txBox="1"/>
          <p:nvPr/>
        </p:nvSpPr>
        <p:spPr>
          <a:xfrm>
            <a:off x="3754120" y="4185064"/>
            <a:ext cx="5071110" cy="12945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spcBef>
                <a:spcPts val="500"/>
              </a:spcBef>
              <a:buClr>
                <a:srgbClr val="0000FF"/>
              </a:buClr>
              <a:buSzPct val="60000"/>
              <a:buChar char="■"/>
              <a:defRPr sz="2400">
                <a:latin typeface="+mj-lt"/>
                <a:ea typeface="+mj-ea"/>
                <a:cs typeface="+mj-cs"/>
                <a:sym typeface="Arial"/>
              </a:defRPr>
            </a:pPr>
            <a:r>
              <a:t> Internet address’s architecture </a:t>
            </a:r>
            <a:endParaRPr>
              <a:latin typeface="Garamond"/>
              <a:ea typeface="Garamond"/>
              <a:cs typeface="Garamond"/>
              <a:sym typeface="Garamond"/>
            </a:endParaRPr>
          </a:p>
          <a:p>
            <a:pPr>
              <a:spcBef>
                <a:spcPts val="500"/>
              </a:spcBef>
              <a:buClr>
                <a:srgbClr val="0000FF"/>
              </a:buClr>
              <a:buSzPct val="60000"/>
              <a:buChar char="■"/>
              <a:defRPr sz="2400">
                <a:latin typeface="+mj-lt"/>
                <a:ea typeface="+mj-ea"/>
                <a:cs typeface="+mj-cs"/>
                <a:sym typeface="Arial"/>
              </a:defRPr>
            </a:pPr>
            <a:r>
              <a:t> Classes of IP addresses</a:t>
            </a:r>
            <a:endParaRPr>
              <a:latin typeface="Garamond"/>
              <a:ea typeface="Garamond"/>
              <a:cs typeface="Garamond"/>
              <a:sym typeface="Garamond"/>
            </a:endParaRPr>
          </a:p>
          <a:p>
            <a:pPr>
              <a:spcBef>
                <a:spcPts val="500"/>
              </a:spcBef>
              <a:buClr>
                <a:srgbClr val="0000FF"/>
              </a:buClr>
              <a:buSzPct val="60000"/>
              <a:buChar char="■"/>
              <a:defRPr sz="2400">
                <a:latin typeface="+mj-lt"/>
                <a:ea typeface="+mj-ea"/>
                <a:cs typeface="+mj-cs"/>
                <a:sym typeface="Arial"/>
              </a:defRPr>
            </a:pPr>
            <a:r>
              <a:t> Subnet mask</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5" name="Rectangle 2"/>
          <p:cNvSpPr txBox="1"/>
          <p:nvPr>
            <p:ph type="title"/>
          </p:nvPr>
        </p:nvSpPr>
        <p:spPr>
          <a:xfrm>
            <a:off x="1692275" y="0"/>
            <a:ext cx="6096000" cy="1143000"/>
          </a:xfrm>
          <a:prstGeom prst="rect">
            <a:avLst/>
          </a:prstGeom>
        </p:spPr>
        <p:txBody>
          <a:bodyPr/>
          <a:lstStyle/>
          <a:p>
            <a:pPr/>
            <a:r>
              <a:t>IP Address</a:t>
            </a:r>
          </a:p>
        </p:txBody>
      </p:sp>
      <p:sp>
        <p:nvSpPr>
          <p:cNvPr id="916" name="Rectangle 47"/>
          <p:cNvSpPr txBox="1"/>
          <p:nvPr>
            <p:ph type="body" sz="half" idx="1"/>
          </p:nvPr>
        </p:nvSpPr>
        <p:spPr>
          <a:xfrm>
            <a:off x="323850" y="1628775"/>
            <a:ext cx="8496300" cy="2232025"/>
          </a:xfrm>
          <a:prstGeom prst="rect">
            <a:avLst/>
          </a:prstGeom>
        </p:spPr>
        <p:txBody>
          <a:bodyPr lIns="41060" tIns="41060" rIns="41060" bIns="41060" anchor="ctr"/>
          <a:lstStyle/>
          <a:p>
            <a:pPr algn="ctr">
              <a:lnSpc>
                <a:spcPct val="90000"/>
              </a:lnSpc>
              <a:spcBef>
                <a:spcPts val="500"/>
              </a:spcBef>
              <a:defRPr sz="2400"/>
            </a:pPr>
            <a:r>
              <a:t>An IP address is a 32-bit sequence of 1s and 0s.</a:t>
            </a:r>
          </a:p>
          <a:p>
            <a:pPr algn="ctr">
              <a:lnSpc>
                <a:spcPct val="90000"/>
              </a:lnSpc>
              <a:spcBef>
                <a:spcPts val="500"/>
              </a:spcBef>
              <a:defRPr sz="2400"/>
            </a:pPr>
            <a:r>
              <a:t>To make the IP address easier to use, the address is usually written as four decimal numbers separated by periods. </a:t>
            </a:r>
          </a:p>
          <a:p>
            <a:pPr algn="ctr">
              <a:lnSpc>
                <a:spcPct val="90000"/>
              </a:lnSpc>
              <a:spcBef>
                <a:spcPts val="500"/>
              </a:spcBef>
              <a:defRPr sz="2400"/>
            </a:pPr>
            <a:r>
              <a:t>This way of writing the address is called the dotted decimal format. </a:t>
            </a:r>
          </a:p>
        </p:txBody>
      </p:sp>
      <p:pic>
        <p:nvPicPr>
          <p:cNvPr id="917" name="Picture 48" descr="Picture 48"/>
          <p:cNvPicPr>
            <a:picLocks noChangeAspect="1"/>
          </p:cNvPicPr>
          <p:nvPr/>
        </p:nvPicPr>
        <p:blipFill>
          <a:blip r:embed="rId2">
            <a:extLst/>
          </a:blip>
          <a:srcRect l="0" t="13321" r="0" b="24514"/>
          <a:stretch>
            <a:fillRect/>
          </a:stretch>
        </p:blipFill>
        <p:spPr>
          <a:xfrm>
            <a:off x="1476375" y="4508500"/>
            <a:ext cx="5689600" cy="1103314"/>
          </a:xfrm>
          <a:prstGeom prst="rect">
            <a:avLst/>
          </a:prstGeom>
          <a:ln w="12700">
            <a:miter lim="400000"/>
          </a:ln>
        </p:spPr>
      </p:pic>
      <p:pic>
        <p:nvPicPr>
          <p:cNvPr id="918" name="Picture 50" descr="Picture 50"/>
          <p:cNvPicPr>
            <a:picLocks noChangeAspect="1"/>
          </p:cNvPicPr>
          <p:nvPr/>
        </p:nvPicPr>
        <p:blipFill>
          <a:blip r:embed="rId3">
            <a:extLst/>
          </a:blip>
          <a:stretch>
            <a:fillRect/>
          </a:stretch>
        </p:blipFill>
        <p:spPr>
          <a:xfrm>
            <a:off x="179387" y="5516562"/>
            <a:ext cx="8496301" cy="971551"/>
          </a:xfrm>
          <a:prstGeom prst="rect">
            <a:avLst/>
          </a:prstGeom>
          <a:ln w="12700">
            <a:miter lim="400000"/>
          </a:ln>
        </p:spPr>
      </p:pic>
      <p:sp>
        <p:nvSpPr>
          <p:cNvPr id="919" name="Slide Number Placeholder 5"/>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1" name="Rectangle 3"/>
          <p:cNvSpPr txBox="1"/>
          <p:nvPr>
            <p:ph type="body" sz="half" idx="1"/>
          </p:nvPr>
        </p:nvSpPr>
        <p:spPr>
          <a:xfrm>
            <a:off x="0" y="152400"/>
            <a:ext cx="9144000" cy="2133600"/>
          </a:xfrm>
          <a:prstGeom prst="rect">
            <a:avLst/>
          </a:prstGeom>
        </p:spPr>
        <p:txBody>
          <a:bodyPr/>
          <a:lstStyle/>
          <a:p>
            <a:pPr marL="457200" indent="-457200">
              <a:spcBef>
                <a:spcPts val="0"/>
              </a:spcBef>
              <a:buSzTx/>
              <a:buNone/>
              <a:defRPr sz="2000"/>
            </a:pPr>
            <a:r>
              <a:t>Every IP address has two parts:   </a:t>
            </a:r>
          </a:p>
          <a:p>
            <a:pPr marL="457200" indent="-457200">
              <a:spcBef>
                <a:spcPts val="0"/>
              </a:spcBef>
              <a:buFontTx/>
              <a:buAutoNum type="arabicPeriod" startAt="1"/>
              <a:defRPr sz="2000"/>
            </a:pPr>
            <a:r>
              <a:t>Network</a:t>
            </a:r>
          </a:p>
          <a:p>
            <a:pPr marL="457200" indent="-457200">
              <a:spcBef>
                <a:spcPts val="0"/>
              </a:spcBef>
              <a:buFontTx/>
              <a:buAutoNum type="arabicPeriod" startAt="1"/>
              <a:defRPr sz="2000"/>
            </a:pPr>
            <a:r>
              <a:t>Host</a:t>
            </a:r>
          </a:p>
        </p:txBody>
      </p:sp>
      <p:sp>
        <p:nvSpPr>
          <p:cNvPr id="922" name="Slide Number Placeholder 3"/>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23" name="Object 4" descr="Object 4"/>
          <p:cNvPicPr>
            <a:picLocks noChangeAspect="1"/>
          </p:cNvPicPr>
          <p:nvPr/>
        </p:nvPicPr>
        <p:blipFill>
          <a:blip r:embed="rId2">
            <a:extLst/>
          </a:blip>
          <a:stretch>
            <a:fillRect/>
          </a:stretch>
        </p:blipFill>
        <p:spPr>
          <a:xfrm>
            <a:off x="381000" y="4495800"/>
            <a:ext cx="8229600" cy="2132014"/>
          </a:xfrm>
          <a:prstGeom prst="rect">
            <a:avLst/>
          </a:prstGeom>
          <a:ln>
            <a:solidFill>
              <a:srgbClr val="008080"/>
            </a:solidFill>
            <a:miter/>
          </a:ln>
        </p:spPr>
      </p:pic>
      <p:grpSp>
        <p:nvGrpSpPr>
          <p:cNvPr id="930" name="Group 17"/>
          <p:cNvGrpSpPr/>
          <p:nvPr/>
        </p:nvGrpSpPr>
        <p:grpSpPr>
          <a:xfrm>
            <a:off x="45719" y="609599"/>
            <a:ext cx="8869682" cy="1971825"/>
            <a:chOff x="0" y="0"/>
            <a:chExt cx="8869679" cy="1971823"/>
          </a:xfrm>
        </p:grpSpPr>
        <p:grpSp>
          <p:nvGrpSpPr>
            <p:cNvPr id="928" name="Group 9"/>
            <p:cNvGrpSpPr/>
            <p:nvPr/>
          </p:nvGrpSpPr>
          <p:grpSpPr>
            <a:xfrm>
              <a:off x="3535679" y="0"/>
              <a:ext cx="5334001" cy="1828800"/>
              <a:chOff x="0" y="0"/>
              <a:chExt cx="5334000" cy="1828800"/>
            </a:xfrm>
          </p:grpSpPr>
          <p:pic>
            <p:nvPicPr>
              <p:cNvPr id="924" name="Object 5" descr="Object 5"/>
              <p:cNvPicPr>
                <a:picLocks noChangeAspect="1"/>
              </p:cNvPicPr>
              <p:nvPr/>
            </p:nvPicPr>
            <p:blipFill>
              <a:blip r:embed="rId3">
                <a:extLst/>
              </a:blip>
              <a:stretch>
                <a:fillRect/>
              </a:stretch>
            </p:blipFill>
            <p:spPr>
              <a:xfrm>
                <a:off x="28575" y="0"/>
                <a:ext cx="5267325" cy="609600"/>
              </a:xfrm>
              <a:prstGeom prst="rect">
                <a:avLst/>
              </a:prstGeom>
              <a:ln w="12700" cap="flat">
                <a:noFill/>
                <a:miter lim="400000"/>
              </a:ln>
              <a:effectLst/>
            </p:spPr>
          </p:pic>
          <p:pic>
            <p:nvPicPr>
              <p:cNvPr id="925" name="Object 6" descr="Object 6"/>
              <p:cNvPicPr>
                <a:picLocks noChangeAspect="1"/>
              </p:cNvPicPr>
              <p:nvPr/>
            </p:nvPicPr>
            <p:blipFill>
              <a:blip r:embed="rId4">
                <a:extLst/>
              </a:blip>
              <a:stretch>
                <a:fillRect/>
              </a:stretch>
            </p:blipFill>
            <p:spPr>
              <a:xfrm>
                <a:off x="19050" y="609600"/>
                <a:ext cx="5276850" cy="619125"/>
              </a:xfrm>
              <a:prstGeom prst="rect">
                <a:avLst/>
              </a:prstGeom>
              <a:ln w="12700" cap="flat">
                <a:noFill/>
                <a:miter lim="400000"/>
              </a:ln>
              <a:effectLst/>
            </p:spPr>
          </p:pic>
          <p:pic>
            <p:nvPicPr>
              <p:cNvPr id="926" name="Object 7" descr="Object 7"/>
              <p:cNvPicPr>
                <a:picLocks noChangeAspect="1"/>
              </p:cNvPicPr>
              <p:nvPr/>
            </p:nvPicPr>
            <p:blipFill>
              <a:blip r:embed="rId5">
                <a:extLst/>
              </a:blip>
              <a:stretch>
                <a:fillRect/>
              </a:stretch>
            </p:blipFill>
            <p:spPr>
              <a:xfrm>
                <a:off x="0" y="1227137"/>
                <a:ext cx="5295900" cy="573088"/>
              </a:xfrm>
              <a:prstGeom prst="rect">
                <a:avLst/>
              </a:prstGeom>
              <a:ln w="12700" cap="flat">
                <a:noFill/>
                <a:miter lim="400000"/>
              </a:ln>
              <a:effectLst/>
            </p:spPr>
          </p:pic>
          <p:sp>
            <p:nvSpPr>
              <p:cNvPr id="927" name="Rectangle 8"/>
              <p:cNvSpPr/>
              <p:nvPr/>
            </p:nvSpPr>
            <p:spPr>
              <a:xfrm>
                <a:off x="0" y="0"/>
                <a:ext cx="5334000" cy="1828800"/>
              </a:xfrm>
              <a:prstGeom prst="rect">
                <a:avLst/>
              </a:prstGeom>
              <a:noFill/>
              <a:ln w="38100" cap="flat">
                <a:solidFill>
                  <a:srgbClr val="EEECE1"/>
                </a:solidFill>
                <a:prstDash val="solid"/>
                <a:miter lim="800000"/>
              </a:ln>
              <a:effectLst/>
            </p:spPr>
            <p:txBody>
              <a:bodyPr wrap="square" lIns="45719" tIns="45719" rIns="45719" bIns="45719" numCol="1" anchor="ctr">
                <a:noAutofit/>
              </a:bodyPr>
              <a:lstStyle/>
              <a:p>
                <a:pPr>
                  <a:defRPr>
                    <a:latin typeface="Garamond"/>
                    <a:ea typeface="Garamond"/>
                    <a:cs typeface="Garamond"/>
                    <a:sym typeface="Garamond"/>
                  </a:defRPr>
                </a:pPr>
              </a:p>
            </p:txBody>
          </p:sp>
        </p:grpSp>
        <p:sp>
          <p:nvSpPr>
            <p:cNvPr id="929" name="Text Box 10"/>
            <p:cNvSpPr txBox="1"/>
            <p:nvPr/>
          </p:nvSpPr>
          <p:spPr>
            <a:xfrm>
              <a:off x="0" y="533400"/>
              <a:ext cx="3566160" cy="14384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90000"/>
                </a:lnSpc>
                <a:spcBef>
                  <a:spcPts val="400"/>
                </a:spcBef>
                <a:defRPr sz="2000">
                  <a:solidFill>
                    <a:srgbClr val="1F497D"/>
                  </a:solidFill>
                  <a:latin typeface="+mj-lt"/>
                  <a:ea typeface="+mj-ea"/>
                  <a:cs typeface="+mj-cs"/>
                  <a:sym typeface="Arial"/>
                </a:defRPr>
              </a:lvl1pPr>
            </a:lstStyle>
            <a:p>
              <a:pPr/>
              <a:r>
                <a:t>IP addresses are divided into classes A,B and C to define large, medium, and small networks. </a:t>
              </a:r>
              <a:endParaRPr b="1">
                <a:solidFill>
                  <a:srgbClr val="EEECE1"/>
                </a:solidFill>
                <a:latin typeface="Arial Narrow"/>
                <a:ea typeface="Arial Narrow"/>
                <a:cs typeface="Arial Narrow"/>
                <a:sym typeface="Arial Narrow"/>
              </a:endParaRPr>
            </a:p>
          </p:txBody>
        </p:sp>
      </p:grpSp>
      <p:grpSp>
        <p:nvGrpSpPr>
          <p:cNvPr id="937" name="Group 21"/>
          <p:cNvGrpSpPr/>
          <p:nvPr/>
        </p:nvGrpSpPr>
        <p:grpSpPr>
          <a:xfrm>
            <a:off x="45720" y="2510719"/>
            <a:ext cx="8869680" cy="1760970"/>
            <a:chOff x="0" y="0"/>
            <a:chExt cx="8869679" cy="1760969"/>
          </a:xfrm>
        </p:grpSpPr>
        <p:grpSp>
          <p:nvGrpSpPr>
            <p:cNvPr id="934" name="Group 16"/>
            <p:cNvGrpSpPr/>
            <p:nvPr/>
          </p:nvGrpSpPr>
          <p:grpSpPr>
            <a:xfrm>
              <a:off x="3535679" y="232480"/>
              <a:ext cx="5334001" cy="1447801"/>
              <a:chOff x="0" y="0"/>
              <a:chExt cx="5334000" cy="1447800"/>
            </a:xfrm>
          </p:grpSpPr>
          <p:pic>
            <p:nvPicPr>
              <p:cNvPr id="931" name="Object 12" descr="Object 12"/>
              <p:cNvPicPr>
                <a:picLocks noChangeAspect="1"/>
              </p:cNvPicPr>
              <p:nvPr/>
            </p:nvPicPr>
            <p:blipFill>
              <a:blip r:embed="rId6">
                <a:extLst/>
              </a:blip>
              <a:stretch>
                <a:fillRect/>
              </a:stretch>
            </p:blipFill>
            <p:spPr>
              <a:xfrm>
                <a:off x="0" y="0"/>
                <a:ext cx="5334000" cy="714375"/>
              </a:xfrm>
              <a:prstGeom prst="rect">
                <a:avLst/>
              </a:prstGeom>
              <a:ln w="12700" cap="flat">
                <a:noFill/>
                <a:miter lim="400000"/>
              </a:ln>
              <a:effectLst/>
            </p:spPr>
          </p:pic>
          <p:pic>
            <p:nvPicPr>
              <p:cNvPr id="932" name="Object 13" descr="Object 13"/>
              <p:cNvPicPr>
                <a:picLocks noChangeAspect="1"/>
              </p:cNvPicPr>
              <p:nvPr/>
            </p:nvPicPr>
            <p:blipFill>
              <a:blip r:embed="rId7">
                <a:extLst/>
              </a:blip>
              <a:stretch>
                <a:fillRect/>
              </a:stretch>
            </p:blipFill>
            <p:spPr>
              <a:xfrm>
                <a:off x="-1" y="685800"/>
                <a:ext cx="5324408" cy="733425"/>
              </a:xfrm>
              <a:prstGeom prst="rect">
                <a:avLst/>
              </a:prstGeom>
              <a:ln w="12700" cap="flat">
                <a:noFill/>
                <a:miter lim="400000"/>
              </a:ln>
              <a:effectLst/>
            </p:spPr>
          </p:pic>
          <p:sp>
            <p:nvSpPr>
              <p:cNvPr id="933" name="Rectangle 14"/>
              <p:cNvSpPr/>
              <p:nvPr/>
            </p:nvSpPr>
            <p:spPr>
              <a:xfrm>
                <a:off x="-1" y="0"/>
                <a:ext cx="5295627" cy="1447800"/>
              </a:xfrm>
              <a:prstGeom prst="rect">
                <a:avLst/>
              </a:prstGeom>
              <a:noFill/>
              <a:ln w="38100" cap="flat">
                <a:solidFill>
                  <a:srgbClr val="EEECE1"/>
                </a:solidFill>
                <a:prstDash val="solid"/>
                <a:miter lim="800000"/>
              </a:ln>
              <a:effectLst/>
            </p:spPr>
            <p:txBody>
              <a:bodyPr wrap="square" lIns="45719" tIns="45719" rIns="45719" bIns="45719" numCol="1" anchor="ctr">
                <a:noAutofit/>
              </a:bodyPr>
              <a:lstStyle/>
              <a:p>
                <a:pPr>
                  <a:defRPr>
                    <a:latin typeface="Garamond"/>
                    <a:ea typeface="Garamond"/>
                    <a:cs typeface="Garamond"/>
                    <a:sym typeface="Garamond"/>
                  </a:defRPr>
                </a:pPr>
              </a:p>
            </p:txBody>
          </p:sp>
        </p:grpSp>
        <p:sp>
          <p:nvSpPr>
            <p:cNvPr id="935" name="Rectangle 18"/>
            <p:cNvSpPr txBox="1"/>
            <p:nvPr/>
          </p:nvSpPr>
          <p:spPr>
            <a:xfrm>
              <a:off x="0" y="-1"/>
              <a:ext cx="3413760" cy="6173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a:latin typeface="+mj-lt"/>
                  <a:ea typeface="+mj-ea"/>
                  <a:cs typeface="+mj-cs"/>
                  <a:sym typeface="Arial"/>
                </a:defRPr>
              </a:lvl1pPr>
            </a:lstStyle>
            <a:p>
              <a:pPr/>
              <a:r>
                <a:t>The Class D address class was created to enable multicasting.</a:t>
              </a:r>
            </a:p>
          </p:txBody>
        </p:sp>
        <p:sp>
          <p:nvSpPr>
            <p:cNvPr id="936" name="Rectangle 20"/>
            <p:cNvSpPr txBox="1"/>
            <p:nvPr/>
          </p:nvSpPr>
          <p:spPr>
            <a:xfrm>
              <a:off x="0" y="853467"/>
              <a:ext cx="3185161" cy="9075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defRPr>
                  <a:latin typeface="+mj-lt"/>
                  <a:ea typeface="+mj-ea"/>
                  <a:cs typeface="+mj-cs"/>
                  <a:sym typeface="Arial"/>
                </a:defRPr>
              </a:pPr>
              <a:r>
                <a:t>IETF</a:t>
              </a:r>
              <a:r>
                <a:rPr>
                  <a:latin typeface="Garamond"/>
                  <a:ea typeface="Garamond"/>
                  <a:cs typeface="Garamond"/>
                  <a:sym typeface="Garamond"/>
                </a:rPr>
                <a:t> </a:t>
              </a:r>
              <a:r>
                <a:t>reserves Class E addresses for its own research</a:t>
              </a:r>
              <a:r>
                <a:rPr>
                  <a:latin typeface="Garamond"/>
                  <a:ea typeface="Garamond"/>
                  <a:cs typeface="Garamond"/>
                  <a:sym typeface="Garamond"/>
                </a:rPr>
                <a: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9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30" grpId="1"/>
      <p:bldP build="whole" bldLvl="1" animBg="1" rev="0" advAuto="0" spid="937" grpId="2"/>
      <p:bldP build="whole" bldLvl="1" animBg="1" rev="0" advAuto="0" spid="923" grpId="3"/>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9" name="Rectangle 12"/>
          <p:cNvSpPr txBox="1"/>
          <p:nvPr>
            <p:ph type="title"/>
          </p:nvPr>
        </p:nvSpPr>
        <p:spPr>
          <a:xfrm>
            <a:off x="1619250" y="0"/>
            <a:ext cx="6096000" cy="1143000"/>
          </a:xfrm>
          <a:prstGeom prst="rect">
            <a:avLst/>
          </a:prstGeom>
        </p:spPr>
        <p:txBody>
          <a:bodyPr/>
          <a:lstStyle/>
          <a:p>
            <a:pPr/>
            <a:r>
              <a:t>Reserved IP Addresses</a:t>
            </a:r>
          </a:p>
        </p:txBody>
      </p:sp>
      <p:sp>
        <p:nvSpPr>
          <p:cNvPr id="940" name="Rectangle 15"/>
          <p:cNvSpPr txBox="1"/>
          <p:nvPr>
            <p:ph type="body" sz="half" idx="1"/>
          </p:nvPr>
        </p:nvSpPr>
        <p:spPr>
          <a:xfrm>
            <a:off x="250825" y="1844675"/>
            <a:ext cx="4105275" cy="4464050"/>
          </a:xfrm>
          <a:prstGeom prst="rect">
            <a:avLst/>
          </a:prstGeom>
        </p:spPr>
        <p:txBody>
          <a:bodyPr/>
          <a:lstStyle/>
          <a:p>
            <a:pPr>
              <a:lnSpc>
                <a:spcPct val="90000"/>
              </a:lnSpc>
              <a:spcBef>
                <a:spcPts val="500"/>
              </a:spcBef>
              <a:defRPr sz="2400"/>
            </a:pPr>
            <a:r>
              <a:t>Certain host addresses are reserved and cannot be assigned to devices on a network. </a:t>
            </a:r>
          </a:p>
          <a:p>
            <a:pPr>
              <a:lnSpc>
                <a:spcPct val="90000"/>
              </a:lnSpc>
              <a:spcBef>
                <a:spcPts val="500"/>
              </a:spcBef>
              <a:defRPr sz="2400"/>
            </a:pPr>
            <a:r>
              <a:t>An IP address that has binary 0s in all host bit positions is reserved for the </a:t>
            </a:r>
            <a:r>
              <a:rPr b="1"/>
              <a:t>network address</a:t>
            </a:r>
            <a:r>
              <a:t>. </a:t>
            </a:r>
          </a:p>
          <a:p>
            <a:pPr>
              <a:lnSpc>
                <a:spcPct val="90000"/>
              </a:lnSpc>
              <a:spcBef>
                <a:spcPts val="500"/>
              </a:spcBef>
              <a:defRPr sz="2400"/>
            </a:pPr>
            <a:r>
              <a:t>An IP address that has binary 1s in all host bit positions is reserved for the </a:t>
            </a:r>
            <a:r>
              <a:rPr b="1"/>
              <a:t>broadcast address</a:t>
            </a:r>
            <a:r>
              <a:t>. </a:t>
            </a:r>
          </a:p>
        </p:txBody>
      </p:sp>
      <p:pic>
        <p:nvPicPr>
          <p:cNvPr id="941" name="Picture 11" descr="Picture 11"/>
          <p:cNvPicPr>
            <a:picLocks noChangeAspect="1"/>
          </p:cNvPicPr>
          <p:nvPr/>
        </p:nvPicPr>
        <p:blipFill>
          <a:blip r:embed="rId2">
            <a:extLst/>
          </a:blip>
          <a:stretch>
            <a:fillRect/>
          </a:stretch>
        </p:blipFill>
        <p:spPr>
          <a:xfrm>
            <a:off x="4211637" y="2133600"/>
            <a:ext cx="4932363" cy="3275013"/>
          </a:xfrm>
          <a:prstGeom prst="rect">
            <a:avLst/>
          </a:prstGeom>
          <a:ln w="12700">
            <a:miter lim="400000"/>
          </a:ln>
        </p:spPr>
      </p:pic>
      <p:sp>
        <p:nvSpPr>
          <p:cNvPr id="942" name="Slide Number Placeholder 4"/>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4" name="Rectangle 11"/>
          <p:cNvSpPr txBox="1"/>
          <p:nvPr>
            <p:ph type="title"/>
          </p:nvPr>
        </p:nvSpPr>
        <p:spPr>
          <a:xfrm>
            <a:off x="1258887" y="0"/>
            <a:ext cx="6096001" cy="914400"/>
          </a:xfrm>
          <a:prstGeom prst="rect">
            <a:avLst/>
          </a:prstGeom>
        </p:spPr>
        <p:txBody>
          <a:bodyPr/>
          <a:lstStyle/>
          <a:p>
            <a:pPr/>
            <a:r>
              <a:t>IP Private Addresses</a:t>
            </a:r>
          </a:p>
        </p:txBody>
      </p:sp>
      <p:sp>
        <p:nvSpPr>
          <p:cNvPr id="945" name="Rectangle 12"/>
          <p:cNvSpPr txBox="1"/>
          <p:nvPr>
            <p:ph type="body" idx="1"/>
          </p:nvPr>
        </p:nvSpPr>
        <p:spPr>
          <a:xfrm>
            <a:off x="0" y="1052512"/>
            <a:ext cx="9144000" cy="4114801"/>
          </a:xfrm>
          <a:prstGeom prst="rect">
            <a:avLst/>
          </a:prstGeom>
        </p:spPr>
        <p:txBody>
          <a:bodyPr/>
          <a:lstStyle/>
          <a:p>
            <a:pPr>
              <a:spcBef>
                <a:spcPts val="500"/>
              </a:spcBef>
              <a:defRPr sz="2400"/>
            </a:pPr>
            <a:r>
              <a:t>No two machines that connect to a public network can have the same IP address because public IP addresses are global and standardized</a:t>
            </a:r>
            <a:endParaRPr b="1"/>
          </a:p>
          <a:p>
            <a:pPr>
              <a:spcBef>
                <a:spcPts val="500"/>
              </a:spcBef>
              <a:defRPr b="1" sz="2400"/>
            </a:pPr>
            <a:r>
              <a:t>Private IP addresses</a:t>
            </a:r>
            <a:r>
              <a:rPr b="0"/>
              <a:t> are a solution to the problem of the exhaustion of public IP addresses. Addresses that fall within these </a:t>
            </a:r>
            <a:r>
              <a:t>ranges</a:t>
            </a:r>
            <a:r>
              <a:rPr b="0"/>
              <a:t> are not routed on the Internet backbone:</a:t>
            </a:r>
          </a:p>
        </p:txBody>
      </p:sp>
      <p:sp>
        <p:nvSpPr>
          <p:cNvPr id="946" name="Rectangle 13"/>
          <p:cNvSpPr txBox="1"/>
          <p:nvPr/>
        </p:nvSpPr>
        <p:spPr>
          <a:xfrm>
            <a:off x="45719" y="5181600"/>
            <a:ext cx="8747761" cy="4114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342900" indent="-342900">
              <a:spcBef>
                <a:spcPts val="500"/>
              </a:spcBef>
              <a:buSzPct val="100000"/>
              <a:buFont typeface="Arial"/>
              <a:buChar char="•"/>
              <a:defRPr sz="2400"/>
            </a:lvl1pPr>
          </a:lstStyle>
          <a:p>
            <a:pPr/>
            <a:r>
              <a:t>Connecting a network using private addresses to the Internet requires the usage of NAT</a:t>
            </a:r>
          </a:p>
        </p:txBody>
      </p:sp>
      <p:sp>
        <p:nvSpPr>
          <p:cNvPr id="947" name="Slide Number Placeholder 4"/>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48" name="Picture 14" descr="Picture 14"/>
          <p:cNvPicPr>
            <a:picLocks noChangeAspect="1"/>
          </p:cNvPicPr>
          <p:nvPr/>
        </p:nvPicPr>
        <p:blipFill>
          <a:blip r:embed="rId2">
            <a:extLst/>
          </a:blip>
          <a:stretch>
            <a:fillRect/>
          </a:stretch>
        </p:blipFill>
        <p:spPr>
          <a:xfrm>
            <a:off x="1042987" y="3789362"/>
            <a:ext cx="7181851" cy="1219201"/>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0" name="Rectangle 2"/>
          <p:cNvSpPr txBox="1"/>
          <p:nvPr>
            <p:ph type="title"/>
          </p:nvPr>
        </p:nvSpPr>
        <p:spPr>
          <a:xfrm>
            <a:off x="1763713" y="0"/>
            <a:ext cx="6096001" cy="1143000"/>
          </a:xfrm>
          <a:prstGeom prst="rect">
            <a:avLst/>
          </a:prstGeom>
        </p:spPr>
        <p:txBody>
          <a:bodyPr/>
          <a:lstStyle/>
          <a:p>
            <a:pPr/>
            <a:r>
              <a:t>Subnet Mask Address</a:t>
            </a:r>
          </a:p>
        </p:txBody>
      </p:sp>
      <p:sp>
        <p:nvSpPr>
          <p:cNvPr id="951" name="Rectangle 3"/>
          <p:cNvSpPr txBox="1"/>
          <p:nvPr>
            <p:ph type="body" idx="1"/>
          </p:nvPr>
        </p:nvSpPr>
        <p:spPr>
          <a:xfrm>
            <a:off x="323849" y="1557337"/>
            <a:ext cx="8520115" cy="4114801"/>
          </a:xfrm>
          <a:prstGeom prst="rect">
            <a:avLst/>
          </a:prstGeom>
        </p:spPr>
        <p:txBody>
          <a:bodyPr/>
          <a:lstStyle/>
          <a:p>
            <a:pPr>
              <a:spcBef>
                <a:spcPts val="500"/>
              </a:spcBef>
              <a:defRPr sz="2400"/>
            </a:pPr>
            <a:r>
              <a:t>Determines which part of an IP address is the network field and which part is the host field</a:t>
            </a:r>
            <a:r>
              <a:t>.</a:t>
            </a:r>
          </a:p>
          <a:p>
            <a:pPr>
              <a:spcBef>
                <a:spcPts val="500"/>
              </a:spcBef>
              <a:defRPr sz="2400"/>
            </a:pPr>
            <a:r>
              <a:t>Follow these steps to determine the subnet mask:</a:t>
            </a:r>
          </a:p>
          <a:p>
            <a:pPr lvl="1" marL="742950" indent="-285750">
              <a:spcBef>
                <a:spcPts val="500"/>
              </a:spcBef>
              <a:defRPr sz="2400"/>
            </a:pPr>
            <a:r>
              <a:t>1. Express the subnetwork IP address in binary form.</a:t>
            </a:r>
            <a:endParaRPr sz="2800"/>
          </a:p>
          <a:p>
            <a:pPr lvl="1" marL="742950" indent="-285750">
              <a:spcBef>
                <a:spcPts val="500"/>
              </a:spcBef>
              <a:defRPr sz="2400"/>
            </a:pPr>
            <a:r>
              <a:t>2. Replace the network and subnet portion of the address with all 1s.</a:t>
            </a:r>
            <a:endParaRPr sz="2800"/>
          </a:p>
          <a:p>
            <a:pPr lvl="1" marL="742950" indent="-285750">
              <a:spcBef>
                <a:spcPts val="500"/>
              </a:spcBef>
              <a:defRPr sz="2400"/>
            </a:pPr>
            <a:r>
              <a:t>3. Replace the host portion of the address with all 0s.</a:t>
            </a:r>
            <a:endParaRPr sz="2800"/>
          </a:p>
          <a:p>
            <a:pPr lvl="1" marL="742950" indent="-285750">
              <a:spcBef>
                <a:spcPts val="500"/>
              </a:spcBef>
              <a:defRPr sz="2400"/>
            </a:pPr>
            <a:r>
              <a:t>4. Convert the binary expression back to dotted-decimal notation.</a:t>
            </a:r>
          </a:p>
        </p:txBody>
      </p:sp>
      <p:sp>
        <p:nvSpPr>
          <p:cNvPr id="952" name="Slide Number Placeholder 3"/>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4" name="Rectangle 2"/>
          <p:cNvSpPr txBox="1"/>
          <p:nvPr>
            <p:ph type="title"/>
          </p:nvPr>
        </p:nvSpPr>
        <p:spPr>
          <a:xfrm>
            <a:off x="1331912" y="0"/>
            <a:ext cx="6672262" cy="1143000"/>
          </a:xfrm>
          <a:prstGeom prst="rect">
            <a:avLst/>
          </a:prstGeom>
        </p:spPr>
        <p:txBody>
          <a:bodyPr/>
          <a:lstStyle>
            <a:lvl1pPr defTabSz="886968">
              <a:defRPr sz="3783"/>
            </a:lvl1pPr>
          </a:lstStyle>
          <a:p>
            <a:pPr/>
            <a:r>
              <a:t>Establishing the Subnet Mask Address</a:t>
            </a:r>
          </a:p>
        </p:txBody>
      </p:sp>
      <p:sp>
        <p:nvSpPr>
          <p:cNvPr id="955" name="Rectangle 3"/>
          <p:cNvSpPr txBox="1"/>
          <p:nvPr>
            <p:ph type="body" sz="half" idx="1"/>
          </p:nvPr>
        </p:nvSpPr>
        <p:spPr>
          <a:xfrm>
            <a:off x="323849" y="1412875"/>
            <a:ext cx="8135940" cy="1808164"/>
          </a:xfrm>
          <a:prstGeom prst="rect">
            <a:avLst/>
          </a:prstGeom>
        </p:spPr>
        <p:txBody>
          <a:bodyPr/>
          <a:lstStyle>
            <a:lvl1pPr>
              <a:spcBef>
                <a:spcPts val="500"/>
              </a:spcBef>
              <a:defRPr sz="2400"/>
            </a:lvl1pPr>
          </a:lstStyle>
          <a:p>
            <a:pPr/>
            <a:r>
              <a:t>To determine the number of bits to be used, the network designer needs to calculate how many hosts the largest subnetwork requires and the number of subnetworks needed. </a:t>
            </a:r>
          </a:p>
        </p:txBody>
      </p:sp>
      <p:pic>
        <p:nvPicPr>
          <p:cNvPr id="956" name="Picture 4" descr="Picture 4"/>
          <p:cNvPicPr>
            <a:picLocks noChangeAspect="1"/>
          </p:cNvPicPr>
          <p:nvPr/>
        </p:nvPicPr>
        <p:blipFill>
          <a:blip r:embed="rId2">
            <a:extLst/>
          </a:blip>
          <a:stretch>
            <a:fillRect/>
          </a:stretch>
        </p:blipFill>
        <p:spPr>
          <a:xfrm>
            <a:off x="1547812" y="3429000"/>
            <a:ext cx="6624638" cy="2647950"/>
          </a:xfrm>
          <a:prstGeom prst="rect">
            <a:avLst/>
          </a:prstGeom>
          <a:ln w="12700">
            <a:miter lim="400000"/>
          </a:ln>
        </p:spPr>
      </p:pic>
      <p:sp>
        <p:nvSpPr>
          <p:cNvPr id="957" name="Slide Number Placeholder 4"/>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9" name="Rectangle 5"/>
          <p:cNvSpPr txBox="1"/>
          <p:nvPr>
            <p:ph type="title"/>
          </p:nvPr>
        </p:nvSpPr>
        <p:spPr>
          <a:xfrm>
            <a:off x="1403350" y="0"/>
            <a:ext cx="6096000" cy="1143000"/>
          </a:xfrm>
          <a:prstGeom prst="rect">
            <a:avLst/>
          </a:prstGeom>
        </p:spPr>
        <p:txBody>
          <a:bodyPr/>
          <a:lstStyle/>
          <a:p>
            <a:pPr/>
            <a:r>
              <a:t>Subnetting example</a:t>
            </a:r>
          </a:p>
        </p:txBody>
      </p:sp>
      <p:pic>
        <p:nvPicPr>
          <p:cNvPr id="960" name="Picture 4" descr="Picture 4"/>
          <p:cNvPicPr>
            <a:picLocks noChangeAspect="1"/>
          </p:cNvPicPr>
          <p:nvPr/>
        </p:nvPicPr>
        <p:blipFill>
          <a:blip r:embed="rId2">
            <a:extLst/>
          </a:blip>
          <a:stretch>
            <a:fillRect/>
          </a:stretch>
        </p:blipFill>
        <p:spPr>
          <a:xfrm>
            <a:off x="609600" y="2118386"/>
            <a:ext cx="7764789" cy="2834614"/>
          </a:xfrm>
          <a:prstGeom prst="rect">
            <a:avLst/>
          </a:prstGeom>
          <a:ln w="12700">
            <a:miter lim="400000"/>
          </a:ln>
        </p:spPr>
      </p:pic>
      <p:sp>
        <p:nvSpPr>
          <p:cNvPr id="961" name="Slide Number Placeholder 3"/>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3" name="Rectangle 2"/>
          <p:cNvSpPr txBox="1"/>
          <p:nvPr>
            <p:ph type="title"/>
          </p:nvPr>
        </p:nvSpPr>
        <p:spPr>
          <a:xfrm>
            <a:off x="1692275" y="0"/>
            <a:ext cx="6096000" cy="1143000"/>
          </a:xfrm>
          <a:prstGeom prst="rect">
            <a:avLst/>
          </a:prstGeom>
        </p:spPr>
        <p:txBody>
          <a:bodyPr/>
          <a:lstStyle>
            <a:lvl1pPr defTabSz="886968">
              <a:defRPr sz="3783"/>
            </a:lvl1pPr>
          </a:lstStyle>
          <a:p>
            <a:pPr/>
            <a:r>
              <a:t>Variable-Length Subnet Mask - VLSM</a:t>
            </a:r>
          </a:p>
        </p:txBody>
      </p:sp>
      <p:sp>
        <p:nvSpPr>
          <p:cNvPr id="964" name="Rectangle 4"/>
          <p:cNvSpPr txBox="1"/>
          <p:nvPr>
            <p:ph type="body" sz="half" idx="1"/>
          </p:nvPr>
        </p:nvSpPr>
        <p:spPr>
          <a:xfrm>
            <a:off x="179388" y="1557337"/>
            <a:ext cx="8736012" cy="1511301"/>
          </a:xfrm>
          <a:prstGeom prst="rect">
            <a:avLst/>
          </a:prstGeom>
        </p:spPr>
        <p:txBody>
          <a:bodyPr/>
          <a:lstStyle>
            <a:lvl1pPr>
              <a:lnSpc>
                <a:spcPct val="90000"/>
              </a:lnSpc>
              <a:spcBef>
                <a:spcPts val="500"/>
              </a:spcBef>
              <a:defRPr sz="2400"/>
            </a:lvl1pPr>
          </a:lstStyle>
          <a:p>
            <a:pPr/>
            <a:r>
              <a:t>VLSM allows you to use more than one subnet mask within the same network address space - subnetting a subnet</a:t>
            </a:r>
          </a:p>
        </p:txBody>
      </p:sp>
      <p:sp>
        <p:nvSpPr>
          <p:cNvPr id="965" name="Slide Number Placeholder 3"/>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966" name="Group 5"/>
          <p:cNvGraphicFramePr/>
          <p:nvPr/>
        </p:nvGraphicFramePr>
        <p:xfrm>
          <a:off x="971550" y="3357562"/>
          <a:ext cx="1879600" cy="24574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61963"/>
                <a:gridCol w="1417637"/>
              </a:tblGrid>
              <a:tr h="273050">
                <a:tc>
                  <a:txBody>
                    <a:bodyPr/>
                    <a:lstStyle/>
                    <a:p>
                      <a:pPr algn="l">
                        <a:spcBef>
                          <a:spcPts val="200"/>
                        </a:spcBef>
                        <a:defRPr sz="1800"/>
                      </a:pPr>
                      <a:r>
                        <a:rPr sz="1000">
                          <a:solidFill>
                            <a:srgbClr val="1F497D"/>
                          </a:solidFill>
                          <a:latin typeface="+mj-lt"/>
                          <a:ea typeface="+mj-ea"/>
                          <a:cs typeface="+mj-cs"/>
                          <a:sym typeface="Arial"/>
                        </a:rPr>
                        <a:t>S</a:t>
                      </a:r>
                    </a:p>
                  </a:txBody>
                  <a:tcPr marL="45720" marR="45720" marT="45720" marB="45720" anchor="t" anchorCtr="0" horzOverflow="overflow">
                    <a:lnL w="28575">
                      <a:solidFill>
                        <a:srgbClr val="000000"/>
                      </a:solidFill>
                    </a:lnL>
                    <a:lnR w="12700">
                      <a:solidFill>
                        <a:srgbClr val="000000"/>
                      </a:solidFill>
                    </a:lnR>
                    <a:lnT w="28575">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Subnet Add</a:t>
                      </a:r>
                    </a:p>
                  </a:txBody>
                  <a:tcPr marL="45720" marR="45720" marT="45720" marB="45720" anchor="t" anchorCtr="0" horzOverflow="overflow">
                    <a:lnL w="12700">
                      <a:solidFill>
                        <a:srgbClr val="000000"/>
                      </a:solidFill>
                    </a:lnL>
                    <a:lnR w="28575">
                      <a:solidFill>
                        <a:srgbClr val="000000"/>
                      </a:solidFill>
                    </a:lnR>
                    <a:lnT w="28575">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0</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207.21.24.0/27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1</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207.21.24.32/27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2</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207.21.24.64/27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3</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207.21.24.96/27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4</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207.21.24.128/27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5</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207.21.24.160/27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6</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207.21.24.192/27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1F497D"/>
                          </a:solidFill>
                          <a:latin typeface="+mj-lt"/>
                          <a:ea typeface="+mj-ea"/>
                          <a:cs typeface="+mj-cs"/>
                          <a:sym typeface="Arial"/>
                        </a:rPr>
                        <a:t>7</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28575">
                      <a:solidFill>
                        <a:srgbClr val="000000"/>
                      </a:solidFill>
                    </a:lnB>
                    <a:noFill/>
                  </a:tcPr>
                </a:tc>
                <a:tc>
                  <a:txBody>
                    <a:bodyPr/>
                    <a:lstStyle/>
                    <a:p>
                      <a:pPr algn="l">
                        <a:spcBef>
                          <a:spcPts val="200"/>
                        </a:spcBef>
                        <a:defRPr sz="1800"/>
                      </a:pPr>
                      <a:r>
                        <a:rPr sz="1000">
                          <a:solidFill>
                            <a:srgbClr val="1F497D"/>
                          </a:solidFill>
                          <a:latin typeface="+mj-lt"/>
                          <a:ea typeface="+mj-ea"/>
                          <a:cs typeface="+mj-cs"/>
                          <a:sym typeface="Arial"/>
                        </a:rPr>
                        <a:t>207.21.24.224/27</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28575">
                      <a:solidFill>
                        <a:srgbClr val="000000"/>
                      </a:solidFill>
                    </a:lnB>
                    <a:noFill/>
                  </a:tcPr>
                </a:tc>
              </a:tr>
            </a:tbl>
          </a:graphicData>
        </a:graphic>
      </p:graphicFrame>
      <p:graphicFrame>
        <p:nvGraphicFramePr>
          <p:cNvPr id="967" name="Group 41"/>
          <p:cNvGraphicFramePr/>
          <p:nvPr/>
        </p:nvGraphicFramePr>
        <p:xfrm>
          <a:off x="3937000" y="4419600"/>
          <a:ext cx="2281238" cy="19113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66775"/>
                <a:gridCol w="1414463"/>
              </a:tblGrid>
              <a:tr h="273050">
                <a:tc>
                  <a:txBody>
                    <a:bodyPr/>
                    <a:lstStyle/>
                    <a:p>
                      <a:pPr algn="l">
                        <a:spcBef>
                          <a:spcPts val="200"/>
                        </a:spcBef>
                        <a:defRPr sz="1800"/>
                      </a:pPr>
                      <a:r>
                        <a:rPr sz="1000">
                          <a:solidFill>
                            <a:srgbClr val="FF0000"/>
                          </a:solidFill>
                          <a:latin typeface="+mj-lt"/>
                          <a:ea typeface="+mj-ea"/>
                          <a:cs typeface="+mj-cs"/>
                          <a:sym typeface="Arial"/>
                        </a:rPr>
                        <a:t>Sub-sub</a:t>
                      </a:r>
                    </a:p>
                  </a:txBody>
                  <a:tcPr marL="45720" marR="45720" marT="45720" marB="45720" anchor="t" anchorCtr="0" horzOverflow="overflow">
                    <a:lnL w="28575">
                      <a:solidFill>
                        <a:srgbClr val="000000"/>
                      </a:solidFill>
                    </a:lnL>
                    <a:lnR w="12700">
                      <a:solidFill>
                        <a:srgbClr val="000000"/>
                      </a:solidFill>
                    </a:lnR>
                    <a:lnT w="28575">
                      <a:solidFill>
                        <a:srgbClr val="000000"/>
                      </a:solidFill>
                    </a:lnT>
                    <a:lnB w="12700">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Sub-Subnet Add</a:t>
                      </a:r>
                    </a:p>
                  </a:txBody>
                  <a:tcPr marL="45720" marR="45720" marT="45720" marB="45720" anchor="t" anchorCtr="0" horzOverflow="overflow">
                    <a:lnL w="12700">
                      <a:solidFill>
                        <a:srgbClr val="000000"/>
                      </a:solidFill>
                    </a:lnL>
                    <a:lnR w="28575">
                      <a:solidFill>
                        <a:srgbClr val="000000"/>
                      </a:solidFill>
                    </a:lnR>
                    <a:lnT w="28575">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Sub 0</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207.21.24.192/30</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Sub 1</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207.21.24.196/30</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400"/>
                        </a:spcBef>
                        <a:defRPr sz="1000">
                          <a:solidFill>
                            <a:srgbClr val="FF0000"/>
                          </a:solidFill>
                          <a:latin typeface="+mj-lt"/>
                          <a:ea typeface="+mj-ea"/>
                          <a:cs typeface="+mj-cs"/>
                          <a:sym typeface="Arial"/>
                        </a:defRPr>
                      </a:pP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Sub 5</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207.21.24.212/30</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Sub 6</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207.21.24.216/30</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273050">
                <a:tc>
                  <a:txBody>
                    <a:bodyPr/>
                    <a:lstStyle/>
                    <a:p>
                      <a:pPr algn="l">
                        <a:spcBef>
                          <a:spcPts val="200"/>
                        </a:spcBef>
                        <a:defRPr sz="1800"/>
                      </a:pPr>
                      <a:r>
                        <a:rPr sz="1000">
                          <a:solidFill>
                            <a:srgbClr val="FF0000"/>
                          </a:solidFill>
                          <a:latin typeface="+mj-lt"/>
                          <a:ea typeface="+mj-ea"/>
                          <a:cs typeface="+mj-cs"/>
                          <a:sym typeface="Arial"/>
                        </a:rPr>
                        <a:t>Sub 7</a:t>
                      </a:r>
                    </a:p>
                  </a:txBody>
                  <a:tcPr marL="45720" marR="45720" marT="45720" marB="45720" anchor="t" anchorCtr="0" horzOverflow="overflow">
                    <a:lnL w="28575">
                      <a:solidFill>
                        <a:srgbClr val="000000"/>
                      </a:solidFill>
                    </a:lnL>
                    <a:lnR w="12700">
                      <a:solidFill>
                        <a:srgbClr val="000000"/>
                      </a:solidFill>
                    </a:lnR>
                    <a:lnT w="12700">
                      <a:solidFill>
                        <a:srgbClr val="000000"/>
                      </a:solidFill>
                    </a:lnT>
                    <a:lnB w="28575">
                      <a:solidFill>
                        <a:srgbClr val="000000"/>
                      </a:solidFill>
                    </a:lnB>
                    <a:noFill/>
                  </a:tcPr>
                </a:tc>
                <a:tc>
                  <a:txBody>
                    <a:bodyPr/>
                    <a:lstStyle/>
                    <a:p>
                      <a:pPr algn="l">
                        <a:spcBef>
                          <a:spcPts val="200"/>
                        </a:spcBef>
                        <a:defRPr sz="1800"/>
                      </a:pPr>
                      <a:r>
                        <a:rPr sz="1000">
                          <a:solidFill>
                            <a:srgbClr val="FF0000"/>
                          </a:solidFill>
                          <a:latin typeface="+mj-lt"/>
                          <a:ea typeface="+mj-ea"/>
                          <a:cs typeface="+mj-cs"/>
                          <a:sym typeface="Arial"/>
                        </a:rPr>
                        <a:t>207.21.24.220/30</a:t>
                      </a:r>
                    </a:p>
                  </a:txBody>
                  <a:tcPr marL="45720" marR="45720" marT="45720" marB="45720" anchor="t" anchorCtr="0" horzOverflow="overflow">
                    <a:lnL w="12700">
                      <a:solidFill>
                        <a:srgbClr val="000000"/>
                      </a:solidFill>
                    </a:lnL>
                    <a:lnR w="28575">
                      <a:solidFill>
                        <a:srgbClr val="000000"/>
                      </a:solidFill>
                    </a:lnR>
                    <a:lnT w="12700">
                      <a:solidFill>
                        <a:srgbClr val="000000"/>
                      </a:solidFill>
                    </a:lnT>
                    <a:lnB w="28575">
                      <a:solidFill>
                        <a:srgbClr val="000000"/>
                      </a:solidFill>
                    </a:lnB>
                    <a:noFill/>
                  </a:tcPr>
                </a:tc>
              </a:tr>
            </a:tbl>
          </a:graphicData>
        </a:graphic>
      </p:graphicFrame>
      <p:sp>
        <p:nvSpPr>
          <p:cNvPr id="968" name="AutoShape 71"/>
          <p:cNvSpPr/>
          <p:nvPr/>
        </p:nvSpPr>
        <p:spPr>
          <a:xfrm>
            <a:off x="2752725" y="5302250"/>
            <a:ext cx="882650" cy="233364"/>
          </a:xfrm>
          <a:prstGeom prst="rightArrow">
            <a:avLst>
              <a:gd name="adj1" fmla="val 49657"/>
              <a:gd name="adj2" fmla="val 86047"/>
            </a:avLst>
          </a:prstGeom>
          <a:solidFill>
            <a:srgbClr val="000000"/>
          </a:solidFill>
          <a:ln w="38100">
            <a:solidFill>
              <a:srgbClr val="000000"/>
            </a:solidFill>
            <a:miter/>
          </a:ln>
        </p:spPr>
        <p:txBody>
          <a:bodyPr lIns="45719" rIns="45719" anchor="ctr"/>
          <a:lstStyle/>
          <a:p>
            <a:pPr>
              <a:defRPr>
                <a:latin typeface="Garamond"/>
                <a:ea typeface="Garamond"/>
                <a:cs typeface="Garamond"/>
                <a:sym typeface="Garamond"/>
              </a:defRPr>
            </a:pPr>
          </a:p>
        </p:txBody>
      </p:sp>
      <p:sp>
        <p:nvSpPr>
          <p:cNvPr id="969" name="AutoShape 72"/>
          <p:cNvSpPr/>
          <p:nvPr/>
        </p:nvSpPr>
        <p:spPr>
          <a:xfrm>
            <a:off x="3551237" y="4487862"/>
            <a:ext cx="292101" cy="18843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0794"/>
                  <a:pt x="10800" y="19800"/>
                </a:cubicBezTo>
                <a:lnTo>
                  <a:pt x="10800" y="12600"/>
                </a:lnTo>
                <a:cubicBezTo>
                  <a:pt x="10800" y="11606"/>
                  <a:pt x="5965" y="10800"/>
                  <a:pt x="0" y="10800"/>
                </a:cubicBezTo>
                <a:cubicBezTo>
                  <a:pt x="5965" y="10800"/>
                  <a:pt x="10800" y="9994"/>
                  <a:pt x="10800" y="9000"/>
                </a:cubicBezTo>
                <a:lnTo>
                  <a:pt x="10800" y="1800"/>
                </a:lnTo>
                <a:cubicBezTo>
                  <a:pt x="10800" y="806"/>
                  <a:pt x="15635" y="0"/>
                  <a:pt x="21600" y="0"/>
                </a:cubicBezTo>
              </a:path>
            </a:pathLst>
          </a:custGeom>
          <a:ln w="38100">
            <a:solidFill>
              <a:srgbClr val="000000"/>
            </a:solidFill>
          </a:ln>
        </p:spPr>
        <p:txBody>
          <a:bodyPr lIns="45719" rIns="45719" anchor="ctr"/>
          <a:lstStyle/>
          <a:p>
            <a:pPr>
              <a:defRPr>
                <a:latin typeface="Garamond"/>
                <a:ea typeface="Garamond"/>
                <a:cs typeface="Garamond"/>
                <a:sym typeface="Garamond"/>
              </a:defRPr>
            </a:pPr>
          </a:p>
        </p:txBody>
      </p:sp>
      <p:pic>
        <p:nvPicPr>
          <p:cNvPr id="970" name="Picture 73" descr="Picture 73"/>
          <p:cNvPicPr>
            <a:picLocks noChangeAspect="1"/>
          </p:cNvPicPr>
          <p:nvPr/>
        </p:nvPicPr>
        <p:blipFill>
          <a:blip r:embed="rId2">
            <a:extLst/>
          </a:blip>
          <a:stretch>
            <a:fillRect/>
          </a:stretch>
        </p:blipFill>
        <p:spPr>
          <a:xfrm>
            <a:off x="5003800" y="2349500"/>
            <a:ext cx="3473450" cy="1927225"/>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2" name="Rectangle 2"/>
          <p:cNvSpPr txBox="1"/>
          <p:nvPr>
            <p:ph type="title"/>
          </p:nvPr>
        </p:nvSpPr>
        <p:spPr>
          <a:xfrm>
            <a:off x="1547812" y="0"/>
            <a:ext cx="6096001" cy="1143000"/>
          </a:xfrm>
          <a:prstGeom prst="rect">
            <a:avLst/>
          </a:prstGeom>
        </p:spPr>
        <p:txBody>
          <a:bodyPr/>
          <a:lstStyle/>
          <a:p>
            <a:pPr/>
            <a:r>
              <a:t>Supernetting</a:t>
            </a:r>
          </a:p>
        </p:txBody>
      </p:sp>
      <p:sp>
        <p:nvSpPr>
          <p:cNvPr id="973" name="Rectangle 3"/>
          <p:cNvSpPr txBox="1"/>
          <p:nvPr>
            <p:ph type="body" idx="1"/>
          </p:nvPr>
        </p:nvSpPr>
        <p:spPr>
          <a:xfrm>
            <a:off x="407988" y="1773238"/>
            <a:ext cx="8736012" cy="4754563"/>
          </a:xfrm>
          <a:prstGeom prst="rect">
            <a:avLst/>
          </a:prstGeom>
        </p:spPr>
        <p:txBody>
          <a:bodyPr/>
          <a:lstStyle/>
          <a:p>
            <a:pPr>
              <a:spcBef>
                <a:spcPts val="500"/>
              </a:spcBef>
              <a:defRPr sz="2400"/>
            </a:pPr>
            <a:r>
              <a:t>Using a bitmask to group multiple classful networks as a single network address.</a:t>
            </a:r>
          </a:p>
          <a:p>
            <a:pPr>
              <a:spcBef>
                <a:spcPts val="500"/>
              </a:spcBef>
              <a:defRPr sz="2400"/>
            </a:pPr>
            <a:r>
              <a:t>Same process with route aggregation.</a:t>
            </a:r>
          </a:p>
          <a:p>
            <a:pPr>
              <a:spcBef>
                <a:spcPts val="500"/>
              </a:spcBef>
              <a:defRPr i="1" sz="2400">
                <a:solidFill>
                  <a:srgbClr val="FF0000"/>
                </a:solidFill>
              </a:defRPr>
            </a:pPr>
            <a:r>
              <a:t>supernetting</a:t>
            </a:r>
            <a:r>
              <a:rPr i="0">
                <a:solidFill>
                  <a:srgbClr val="000000"/>
                </a:solidFill>
              </a:rPr>
              <a:t> is most often applied when the aggregated networks are </a:t>
            </a:r>
            <a:r>
              <a:rPr i="0"/>
              <a:t>under common administrative control.</a:t>
            </a:r>
            <a:endParaRPr i="0"/>
          </a:p>
          <a:p>
            <a:pPr>
              <a:spcBef>
                <a:spcPts val="500"/>
              </a:spcBef>
              <a:defRPr sz="2400"/>
            </a:pPr>
            <a:r>
              <a:t>In class C network addresses, </a:t>
            </a:r>
            <a:r>
              <a:rPr i="1">
                <a:solidFill>
                  <a:srgbClr val="FF0000"/>
                </a:solidFill>
              </a:rPr>
              <a:t>supernetting</a:t>
            </a:r>
            <a:r>
              <a:t> can be used so that the addresses appear as a single large network, or </a:t>
            </a:r>
            <a:r>
              <a:rPr i="1">
                <a:solidFill>
                  <a:srgbClr val="FF0000"/>
                </a:solidFill>
              </a:rPr>
              <a:t>supernet</a:t>
            </a:r>
          </a:p>
        </p:txBody>
      </p:sp>
      <p:sp>
        <p:nvSpPr>
          <p:cNvPr id="974" name="Slide Number Placeholder 3"/>
          <p:cNvSpPr txBox="1"/>
          <p:nvPr>
            <p:ph type="sldNum" sz="quarter" idx="4294967295"/>
          </p:nvPr>
        </p:nvSpPr>
        <p:spPr>
          <a:xfrm>
            <a:off x="8439784" y="6410642"/>
            <a:ext cx="247016" cy="2565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6" name="Rectangle 2"/>
          <p:cNvSpPr txBox="1"/>
          <p:nvPr>
            <p:ph type="title"/>
          </p:nvPr>
        </p:nvSpPr>
        <p:spPr>
          <a:prstGeom prst="rect">
            <a:avLst/>
          </a:prstGeom>
        </p:spPr>
        <p:txBody>
          <a:bodyPr/>
          <a:lstStyle/>
          <a:p>
            <a:pPr/>
            <a:r>
              <a:t>IP Routing</a:t>
            </a:r>
          </a:p>
        </p:txBody>
      </p:sp>
      <p:sp>
        <p:nvSpPr>
          <p:cNvPr id="977" name="Rectangle 3"/>
          <p:cNvSpPr txBox="1"/>
          <p:nvPr>
            <p:ph type="body" idx="1"/>
          </p:nvPr>
        </p:nvSpPr>
        <p:spPr>
          <a:xfrm>
            <a:off x="457200" y="1600200"/>
            <a:ext cx="8229600" cy="4953000"/>
          </a:xfrm>
          <a:prstGeom prst="rect">
            <a:avLst/>
          </a:prstGeom>
        </p:spPr>
        <p:txBody>
          <a:bodyPr/>
          <a:lstStyle/>
          <a:p>
            <a:pPr/>
            <a:r>
              <a:t>Routers are not omniscient</a:t>
            </a:r>
          </a:p>
          <a:p>
            <a:pPr lvl="1" marL="742950" indent="-285750">
              <a:spcBef>
                <a:spcPts val="600"/>
              </a:spcBef>
              <a:defRPr sz="2800"/>
            </a:pPr>
            <a:r>
              <a:t>Next-Hop</a:t>
            </a:r>
          </a:p>
          <a:p>
            <a:pPr/>
            <a:r>
              <a:t>Hop-by-Hop</a:t>
            </a:r>
          </a:p>
          <a:p>
            <a:pPr/>
            <a:r>
              <a:t>Thus IP makes no guarantees</a:t>
            </a:r>
          </a:p>
          <a:p>
            <a:pPr lvl="1" marL="742950" indent="-285750">
              <a:spcBef>
                <a:spcPts val="600"/>
              </a:spcBef>
              <a:defRPr sz="2800"/>
            </a:pPr>
            <a:r>
              <a:t>except to try it’s best (”Best Effort”)</a:t>
            </a:r>
          </a:p>
          <a:p>
            <a:pPr lvl="1" marL="742950" indent="-285750">
              <a:spcBef>
                <a:spcPts val="600"/>
              </a:spcBef>
              <a:defRPr sz="2800"/>
            </a:pPr>
            <a:r>
              <a:t>packets may get there out of order, garbled, duplicated</a:t>
            </a:r>
          </a:p>
          <a:p>
            <a:pPr lvl="1" marL="742950" indent="-285750">
              <a:spcBef>
                <a:spcPts val="600"/>
              </a:spcBef>
              <a:defRPr sz="2800"/>
            </a:pPr>
            <a:r>
              <a:t>may not get there at all!</a:t>
            </a:r>
          </a:p>
          <a:p>
            <a:pPr lvl="1" marL="742950" indent="-285750">
              <a:spcBef>
                <a:spcPts val="600"/>
              </a:spcBef>
              <a:defRPr sz="2800"/>
            </a:pPr>
            <a:r>
              <a:t>Unreliable datagram service</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981" name="Picture 5"/>
          <p:cNvGrpSpPr/>
          <p:nvPr/>
        </p:nvGrpSpPr>
        <p:grpSpPr>
          <a:xfrm>
            <a:off x="457200" y="1600200"/>
            <a:ext cx="8229600" cy="3903663"/>
            <a:chOff x="0" y="0"/>
            <a:chExt cx="8229600" cy="3903662"/>
          </a:xfrm>
        </p:grpSpPr>
        <p:sp>
          <p:nvSpPr>
            <p:cNvPr id="979" name="Rectangle"/>
            <p:cNvSpPr/>
            <p:nvPr/>
          </p:nvSpPr>
          <p:spPr>
            <a:xfrm>
              <a:off x="0" y="0"/>
              <a:ext cx="8229600" cy="3903663"/>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pic>
          <p:nvPicPr>
            <p:cNvPr id="980" name="image25.pdf" descr="image25.pdf"/>
            <p:cNvPicPr>
              <a:picLocks noChangeAspect="1"/>
            </p:cNvPicPr>
            <p:nvPr/>
          </p:nvPicPr>
          <p:blipFill>
            <a:blip r:embed="rId2">
              <a:extLst/>
            </a:blip>
            <a:stretch>
              <a:fillRect/>
            </a:stretch>
          </p:blipFill>
          <p:spPr>
            <a:xfrm>
              <a:off x="0" y="0"/>
              <a:ext cx="8229600" cy="3903663"/>
            </a:xfrm>
            <a:prstGeom prst="rect">
              <a:avLst/>
            </a:prstGeom>
            <a:ln w="9525" cap="flat">
              <a:solidFill>
                <a:srgbClr val="FFFFFF"/>
              </a:solidFill>
              <a:prstDash val="solid"/>
              <a:miter lim="800000"/>
            </a:ln>
            <a:effectLst/>
          </p:spPr>
        </p:pic>
      </p:grpSp>
      <p:sp>
        <p:nvSpPr>
          <p:cNvPr id="982" name="Rectangle 6"/>
          <p:cNvSpPr txBox="1"/>
          <p:nvPr>
            <p:ph type="title"/>
          </p:nvPr>
        </p:nvSpPr>
        <p:spPr>
          <a:xfrm>
            <a:off x="798512" y="457200"/>
            <a:ext cx="7543801" cy="914400"/>
          </a:xfrm>
          <a:prstGeom prst="rect">
            <a:avLst/>
          </a:prstGeom>
        </p:spPr>
        <p:txBody>
          <a:bodyPr/>
          <a:lstStyle/>
          <a:p>
            <a:pPr/>
            <a:r>
              <a:t>IP Routing Hop-by-Hop</a:t>
            </a:r>
          </a:p>
        </p:txBody>
      </p:sp>
      <p:sp>
        <p:nvSpPr>
          <p:cNvPr id="983" name="Text Box 8"/>
          <p:cNvSpPr txBox="1"/>
          <p:nvPr/>
        </p:nvSpPr>
        <p:spPr>
          <a:xfrm>
            <a:off x="2061004" y="5895975"/>
            <a:ext cx="5018817" cy="4851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2800">
                <a:solidFill>
                  <a:srgbClr val="FFFFFF"/>
                </a:solidFill>
                <a:latin typeface="Garamond"/>
                <a:ea typeface="Garamond"/>
                <a:cs typeface="Garamond"/>
                <a:sym typeface="Garamond"/>
              </a:defRPr>
            </a:lvl1pPr>
          </a:lstStyle>
          <a:p>
            <a:pPr/>
            <a:r>
              <a:t>How a Router Forwards Datagrams</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5" name="Rectangle 2"/>
          <p:cNvSpPr txBox="1"/>
          <p:nvPr>
            <p:ph type="title"/>
          </p:nvPr>
        </p:nvSpPr>
        <p:spPr>
          <a:prstGeom prst="rect">
            <a:avLst/>
          </a:prstGeom>
        </p:spPr>
        <p:txBody>
          <a:bodyPr/>
          <a:lstStyle/>
          <a:p>
            <a:pPr/>
            <a:r>
              <a:t>Network Programs</a:t>
            </a:r>
          </a:p>
        </p:txBody>
      </p:sp>
      <p:sp>
        <p:nvSpPr>
          <p:cNvPr id="986" name="Rectangle 3"/>
          <p:cNvSpPr txBox="1"/>
          <p:nvPr>
            <p:ph type="body" idx="1"/>
          </p:nvPr>
        </p:nvSpPr>
        <p:spPr>
          <a:xfrm>
            <a:off x="457200" y="1600200"/>
            <a:ext cx="8229600" cy="4525963"/>
          </a:xfrm>
          <a:prstGeom prst="rect">
            <a:avLst/>
          </a:prstGeom>
        </p:spPr>
        <p:txBody>
          <a:bodyPr/>
          <a:lstStyle/>
          <a:p>
            <a:pPr/>
            <a:r>
              <a:t>host</a:t>
            </a:r>
          </a:p>
          <a:p>
            <a:pPr/>
            <a:r>
              <a:t>ping</a:t>
            </a:r>
          </a:p>
          <a:p>
            <a:pPr/>
            <a:r>
              <a:t>traceroute</a:t>
            </a:r>
          </a:p>
          <a:p>
            <a:pPr/>
            <a:r>
              <a:t>nslookup</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8" name="Rectangle 2"/>
          <p:cNvSpPr txBox="1"/>
          <p:nvPr>
            <p:ph type="title"/>
          </p:nvPr>
        </p:nvSpPr>
        <p:spPr>
          <a:prstGeom prst="rect">
            <a:avLst/>
          </a:prstGeom>
        </p:spPr>
        <p:txBody>
          <a:bodyPr/>
          <a:lstStyle/>
          <a:p>
            <a:pPr/>
            <a:r>
              <a:t>Summary of IP</a:t>
            </a:r>
          </a:p>
        </p:txBody>
      </p:sp>
      <p:sp>
        <p:nvSpPr>
          <p:cNvPr id="989" name="Rectangle 3"/>
          <p:cNvSpPr txBox="1"/>
          <p:nvPr>
            <p:ph type="body" idx="1"/>
          </p:nvPr>
        </p:nvSpPr>
        <p:spPr>
          <a:xfrm>
            <a:off x="457200" y="1600200"/>
            <a:ext cx="8229600" cy="4525963"/>
          </a:xfrm>
          <a:prstGeom prst="rect">
            <a:avLst/>
          </a:prstGeom>
        </p:spPr>
        <p:txBody>
          <a:bodyPr/>
          <a:lstStyle/>
          <a:p>
            <a:pPr/>
            <a:r>
              <a:t>Connectionless/Datagram</a:t>
            </a:r>
          </a:p>
          <a:p>
            <a:pPr/>
            <a:r>
              <a:t>Unreliable/Best Effort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1" name="Rectangle 2"/>
          <p:cNvSpPr txBox="1"/>
          <p:nvPr>
            <p:ph type="title"/>
          </p:nvPr>
        </p:nvSpPr>
        <p:spPr>
          <a:prstGeom prst="rect">
            <a:avLst/>
          </a:prstGeom>
        </p:spPr>
        <p:txBody>
          <a:bodyPr/>
          <a:lstStyle>
            <a:lvl1pPr>
              <a:defRPr sz="3600"/>
            </a:lvl1pPr>
          </a:lstStyle>
          <a:p>
            <a:pPr/>
            <a:r>
              <a:t>Transmission Control Protocol</a:t>
            </a:r>
          </a:p>
        </p:txBody>
      </p:sp>
      <p:grpSp>
        <p:nvGrpSpPr>
          <p:cNvPr id="994" name="Picture 3"/>
          <p:cNvGrpSpPr/>
          <p:nvPr/>
        </p:nvGrpSpPr>
        <p:grpSpPr>
          <a:xfrm>
            <a:off x="803275" y="2668586"/>
            <a:ext cx="7537450" cy="2571751"/>
            <a:chOff x="0" y="0"/>
            <a:chExt cx="7537450" cy="2571750"/>
          </a:xfrm>
        </p:grpSpPr>
        <p:sp>
          <p:nvSpPr>
            <p:cNvPr id="992" name="Rectangle"/>
            <p:cNvSpPr/>
            <p:nvPr/>
          </p:nvSpPr>
          <p:spPr>
            <a:xfrm>
              <a:off x="0" y="0"/>
              <a:ext cx="7537450" cy="2571750"/>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pic>
          <p:nvPicPr>
            <p:cNvPr id="993" name="image10.pdf" descr="image10.pdf"/>
            <p:cNvPicPr>
              <a:picLocks noChangeAspect="1"/>
            </p:cNvPicPr>
            <p:nvPr/>
          </p:nvPicPr>
          <p:blipFill>
            <a:blip r:embed="rId3">
              <a:extLst/>
            </a:blip>
            <a:stretch>
              <a:fillRect/>
            </a:stretch>
          </p:blipFill>
          <p:spPr>
            <a:xfrm>
              <a:off x="0" y="0"/>
              <a:ext cx="7537450" cy="2571750"/>
            </a:xfrm>
            <a:prstGeom prst="rect">
              <a:avLst/>
            </a:prstGeom>
            <a:ln w="9525" cap="flat">
              <a:solidFill>
                <a:srgbClr val="FFFFFF"/>
              </a:solidFill>
              <a:prstDash val="solid"/>
              <a:miter lim="800000"/>
            </a:ln>
            <a:effectLst/>
          </p:spPr>
        </p:pic>
      </p:gr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8" name="Rectangle 2"/>
          <p:cNvSpPr txBox="1"/>
          <p:nvPr>
            <p:ph type="title"/>
          </p:nvPr>
        </p:nvSpPr>
        <p:spPr>
          <a:prstGeom prst="rect">
            <a:avLst/>
          </a:prstGeom>
        </p:spPr>
        <p:txBody>
          <a:bodyPr/>
          <a:lstStyle/>
          <a:p>
            <a:pPr/>
            <a:r>
              <a:t>Characteristics</a:t>
            </a:r>
          </a:p>
        </p:txBody>
      </p:sp>
      <p:sp>
        <p:nvSpPr>
          <p:cNvPr id="999" name="Rectangle 3"/>
          <p:cNvSpPr txBox="1"/>
          <p:nvPr>
            <p:ph type="body" idx="1"/>
          </p:nvPr>
        </p:nvSpPr>
        <p:spPr>
          <a:xfrm>
            <a:off x="457200" y="1600200"/>
            <a:ext cx="8229600" cy="4525963"/>
          </a:xfrm>
          <a:prstGeom prst="rect">
            <a:avLst/>
          </a:prstGeom>
        </p:spPr>
        <p:txBody>
          <a:bodyPr/>
          <a:lstStyle/>
          <a:p>
            <a:pPr/>
            <a:r>
              <a:t>Connection-Oriented</a:t>
            </a:r>
          </a:p>
          <a:p>
            <a:pPr/>
            <a:r>
              <a:t>Reliable</a:t>
            </a:r>
          </a:p>
          <a:p>
            <a:pPr/>
            <a:r>
              <a:t>Byte-Stream</a:t>
            </a:r>
          </a:p>
          <a:p>
            <a:pPr/>
            <a:r>
              <a:t>Flow Control </a:t>
            </a:r>
            <a:br/>
            <a:r>
              <a:t>(aka Congestion Control)</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3" name="Rectangle 2"/>
          <p:cNvSpPr txBox="1"/>
          <p:nvPr>
            <p:ph type="title"/>
          </p:nvPr>
        </p:nvSpPr>
        <p:spPr>
          <a:prstGeom prst="rect">
            <a:avLst/>
          </a:prstGeom>
        </p:spPr>
        <p:txBody>
          <a:bodyPr/>
          <a:lstStyle/>
          <a:p>
            <a:pPr/>
            <a:r>
              <a:t>Three Phases</a:t>
            </a:r>
          </a:p>
        </p:txBody>
      </p:sp>
      <p:sp>
        <p:nvSpPr>
          <p:cNvPr id="1004" name="Rectangle 3"/>
          <p:cNvSpPr txBox="1"/>
          <p:nvPr>
            <p:ph type="body" idx="1"/>
          </p:nvPr>
        </p:nvSpPr>
        <p:spPr>
          <a:xfrm>
            <a:off x="457200" y="1600200"/>
            <a:ext cx="8229600" cy="4525963"/>
          </a:xfrm>
          <a:prstGeom prst="rect">
            <a:avLst/>
          </a:prstGeom>
        </p:spPr>
        <p:txBody>
          <a:bodyPr/>
          <a:lstStyle/>
          <a:p>
            <a:pPr/>
            <a:r>
              <a:t>Establish Connection</a:t>
            </a:r>
          </a:p>
          <a:p>
            <a:pPr/>
            <a:r>
              <a:t>Data Transfer</a:t>
            </a:r>
          </a:p>
          <a:p>
            <a:pPr/>
            <a:r>
              <a:t>Terminate Connection</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8" name="Rectangle 5"/>
          <p:cNvSpPr txBox="1"/>
          <p:nvPr>
            <p:ph type="title"/>
          </p:nvPr>
        </p:nvSpPr>
        <p:spPr>
          <a:prstGeom prst="rect">
            <a:avLst/>
          </a:prstGeom>
        </p:spPr>
        <p:txBody>
          <a:bodyPr/>
          <a:lstStyle/>
          <a:p>
            <a:pPr/>
            <a:r>
              <a:t>Establishing the Connection</a:t>
            </a:r>
          </a:p>
        </p:txBody>
      </p:sp>
      <p:grpSp>
        <p:nvGrpSpPr>
          <p:cNvPr id="1011" name="Picture 4"/>
          <p:cNvGrpSpPr/>
          <p:nvPr/>
        </p:nvGrpSpPr>
        <p:grpSpPr>
          <a:xfrm>
            <a:off x="2768600" y="1601787"/>
            <a:ext cx="3606800" cy="4705351"/>
            <a:chOff x="0" y="0"/>
            <a:chExt cx="3606800" cy="4705350"/>
          </a:xfrm>
        </p:grpSpPr>
        <p:sp>
          <p:nvSpPr>
            <p:cNvPr id="1009" name="Rectangle"/>
            <p:cNvSpPr/>
            <p:nvPr/>
          </p:nvSpPr>
          <p:spPr>
            <a:xfrm>
              <a:off x="0" y="0"/>
              <a:ext cx="3606800" cy="4705350"/>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pic>
          <p:nvPicPr>
            <p:cNvPr id="1010" name="image26.pdf" descr="image26.pdf"/>
            <p:cNvPicPr>
              <a:picLocks noChangeAspect="1"/>
            </p:cNvPicPr>
            <p:nvPr/>
          </p:nvPicPr>
          <p:blipFill>
            <a:blip r:embed="rId2">
              <a:extLst/>
            </a:blip>
            <a:stretch>
              <a:fillRect/>
            </a:stretch>
          </p:blipFill>
          <p:spPr>
            <a:xfrm>
              <a:off x="0" y="0"/>
              <a:ext cx="3606800" cy="470535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3" name="Rectangle 5"/>
          <p:cNvSpPr txBox="1"/>
          <p:nvPr>
            <p:ph type="title"/>
          </p:nvPr>
        </p:nvSpPr>
        <p:spPr>
          <a:prstGeom prst="rect">
            <a:avLst/>
          </a:prstGeom>
        </p:spPr>
        <p:txBody>
          <a:bodyPr/>
          <a:lstStyle/>
          <a:p>
            <a:pPr/>
            <a:r>
              <a:t>Data Transfer</a:t>
            </a:r>
          </a:p>
        </p:txBody>
      </p:sp>
      <p:grpSp>
        <p:nvGrpSpPr>
          <p:cNvPr id="1123" name="Group 8"/>
          <p:cNvGrpSpPr/>
          <p:nvPr/>
        </p:nvGrpSpPr>
        <p:grpSpPr>
          <a:xfrm>
            <a:off x="822325" y="1649413"/>
            <a:ext cx="7499350" cy="4425951"/>
            <a:chOff x="0" y="0"/>
            <a:chExt cx="7499350" cy="4425950"/>
          </a:xfrm>
        </p:grpSpPr>
        <p:sp>
          <p:nvSpPr>
            <p:cNvPr id="1014" name="AutoShape 7"/>
            <p:cNvSpPr/>
            <p:nvPr/>
          </p:nvSpPr>
          <p:spPr>
            <a:xfrm>
              <a:off x="0" y="0"/>
              <a:ext cx="7499350" cy="4425950"/>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15" name="Freeform 9"/>
            <p:cNvSpPr/>
            <p:nvPr/>
          </p:nvSpPr>
          <p:spPr>
            <a:xfrm>
              <a:off x="1141412" y="525462"/>
              <a:ext cx="457517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16" name="Freeform 10"/>
            <p:cNvSpPr/>
            <p:nvPr/>
          </p:nvSpPr>
          <p:spPr>
            <a:xfrm>
              <a:off x="1141412" y="1135062"/>
              <a:ext cx="457517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17" name="Freeform 11"/>
            <p:cNvSpPr/>
            <p:nvPr/>
          </p:nvSpPr>
          <p:spPr>
            <a:xfrm>
              <a:off x="5713412" y="525462"/>
              <a:ext cx="46672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18" name="Freeform 12"/>
            <p:cNvSpPr/>
            <p:nvPr/>
          </p:nvSpPr>
          <p:spPr>
            <a:xfrm>
              <a:off x="5713412" y="1135062"/>
              <a:ext cx="46672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19" name="Freeform 13"/>
            <p:cNvSpPr/>
            <p:nvPr/>
          </p:nvSpPr>
          <p:spPr>
            <a:xfrm>
              <a:off x="1139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0" name="Freeform 14"/>
            <p:cNvSpPr/>
            <p:nvPr/>
          </p:nvSpPr>
          <p:spPr>
            <a:xfrm>
              <a:off x="1292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1" name="Freeform 15"/>
            <p:cNvSpPr/>
            <p:nvPr/>
          </p:nvSpPr>
          <p:spPr>
            <a:xfrm>
              <a:off x="1444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2" name="Freeform 16"/>
            <p:cNvSpPr/>
            <p:nvPr/>
          </p:nvSpPr>
          <p:spPr>
            <a:xfrm>
              <a:off x="1597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3" name="Freeform 17"/>
            <p:cNvSpPr/>
            <p:nvPr/>
          </p:nvSpPr>
          <p:spPr>
            <a:xfrm>
              <a:off x="1749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4" name="Freeform 18"/>
            <p:cNvSpPr/>
            <p:nvPr/>
          </p:nvSpPr>
          <p:spPr>
            <a:xfrm>
              <a:off x="1901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5" name="Freeform 19"/>
            <p:cNvSpPr/>
            <p:nvPr/>
          </p:nvSpPr>
          <p:spPr>
            <a:xfrm>
              <a:off x="2054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6" name="Freeform 20"/>
            <p:cNvSpPr/>
            <p:nvPr/>
          </p:nvSpPr>
          <p:spPr>
            <a:xfrm>
              <a:off x="2206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7" name="Freeform 21"/>
            <p:cNvSpPr/>
            <p:nvPr/>
          </p:nvSpPr>
          <p:spPr>
            <a:xfrm>
              <a:off x="2359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8" name="Freeform 22"/>
            <p:cNvSpPr/>
            <p:nvPr/>
          </p:nvSpPr>
          <p:spPr>
            <a:xfrm>
              <a:off x="2511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29" name="Freeform 23"/>
            <p:cNvSpPr/>
            <p:nvPr/>
          </p:nvSpPr>
          <p:spPr>
            <a:xfrm>
              <a:off x="2663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0" name="Freeform 24"/>
            <p:cNvSpPr/>
            <p:nvPr/>
          </p:nvSpPr>
          <p:spPr>
            <a:xfrm>
              <a:off x="2816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1" name="Freeform 25"/>
            <p:cNvSpPr/>
            <p:nvPr/>
          </p:nvSpPr>
          <p:spPr>
            <a:xfrm>
              <a:off x="2968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2" name="Freeform 26"/>
            <p:cNvSpPr/>
            <p:nvPr/>
          </p:nvSpPr>
          <p:spPr>
            <a:xfrm>
              <a:off x="3121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3" name="Freeform 27"/>
            <p:cNvSpPr/>
            <p:nvPr/>
          </p:nvSpPr>
          <p:spPr>
            <a:xfrm>
              <a:off x="3273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4" name="Freeform 28"/>
            <p:cNvSpPr/>
            <p:nvPr/>
          </p:nvSpPr>
          <p:spPr>
            <a:xfrm>
              <a:off x="3425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5" name="Freeform 29"/>
            <p:cNvSpPr/>
            <p:nvPr/>
          </p:nvSpPr>
          <p:spPr>
            <a:xfrm>
              <a:off x="3578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6" name="Freeform 30"/>
            <p:cNvSpPr/>
            <p:nvPr/>
          </p:nvSpPr>
          <p:spPr>
            <a:xfrm>
              <a:off x="3730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7" name="Freeform 31"/>
            <p:cNvSpPr/>
            <p:nvPr/>
          </p:nvSpPr>
          <p:spPr>
            <a:xfrm>
              <a:off x="3883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8" name="Freeform 32"/>
            <p:cNvSpPr/>
            <p:nvPr/>
          </p:nvSpPr>
          <p:spPr>
            <a:xfrm>
              <a:off x="4035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39" name="Freeform 33"/>
            <p:cNvSpPr/>
            <p:nvPr/>
          </p:nvSpPr>
          <p:spPr>
            <a:xfrm>
              <a:off x="4187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0" name="Freeform 34"/>
            <p:cNvSpPr/>
            <p:nvPr/>
          </p:nvSpPr>
          <p:spPr>
            <a:xfrm>
              <a:off x="4340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1" name="Freeform 35"/>
            <p:cNvSpPr/>
            <p:nvPr/>
          </p:nvSpPr>
          <p:spPr>
            <a:xfrm>
              <a:off x="4492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2" name="Freeform 36"/>
            <p:cNvSpPr/>
            <p:nvPr/>
          </p:nvSpPr>
          <p:spPr>
            <a:xfrm>
              <a:off x="4645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3" name="Freeform 37"/>
            <p:cNvSpPr/>
            <p:nvPr/>
          </p:nvSpPr>
          <p:spPr>
            <a:xfrm>
              <a:off x="4797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4" name="Freeform 38"/>
            <p:cNvSpPr/>
            <p:nvPr/>
          </p:nvSpPr>
          <p:spPr>
            <a:xfrm>
              <a:off x="4949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5" name="Freeform 39"/>
            <p:cNvSpPr/>
            <p:nvPr/>
          </p:nvSpPr>
          <p:spPr>
            <a:xfrm>
              <a:off x="5102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6" name="Freeform 40"/>
            <p:cNvSpPr/>
            <p:nvPr/>
          </p:nvSpPr>
          <p:spPr>
            <a:xfrm>
              <a:off x="5254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7" name="Freeform 41"/>
            <p:cNvSpPr/>
            <p:nvPr/>
          </p:nvSpPr>
          <p:spPr>
            <a:xfrm>
              <a:off x="5407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8" name="Freeform 42"/>
            <p:cNvSpPr/>
            <p:nvPr/>
          </p:nvSpPr>
          <p:spPr>
            <a:xfrm>
              <a:off x="5559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49" name="Freeform 43"/>
            <p:cNvSpPr/>
            <p:nvPr/>
          </p:nvSpPr>
          <p:spPr>
            <a:xfrm>
              <a:off x="5711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0" name="Freeform 44"/>
            <p:cNvSpPr/>
            <p:nvPr/>
          </p:nvSpPr>
          <p:spPr>
            <a:xfrm>
              <a:off x="5864225" y="527050"/>
              <a:ext cx="12700" cy="600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1" name="Freeform 45"/>
            <p:cNvSpPr/>
            <p:nvPr/>
          </p:nvSpPr>
          <p:spPr>
            <a:xfrm>
              <a:off x="6016625" y="527050"/>
              <a:ext cx="12700" cy="600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2" name="Rectangle 46"/>
            <p:cNvSpPr txBox="1"/>
            <p:nvPr/>
          </p:nvSpPr>
          <p:spPr>
            <a:xfrm rot="5400000">
              <a:off x="1018195" y="736116"/>
              <a:ext cx="414834"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0</a:t>
              </a:r>
            </a:p>
          </p:txBody>
        </p:sp>
        <p:sp>
          <p:nvSpPr>
            <p:cNvPr id="1053" name="Rectangle 47"/>
            <p:cNvSpPr txBox="1"/>
            <p:nvPr/>
          </p:nvSpPr>
          <p:spPr>
            <a:xfrm rot="5400000">
              <a:off x="1170595" y="736116"/>
              <a:ext cx="414834"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1</a:t>
              </a:r>
            </a:p>
          </p:txBody>
        </p:sp>
        <p:sp>
          <p:nvSpPr>
            <p:cNvPr id="1054" name="Rectangle 48"/>
            <p:cNvSpPr txBox="1"/>
            <p:nvPr/>
          </p:nvSpPr>
          <p:spPr>
            <a:xfrm rot="5400000">
              <a:off x="1324582" y="737703"/>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2</a:t>
              </a:r>
            </a:p>
          </p:txBody>
        </p:sp>
        <p:sp>
          <p:nvSpPr>
            <p:cNvPr id="1055" name="Rectangle 49"/>
            <p:cNvSpPr txBox="1"/>
            <p:nvPr/>
          </p:nvSpPr>
          <p:spPr>
            <a:xfrm rot="5400000">
              <a:off x="1476982" y="737703"/>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3</a:t>
              </a:r>
            </a:p>
          </p:txBody>
        </p:sp>
        <p:sp>
          <p:nvSpPr>
            <p:cNvPr id="1056" name="Freeform 50"/>
            <p:cNvSpPr/>
            <p:nvPr/>
          </p:nvSpPr>
          <p:spPr>
            <a:xfrm>
              <a:off x="1827212" y="9842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7" name="Freeform 51"/>
            <p:cNvSpPr/>
            <p:nvPr/>
          </p:nvSpPr>
          <p:spPr>
            <a:xfrm>
              <a:off x="2436812" y="3730625"/>
              <a:ext cx="45751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8" name="Freeform 52"/>
            <p:cNvSpPr/>
            <p:nvPr/>
          </p:nvSpPr>
          <p:spPr>
            <a:xfrm>
              <a:off x="2436812" y="4340225"/>
              <a:ext cx="45751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59" name="Freeform 53"/>
            <p:cNvSpPr/>
            <p:nvPr/>
          </p:nvSpPr>
          <p:spPr>
            <a:xfrm>
              <a:off x="7008812" y="3730625"/>
              <a:ext cx="46672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0" name="Freeform 54"/>
            <p:cNvSpPr/>
            <p:nvPr/>
          </p:nvSpPr>
          <p:spPr>
            <a:xfrm>
              <a:off x="7008812" y="4340225"/>
              <a:ext cx="46672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1" name="Freeform 55"/>
            <p:cNvSpPr/>
            <p:nvPr/>
          </p:nvSpPr>
          <p:spPr>
            <a:xfrm>
              <a:off x="2435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2" name="Freeform 56"/>
            <p:cNvSpPr/>
            <p:nvPr/>
          </p:nvSpPr>
          <p:spPr>
            <a:xfrm>
              <a:off x="2587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3" name="Freeform 57"/>
            <p:cNvSpPr/>
            <p:nvPr/>
          </p:nvSpPr>
          <p:spPr>
            <a:xfrm>
              <a:off x="2740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4" name="Freeform 58"/>
            <p:cNvSpPr/>
            <p:nvPr/>
          </p:nvSpPr>
          <p:spPr>
            <a:xfrm>
              <a:off x="2892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5" name="Freeform 59"/>
            <p:cNvSpPr/>
            <p:nvPr/>
          </p:nvSpPr>
          <p:spPr>
            <a:xfrm>
              <a:off x="3044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6" name="Freeform 60"/>
            <p:cNvSpPr/>
            <p:nvPr/>
          </p:nvSpPr>
          <p:spPr>
            <a:xfrm>
              <a:off x="3197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7" name="Freeform 61"/>
            <p:cNvSpPr/>
            <p:nvPr/>
          </p:nvSpPr>
          <p:spPr>
            <a:xfrm>
              <a:off x="3349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8" name="Freeform 62"/>
            <p:cNvSpPr/>
            <p:nvPr/>
          </p:nvSpPr>
          <p:spPr>
            <a:xfrm>
              <a:off x="3502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69" name="Freeform 63"/>
            <p:cNvSpPr/>
            <p:nvPr/>
          </p:nvSpPr>
          <p:spPr>
            <a:xfrm>
              <a:off x="3654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0" name="Freeform 64"/>
            <p:cNvSpPr/>
            <p:nvPr/>
          </p:nvSpPr>
          <p:spPr>
            <a:xfrm>
              <a:off x="3806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1" name="Freeform 65"/>
            <p:cNvSpPr/>
            <p:nvPr/>
          </p:nvSpPr>
          <p:spPr>
            <a:xfrm>
              <a:off x="3959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2" name="Freeform 66"/>
            <p:cNvSpPr/>
            <p:nvPr/>
          </p:nvSpPr>
          <p:spPr>
            <a:xfrm>
              <a:off x="4111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3" name="Freeform 67"/>
            <p:cNvSpPr/>
            <p:nvPr/>
          </p:nvSpPr>
          <p:spPr>
            <a:xfrm>
              <a:off x="4264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4" name="Freeform 68"/>
            <p:cNvSpPr/>
            <p:nvPr/>
          </p:nvSpPr>
          <p:spPr>
            <a:xfrm>
              <a:off x="4416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5" name="Freeform 69"/>
            <p:cNvSpPr/>
            <p:nvPr/>
          </p:nvSpPr>
          <p:spPr>
            <a:xfrm>
              <a:off x="4568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6" name="Freeform 70"/>
            <p:cNvSpPr/>
            <p:nvPr/>
          </p:nvSpPr>
          <p:spPr>
            <a:xfrm>
              <a:off x="4721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7" name="Freeform 71"/>
            <p:cNvSpPr/>
            <p:nvPr/>
          </p:nvSpPr>
          <p:spPr>
            <a:xfrm>
              <a:off x="4873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8" name="Freeform 72"/>
            <p:cNvSpPr/>
            <p:nvPr/>
          </p:nvSpPr>
          <p:spPr>
            <a:xfrm>
              <a:off x="5026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79" name="Freeform 73"/>
            <p:cNvSpPr/>
            <p:nvPr/>
          </p:nvSpPr>
          <p:spPr>
            <a:xfrm>
              <a:off x="5178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0" name="Freeform 74"/>
            <p:cNvSpPr/>
            <p:nvPr/>
          </p:nvSpPr>
          <p:spPr>
            <a:xfrm>
              <a:off x="5330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1" name="Freeform 75"/>
            <p:cNvSpPr/>
            <p:nvPr/>
          </p:nvSpPr>
          <p:spPr>
            <a:xfrm>
              <a:off x="5483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2" name="Freeform 76"/>
            <p:cNvSpPr/>
            <p:nvPr/>
          </p:nvSpPr>
          <p:spPr>
            <a:xfrm>
              <a:off x="5635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3" name="Freeform 77"/>
            <p:cNvSpPr/>
            <p:nvPr/>
          </p:nvSpPr>
          <p:spPr>
            <a:xfrm>
              <a:off x="5788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4" name="Freeform 78"/>
            <p:cNvSpPr/>
            <p:nvPr/>
          </p:nvSpPr>
          <p:spPr>
            <a:xfrm>
              <a:off x="5940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5" name="Freeform 79"/>
            <p:cNvSpPr/>
            <p:nvPr/>
          </p:nvSpPr>
          <p:spPr>
            <a:xfrm>
              <a:off x="6092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6" name="Freeform 80"/>
            <p:cNvSpPr/>
            <p:nvPr/>
          </p:nvSpPr>
          <p:spPr>
            <a:xfrm>
              <a:off x="6245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7" name="Freeform 81"/>
            <p:cNvSpPr/>
            <p:nvPr/>
          </p:nvSpPr>
          <p:spPr>
            <a:xfrm>
              <a:off x="6397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8" name="Freeform 82"/>
            <p:cNvSpPr/>
            <p:nvPr/>
          </p:nvSpPr>
          <p:spPr>
            <a:xfrm>
              <a:off x="6550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89" name="Freeform 83"/>
            <p:cNvSpPr/>
            <p:nvPr/>
          </p:nvSpPr>
          <p:spPr>
            <a:xfrm>
              <a:off x="6702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0" name="Freeform 84"/>
            <p:cNvSpPr/>
            <p:nvPr/>
          </p:nvSpPr>
          <p:spPr>
            <a:xfrm>
              <a:off x="6854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1" name="Freeform 85"/>
            <p:cNvSpPr/>
            <p:nvPr/>
          </p:nvSpPr>
          <p:spPr>
            <a:xfrm>
              <a:off x="7007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2" name="Freeform 86"/>
            <p:cNvSpPr/>
            <p:nvPr/>
          </p:nvSpPr>
          <p:spPr>
            <a:xfrm>
              <a:off x="7159625" y="3732212"/>
              <a:ext cx="12700" cy="600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3" name="Freeform 87"/>
            <p:cNvSpPr/>
            <p:nvPr/>
          </p:nvSpPr>
          <p:spPr>
            <a:xfrm>
              <a:off x="7312025" y="3732212"/>
              <a:ext cx="12700" cy="600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4" name="Rectangle 88"/>
            <p:cNvSpPr txBox="1"/>
            <p:nvPr/>
          </p:nvSpPr>
          <p:spPr>
            <a:xfrm rot="5400000">
              <a:off x="23151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0</a:t>
              </a:r>
            </a:p>
          </p:txBody>
        </p:sp>
        <p:sp>
          <p:nvSpPr>
            <p:cNvPr id="1095" name="Rectangle 89"/>
            <p:cNvSpPr txBox="1"/>
            <p:nvPr/>
          </p:nvSpPr>
          <p:spPr>
            <a:xfrm rot="5400000">
              <a:off x="24675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1</a:t>
              </a:r>
            </a:p>
          </p:txBody>
        </p:sp>
        <p:sp>
          <p:nvSpPr>
            <p:cNvPr id="1096" name="Rectangle 90"/>
            <p:cNvSpPr txBox="1"/>
            <p:nvPr/>
          </p:nvSpPr>
          <p:spPr>
            <a:xfrm rot="5400000">
              <a:off x="26199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2</a:t>
              </a:r>
            </a:p>
          </p:txBody>
        </p:sp>
        <p:sp>
          <p:nvSpPr>
            <p:cNvPr id="1097" name="Rectangle 91"/>
            <p:cNvSpPr txBox="1"/>
            <p:nvPr/>
          </p:nvSpPr>
          <p:spPr>
            <a:xfrm rot="5400000">
              <a:off x="27723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3</a:t>
              </a:r>
            </a:p>
          </p:txBody>
        </p:sp>
        <p:sp>
          <p:nvSpPr>
            <p:cNvPr id="1098" name="Freeform 92"/>
            <p:cNvSpPr/>
            <p:nvPr/>
          </p:nvSpPr>
          <p:spPr>
            <a:xfrm>
              <a:off x="3122612" y="3883025"/>
              <a:ext cx="4476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6" y="0"/>
                  </a:moveTo>
                  <a:lnTo>
                    <a:pt x="230" y="0"/>
                  </a:lnTo>
                  <a:lnTo>
                    <a:pt x="0" y="10800"/>
                  </a:lnTo>
                  <a:lnTo>
                    <a:pt x="0" y="14400"/>
                  </a:lnTo>
                  <a:lnTo>
                    <a:pt x="153" y="21600"/>
                  </a:lnTo>
                  <a:lnTo>
                    <a:pt x="383" y="21600"/>
                  </a:lnTo>
                  <a:lnTo>
                    <a:pt x="460" y="18000"/>
                  </a:lnTo>
                  <a:lnTo>
                    <a:pt x="460" y="7200"/>
                  </a:lnTo>
                  <a:lnTo>
                    <a:pt x="306" y="0"/>
                  </a:lnTo>
                  <a:lnTo>
                    <a:pt x="1149" y="0"/>
                  </a:lnTo>
                  <a:lnTo>
                    <a:pt x="919" y="10800"/>
                  </a:lnTo>
                  <a:lnTo>
                    <a:pt x="919" y="14400"/>
                  </a:lnTo>
                  <a:lnTo>
                    <a:pt x="1072" y="21600"/>
                  </a:lnTo>
                  <a:lnTo>
                    <a:pt x="1302" y="21600"/>
                  </a:lnTo>
                  <a:lnTo>
                    <a:pt x="1379" y="18000"/>
                  </a:lnTo>
                  <a:lnTo>
                    <a:pt x="1379" y="7200"/>
                  </a:lnTo>
                  <a:lnTo>
                    <a:pt x="1226" y="0"/>
                  </a:lnTo>
                  <a:lnTo>
                    <a:pt x="306" y="0"/>
                  </a:lnTo>
                  <a:lnTo>
                    <a:pt x="2068" y="0"/>
                  </a:lnTo>
                  <a:lnTo>
                    <a:pt x="1838" y="10800"/>
                  </a:lnTo>
                  <a:lnTo>
                    <a:pt x="1838" y="14400"/>
                  </a:lnTo>
                  <a:lnTo>
                    <a:pt x="1991" y="21600"/>
                  </a:lnTo>
                  <a:lnTo>
                    <a:pt x="2221" y="21600"/>
                  </a:lnTo>
                  <a:lnTo>
                    <a:pt x="2298" y="18000"/>
                  </a:lnTo>
                  <a:lnTo>
                    <a:pt x="2298" y="7200"/>
                  </a:lnTo>
                  <a:lnTo>
                    <a:pt x="2145" y="0"/>
                  </a:lnTo>
                  <a:lnTo>
                    <a:pt x="306" y="0"/>
                  </a:lnTo>
                  <a:lnTo>
                    <a:pt x="2987" y="0"/>
                  </a:lnTo>
                  <a:lnTo>
                    <a:pt x="2757" y="10800"/>
                  </a:lnTo>
                  <a:lnTo>
                    <a:pt x="2757" y="14400"/>
                  </a:lnTo>
                  <a:lnTo>
                    <a:pt x="2911" y="21600"/>
                  </a:lnTo>
                  <a:lnTo>
                    <a:pt x="3140" y="21600"/>
                  </a:lnTo>
                  <a:lnTo>
                    <a:pt x="3217" y="18000"/>
                  </a:lnTo>
                  <a:lnTo>
                    <a:pt x="3217" y="7200"/>
                  </a:lnTo>
                  <a:lnTo>
                    <a:pt x="3064" y="0"/>
                  </a:lnTo>
                  <a:lnTo>
                    <a:pt x="306" y="0"/>
                  </a:lnTo>
                  <a:lnTo>
                    <a:pt x="3906" y="0"/>
                  </a:lnTo>
                  <a:lnTo>
                    <a:pt x="3677" y="10800"/>
                  </a:lnTo>
                  <a:lnTo>
                    <a:pt x="3677" y="14400"/>
                  </a:lnTo>
                  <a:lnTo>
                    <a:pt x="3830" y="21600"/>
                  </a:lnTo>
                  <a:lnTo>
                    <a:pt x="4060" y="21600"/>
                  </a:lnTo>
                  <a:lnTo>
                    <a:pt x="4136" y="18000"/>
                  </a:lnTo>
                  <a:lnTo>
                    <a:pt x="4136" y="7200"/>
                  </a:lnTo>
                  <a:lnTo>
                    <a:pt x="3983" y="0"/>
                  </a:lnTo>
                  <a:lnTo>
                    <a:pt x="306" y="0"/>
                  </a:lnTo>
                  <a:lnTo>
                    <a:pt x="4826" y="0"/>
                  </a:lnTo>
                  <a:lnTo>
                    <a:pt x="4596" y="10800"/>
                  </a:lnTo>
                  <a:lnTo>
                    <a:pt x="4596" y="14400"/>
                  </a:lnTo>
                  <a:lnTo>
                    <a:pt x="4749" y="21600"/>
                  </a:lnTo>
                  <a:lnTo>
                    <a:pt x="4979" y="21600"/>
                  </a:lnTo>
                  <a:lnTo>
                    <a:pt x="5055" y="18000"/>
                  </a:lnTo>
                  <a:lnTo>
                    <a:pt x="5055" y="7200"/>
                  </a:lnTo>
                  <a:lnTo>
                    <a:pt x="4902" y="0"/>
                  </a:lnTo>
                  <a:lnTo>
                    <a:pt x="306" y="0"/>
                  </a:lnTo>
                  <a:lnTo>
                    <a:pt x="5745" y="0"/>
                  </a:lnTo>
                  <a:lnTo>
                    <a:pt x="5515" y="10800"/>
                  </a:lnTo>
                  <a:lnTo>
                    <a:pt x="5515" y="14400"/>
                  </a:lnTo>
                  <a:lnTo>
                    <a:pt x="5668" y="21600"/>
                  </a:lnTo>
                  <a:lnTo>
                    <a:pt x="5898" y="21600"/>
                  </a:lnTo>
                  <a:lnTo>
                    <a:pt x="5974" y="18000"/>
                  </a:lnTo>
                  <a:lnTo>
                    <a:pt x="5974" y="7200"/>
                  </a:lnTo>
                  <a:lnTo>
                    <a:pt x="5821" y="0"/>
                  </a:lnTo>
                  <a:lnTo>
                    <a:pt x="306" y="0"/>
                  </a:lnTo>
                  <a:lnTo>
                    <a:pt x="6664" y="0"/>
                  </a:lnTo>
                  <a:lnTo>
                    <a:pt x="6434" y="10800"/>
                  </a:lnTo>
                  <a:lnTo>
                    <a:pt x="6434" y="14400"/>
                  </a:lnTo>
                  <a:lnTo>
                    <a:pt x="6587" y="21600"/>
                  </a:lnTo>
                  <a:lnTo>
                    <a:pt x="6817" y="21600"/>
                  </a:lnTo>
                  <a:lnTo>
                    <a:pt x="6894" y="18000"/>
                  </a:lnTo>
                  <a:lnTo>
                    <a:pt x="6894" y="7200"/>
                  </a:lnTo>
                  <a:lnTo>
                    <a:pt x="6740" y="0"/>
                  </a:lnTo>
                  <a:lnTo>
                    <a:pt x="306" y="0"/>
                  </a:lnTo>
                  <a:lnTo>
                    <a:pt x="7583" y="0"/>
                  </a:lnTo>
                  <a:lnTo>
                    <a:pt x="7353" y="10800"/>
                  </a:lnTo>
                  <a:lnTo>
                    <a:pt x="7353" y="14400"/>
                  </a:lnTo>
                  <a:lnTo>
                    <a:pt x="7506" y="21600"/>
                  </a:lnTo>
                  <a:lnTo>
                    <a:pt x="7736" y="21600"/>
                  </a:lnTo>
                  <a:lnTo>
                    <a:pt x="7813" y="18000"/>
                  </a:lnTo>
                  <a:lnTo>
                    <a:pt x="7813" y="7200"/>
                  </a:lnTo>
                  <a:lnTo>
                    <a:pt x="7660" y="0"/>
                  </a:lnTo>
                  <a:lnTo>
                    <a:pt x="306" y="0"/>
                  </a:lnTo>
                  <a:lnTo>
                    <a:pt x="8502" y="0"/>
                  </a:lnTo>
                  <a:lnTo>
                    <a:pt x="8272" y="10800"/>
                  </a:lnTo>
                  <a:lnTo>
                    <a:pt x="8272" y="14400"/>
                  </a:lnTo>
                  <a:lnTo>
                    <a:pt x="8426" y="21600"/>
                  </a:lnTo>
                  <a:lnTo>
                    <a:pt x="8655" y="21600"/>
                  </a:lnTo>
                  <a:lnTo>
                    <a:pt x="8732" y="18000"/>
                  </a:lnTo>
                  <a:lnTo>
                    <a:pt x="8732" y="7200"/>
                  </a:lnTo>
                  <a:lnTo>
                    <a:pt x="8579" y="0"/>
                  </a:lnTo>
                  <a:lnTo>
                    <a:pt x="306" y="0"/>
                  </a:lnTo>
                  <a:lnTo>
                    <a:pt x="9421" y="0"/>
                  </a:lnTo>
                  <a:lnTo>
                    <a:pt x="9191" y="10800"/>
                  </a:lnTo>
                  <a:lnTo>
                    <a:pt x="9191" y="14400"/>
                  </a:lnTo>
                  <a:lnTo>
                    <a:pt x="9345" y="21600"/>
                  </a:lnTo>
                  <a:lnTo>
                    <a:pt x="9574" y="21600"/>
                  </a:lnTo>
                  <a:lnTo>
                    <a:pt x="9651" y="18000"/>
                  </a:lnTo>
                  <a:lnTo>
                    <a:pt x="9651" y="7200"/>
                  </a:lnTo>
                  <a:lnTo>
                    <a:pt x="9498" y="0"/>
                  </a:lnTo>
                  <a:lnTo>
                    <a:pt x="306" y="0"/>
                  </a:lnTo>
                  <a:lnTo>
                    <a:pt x="10340" y="0"/>
                  </a:lnTo>
                  <a:lnTo>
                    <a:pt x="10111" y="10800"/>
                  </a:lnTo>
                  <a:lnTo>
                    <a:pt x="10111" y="14400"/>
                  </a:lnTo>
                  <a:lnTo>
                    <a:pt x="10264" y="21600"/>
                  </a:lnTo>
                  <a:lnTo>
                    <a:pt x="10494" y="21600"/>
                  </a:lnTo>
                  <a:lnTo>
                    <a:pt x="10570" y="18000"/>
                  </a:lnTo>
                  <a:lnTo>
                    <a:pt x="10570" y="7200"/>
                  </a:lnTo>
                  <a:lnTo>
                    <a:pt x="10417" y="0"/>
                  </a:lnTo>
                  <a:lnTo>
                    <a:pt x="306" y="0"/>
                  </a:lnTo>
                  <a:lnTo>
                    <a:pt x="11260" y="0"/>
                  </a:lnTo>
                  <a:lnTo>
                    <a:pt x="11030" y="10800"/>
                  </a:lnTo>
                  <a:lnTo>
                    <a:pt x="11030" y="14400"/>
                  </a:lnTo>
                  <a:lnTo>
                    <a:pt x="11183" y="21600"/>
                  </a:lnTo>
                  <a:lnTo>
                    <a:pt x="11413" y="21600"/>
                  </a:lnTo>
                  <a:lnTo>
                    <a:pt x="11489" y="18000"/>
                  </a:lnTo>
                  <a:lnTo>
                    <a:pt x="11489" y="7200"/>
                  </a:lnTo>
                  <a:lnTo>
                    <a:pt x="11336" y="0"/>
                  </a:lnTo>
                  <a:lnTo>
                    <a:pt x="306" y="0"/>
                  </a:lnTo>
                  <a:lnTo>
                    <a:pt x="12179" y="0"/>
                  </a:lnTo>
                  <a:lnTo>
                    <a:pt x="11949" y="10800"/>
                  </a:lnTo>
                  <a:lnTo>
                    <a:pt x="11949" y="14400"/>
                  </a:lnTo>
                  <a:lnTo>
                    <a:pt x="12102" y="21600"/>
                  </a:lnTo>
                  <a:lnTo>
                    <a:pt x="12332" y="21600"/>
                  </a:lnTo>
                  <a:lnTo>
                    <a:pt x="12409" y="18000"/>
                  </a:lnTo>
                  <a:lnTo>
                    <a:pt x="12409" y="7200"/>
                  </a:lnTo>
                  <a:lnTo>
                    <a:pt x="12255" y="0"/>
                  </a:lnTo>
                  <a:lnTo>
                    <a:pt x="306" y="0"/>
                  </a:lnTo>
                  <a:lnTo>
                    <a:pt x="13098" y="0"/>
                  </a:lnTo>
                  <a:lnTo>
                    <a:pt x="12868" y="10800"/>
                  </a:lnTo>
                  <a:lnTo>
                    <a:pt x="12868" y="14400"/>
                  </a:lnTo>
                  <a:lnTo>
                    <a:pt x="13021" y="21600"/>
                  </a:lnTo>
                  <a:lnTo>
                    <a:pt x="13251" y="21600"/>
                  </a:lnTo>
                  <a:lnTo>
                    <a:pt x="13328" y="18000"/>
                  </a:lnTo>
                  <a:lnTo>
                    <a:pt x="13328" y="7200"/>
                  </a:lnTo>
                  <a:lnTo>
                    <a:pt x="13174" y="0"/>
                  </a:lnTo>
                  <a:lnTo>
                    <a:pt x="306" y="0"/>
                  </a:lnTo>
                  <a:lnTo>
                    <a:pt x="14017" y="0"/>
                  </a:lnTo>
                  <a:lnTo>
                    <a:pt x="13787" y="10800"/>
                  </a:lnTo>
                  <a:lnTo>
                    <a:pt x="13787" y="14400"/>
                  </a:lnTo>
                  <a:lnTo>
                    <a:pt x="13940" y="21600"/>
                  </a:lnTo>
                  <a:lnTo>
                    <a:pt x="14170" y="21600"/>
                  </a:lnTo>
                  <a:lnTo>
                    <a:pt x="14247" y="18000"/>
                  </a:lnTo>
                  <a:lnTo>
                    <a:pt x="14247" y="7200"/>
                  </a:lnTo>
                  <a:lnTo>
                    <a:pt x="14094" y="0"/>
                  </a:lnTo>
                  <a:lnTo>
                    <a:pt x="306" y="0"/>
                  </a:lnTo>
                  <a:lnTo>
                    <a:pt x="14936" y="0"/>
                  </a:lnTo>
                  <a:lnTo>
                    <a:pt x="14706" y="10800"/>
                  </a:lnTo>
                  <a:lnTo>
                    <a:pt x="14706" y="14400"/>
                  </a:lnTo>
                  <a:lnTo>
                    <a:pt x="14860" y="21600"/>
                  </a:lnTo>
                  <a:lnTo>
                    <a:pt x="15089" y="21600"/>
                  </a:lnTo>
                  <a:lnTo>
                    <a:pt x="15166" y="18000"/>
                  </a:lnTo>
                  <a:lnTo>
                    <a:pt x="15166" y="7200"/>
                  </a:lnTo>
                  <a:lnTo>
                    <a:pt x="15013" y="0"/>
                  </a:lnTo>
                  <a:lnTo>
                    <a:pt x="306" y="0"/>
                  </a:lnTo>
                  <a:lnTo>
                    <a:pt x="15855" y="0"/>
                  </a:lnTo>
                  <a:lnTo>
                    <a:pt x="15626" y="10800"/>
                  </a:lnTo>
                  <a:lnTo>
                    <a:pt x="15626" y="14400"/>
                  </a:lnTo>
                  <a:lnTo>
                    <a:pt x="15779" y="21600"/>
                  </a:lnTo>
                  <a:lnTo>
                    <a:pt x="16009" y="21600"/>
                  </a:lnTo>
                  <a:lnTo>
                    <a:pt x="16085" y="18000"/>
                  </a:lnTo>
                  <a:lnTo>
                    <a:pt x="16085" y="7200"/>
                  </a:lnTo>
                  <a:lnTo>
                    <a:pt x="15932" y="0"/>
                  </a:lnTo>
                  <a:lnTo>
                    <a:pt x="306" y="0"/>
                  </a:lnTo>
                  <a:lnTo>
                    <a:pt x="16774" y="0"/>
                  </a:lnTo>
                  <a:lnTo>
                    <a:pt x="16545" y="10800"/>
                  </a:lnTo>
                  <a:lnTo>
                    <a:pt x="16545" y="14400"/>
                  </a:lnTo>
                  <a:lnTo>
                    <a:pt x="16698" y="21600"/>
                  </a:lnTo>
                  <a:lnTo>
                    <a:pt x="16928" y="21600"/>
                  </a:lnTo>
                  <a:lnTo>
                    <a:pt x="17004" y="18000"/>
                  </a:lnTo>
                  <a:lnTo>
                    <a:pt x="17004" y="7200"/>
                  </a:lnTo>
                  <a:lnTo>
                    <a:pt x="16851" y="0"/>
                  </a:lnTo>
                  <a:lnTo>
                    <a:pt x="306" y="0"/>
                  </a:lnTo>
                  <a:lnTo>
                    <a:pt x="17694" y="0"/>
                  </a:lnTo>
                  <a:lnTo>
                    <a:pt x="17464" y="10800"/>
                  </a:lnTo>
                  <a:lnTo>
                    <a:pt x="17464" y="14400"/>
                  </a:lnTo>
                  <a:lnTo>
                    <a:pt x="17617" y="21600"/>
                  </a:lnTo>
                  <a:lnTo>
                    <a:pt x="17847" y="21600"/>
                  </a:lnTo>
                  <a:lnTo>
                    <a:pt x="17923" y="18000"/>
                  </a:lnTo>
                  <a:lnTo>
                    <a:pt x="17923" y="7200"/>
                  </a:lnTo>
                  <a:lnTo>
                    <a:pt x="17770" y="0"/>
                  </a:lnTo>
                  <a:lnTo>
                    <a:pt x="306" y="0"/>
                  </a:lnTo>
                  <a:lnTo>
                    <a:pt x="18613" y="0"/>
                  </a:lnTo>
                  <a:lnTo>
                    <a:pt x="18383" y="10800"/>
                  </a:lnTo>
                  <a:lnTo>
                    <a:pt x="18383" y="14400"/>
                  </a:lnTo>
                  <a:lnTo>
                    <a:pt x="18536" y="21600"/>
                  </a:lnTo>
                  <a:lnTo>
                    <a:pt x="18766" y="21600"/>
                  </a:lnTo>
                  <a:lnTo>
                    <a:pt x="18843" y="18000"/>
                  </a:lnTo>
                  <a:lnTo>
                    <a:pt x="18843" y="7200"/>
                  </a:lnTo>
                  <a:lnTo>
                    <a:pt x="18689" y="0"/>
                  </a:lnTo>
                  <a:lnTo>
                    <a:pt x="306" y="0"/>
                  </a:lnTo>
                  <a:lnTo>
                    <a:pt x="19532" y="0"/>
                  </a:lnTo>
                  <a:lnTo>
                    <a:pt x="19302" y="10800"/>
                  </a:lnTo>
                  <a:lnTo>
                    <a:pt x="19302" y="14400"/>
                  </a:lnTo>
                  <a:lnTo>
                    <a:pt x="19455" y="21600"/>
                  </a:lnTo>
                  <a:lnTo>
                    <a:pt x="19685" y="21600"/>
                  </a:lnTo>
                  <a:lnTo>
                    <a:pt x="19762" y="18000"/>
                  </a:lnTo>
                  <a:lnTo>
                    <a:pt x="19762" y="7200"/>
                  </a:lnTo>
                  <a:lnTo>
                    <a:pt x="19609" y="0"/>
                  </a:lnTo>
                  <a:lnTo>
                    <a:pt x="306" y="0"/>
                  </a:lnTo>
                  <a:lnTo>
                    <a:pt x="20451" y="0"/>
                  </a:lnTo>
                  <a:lnTo>
                    <a:pt x="20221" y="10800"/>
                  </a:lnTo>
                  <a:lnTo>
                    <a:pt x="20221" y="14400"/>
                  </a:lnTo>
                  <a:lnTo>
                    <a:pt x="20374" y="21600"/>
                  </a:lnTo>
                  <a:lnTo>
                    <a:pt x="20604" y="21600"/>
                  </a:lnTo>
                  <a:lnTo>
                    <a:pt x="20681" y="18000"/>
                  </a:lnTo>
                  <a:lnTo>
                    <a:pt x="20681" y="7200"/>
                  </a:lnTo>
                  <a:lnTo>
                    <a:pt x="20528" y="0"/>
                  </a:lnTo>
                  <a:lnTo>
                    <a:pt x="306" y="0"/>
                  </a:lnTo>
                  <a:lnTo>
                    <a:pt x="21370" y="0"/>
                  </a:lnTo>
                  <a:lnTo>
                    <a:pt x="21140" y="10800"/>
                  </a:lnTo>
                  <a:lnTo>
                    <a:pt x="21140" y="14400"/>
                  </a:lnTo>
                  <a:lnTo>
                    <a:pt x="21294" y="21600"/>
                  </a:lnTo>
                  <a:lnTo>
                    <a:pt x="21523" y="21600"/>
                  </a:lnTo>
                  <a:lnTo>
                    <a:pt x="21600" y="18000"/>
                  </a:lnTo>
                  <a:lnTo>
                    <a:pt x="21600" y="7200"/>
                  </a:lnTo>
                  <a:lnTo>
                    <a:pt x="21447" y="0"/>
                  </a:lnTo>
                  <a:lnTo>
                    <a:pt x="30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099" name="Freeform 93"/>
            <p:cNvSpPr/>
            <p:nvPr/>
          </p:nvSpPr>
          <p:spPr>
            <a:xfrm>
              <a:off x="3122612" y="4187825"/>
              <a:ext cx="4476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6" y="0"/>
                  </a:moveTo>
                  <a:lnTo>
                    <a:pt x="230" y="0"/>
                  </a:lnTo>
                  <a:lnTo>
                    <a:pt x="0" y="10800"/>
                  </a:lnTo>
                  <a:lnTo>
                    <a:pt x="0" y="14400"/>
                  </a:lnTo>
                  <a:lnTo>
                    <a:pt x="153" y="21600"/>
                  </a:lnTo>
                  <a:lnTo>
                    <a:pt x="383" y="21600"/>
                  </a:lnTo>
                  <a:lnTo>
                    <a:pt x="460" y="18000"/>
                  </a:lnTo>
                  <a:lnTo>
                    <a:pt x="460" y="7200"/>
                  </a:lnTo>
                  <a:lnTo>
                    <a:pt x="306" y="0"/>
                  </a:lnTo>
                  <a:lnTo>
                    <a:pt x="1149" y="0"/>
                  </a:lnTo>
                  <a:lnTo>
                    <a:pt x="919" y="10800"/>
                  </a:lnTo>
                  <a:lnTo>
                    <a:pt x="919" y="14400"/>
                  </a:lnTo>
                  <a:lnTo>
                    <a:pt x="1072" y="21600"/>
                  </a:lnTo>
                  <a:lnTo>
                    <a:pt x="1302" y="21600"/>
                  </a:lnTo>
                  <a:lnTo>
                    <a:pt x="1379" y="18000"/>
                  </a:lnTo>
                  <a:lnTo>
                    <a:pt x="1379" y="7200"/>
                  </a:lnTo>
                  <a:lnTo>
                    <a:pt x="1226" y="0"/>
                  </a:lnTo>
                  <a:lnTo>
                    <a:pt x="306" y="0"/>
                  </a:lnTo>
                  <a:lnTo>
                    <a:pt x="2068" y="0"/>
                  </a:lnTo>
                  <a:lnTo>
                    <a:pt x="1838" y="10800"/>
                  </a:lnTo>
                  <a:lnTo>
                    <a:pt x="1838" y="14400"/>
                  </a:lnTo>
                  <a:lnTo>
                    <a:pt x="1991" y="21600"/>
                  </a:lnTo>
                  <a:lnTo>
                    <a:pt x="2221" y="21600"/>
                  </a:lnTo>
                  <a:lnTo>
                    <a:pt x="2298" y="18000"/>
                  </a:lnTo>
                  <a:lnTo>
                    <a:pt x="2298" y="7200"/>
                  </a:lnTo>
                  <a:lnTo>
                    <a:pt x="2145" y="0"/>
                  </a:lnTo>
                  <a:lnTo>
                    <a:pt x="306" y="0"/>
                  </a:lnTo>
                  <a:lnTo>
                    <a:pt x="2987" y="0"/>
                  </a:lnTo>
                  <a:lnTo>
                    <a:pt x="2757" y="10800"/>
                  </a:lnTo>
                  <a:lnTo>
                    <a:pt x="2757" y="14400"/>
                  </a:lnTo>
                  <a:lnTo>
                    <a:pt x="2911" y="21600"/>
                  </a:lnTo>
                  <a:lnTo>
                    <a:pt x="3140" y="21600"/>
                  </a:lnTo>
                  <a:lnTo>
                    <a:pt x="3217" y="18000"/>
                  </a:lnTo>
                  <a:lnTo>
                    <a:pt x="3217" y="7200"/>
                  </a:lnTo>
                  <a:lnTo>
                    <a:pt x="3064" y="0"/>
                  </a:lnTo>
                  <a:lnTo>
                    <a:pt x="306" y="0"/>
                  </a:lnTo>
                  <a:lnTo>
                    <a:pt x="3906" y="0"/>
                  </a:lnTo>
                  <a:lnTo>
                    <a:pt x="3677" y="10800"/>
                  </a:lnTo>
                  <a:lnTo>
                    <a:pt x="3677" y="14400"/>
                  </a:lnTo>
                  <a:lnTo>
                    <a:pt x="3830" y="21600"/>
                  </a:lnTo>
                  <a:lnTo>
                    <a:pt x="4060" y="21600"/>
                  </a:lnTo>
                  <a:lnTo>
                    <a:pt x="4136" y="18000"/>
                  </a:lnTo>
                  <a:lnTo>
                    <a:pt x="4136" y="7200"/>
                  </a:lnTo>
                  <a:lnTo>
                    <a:pt x="3983" y="0"/>
                  </a:lnTo>
                  <a:lnTo>
                    <a:pt x="306" y="0"/>
                  </a:lnTo>
                  <a:lnTo>
                    <a:pt x="4826" y="0"/>
                  </a:lnTo>
                  <a:lnTo>
                    <a:pt x="4596" y="10800"/>
                  </a:lnTo>
                  <a:lnTo>
                    <a:pt x="4596" y="14400"/>
                  </a:lnTo>
                  <a:lnTo>
                    <a:pt x="4749" y="21600"/>
                  </a:lnTo>
                  <a:lnTo>
                    <a:pt x="4979" y="21600"/>
                  </a:lnTo>
                  <a:lnTo>
                    <a:pt x="5055" y="18000"/>
                  </a:lnTo>
                  <a:lnTo>
                    <a:pt x="5055" y="7200"/>
                  </a:lnTo>
                  <a:lnTo>
                    <a:pt x="4902" y="0"/>
                  </a:lnTo>
                  <a:lnTo>
                    <a:pt x="306" y="0"/>
                  </a:lnTo>
                  <a:lnTo>
                    <a:pt x="5745" y="0"/>
                  </a:lnTo>
                  <a:lnTo>
                    <a:pt x="5515" y="10800"/>
                  </a:lnTo>
                  <a:lnTo>
                    <a:pt x="5515" y="14400"/>
                  </a:lnTo>
                  <a:lnTo>
                    <a:pt x="5668" y="21600"/>
                  </a:lnTo>
                  <a:lnTo>
                    <a:pt x="5898" y="21600"/>
                  </a:lnTo>
                  <a:lnTo>
                    <a:pt x="5974" y="18000"/>
                  </a:lnTo>
                  <a:lnTo>
                    <a:pt x="5974" y="7200"/>
                  </a:lnTo>
                  <a:lnTo>
                    <a:pt x="5821" y="0"/>
                  </a:lnTo>
                  <a:lnTo>
                    <a:pt x="306" y="0"/>
                  </a:lnTo>
                  <a:lnTo>
                    <a:pt x="6664" y="0"/>
                  </a:lnTo>
                  <a:lnTo>
                    <a:pt x="6434" y="10800"/>
                  </a:lnTo>
                  <a:lnTo>
                    <a:pt x="6434" y="14400"/>
                  </a:lnTo>
                  <a:lnTo>
                    <a:pt x="6587" y="21600"/>
                  </a:lnTo>
                  <a:lnTo>
                    <a:pt x="6817" y="21600"/>
                  </a:lnTo>
                  <a:lnTo>
                    <a:pt x="6894" y="18000"/>
                  </a:lnTo>
                  <a:lnTo>
                    <a:pt x="6894" y="7200"/>
                  </a:lnTo>
                  <a:lnTo>
                    <a:pt x="6740" y="0"/>
                  </a:lnTo>
                  <a:lnTo>
                    <a:pt x="306" y="0"/>
                  </a:lnTo>
                  <a:lnTo>
                    <a:pt x="7583" y="0"/>
                  </a:lnTo>
                  <a:lnTo>
                    <a:pt x="7353" y="10800"/>
                  </a:lnTo>
                  <a:lnTo>
                    <a:pt x="7353" y="14400"/>
                  </a:lnTo>
                  <a:lnTo>
                    <a:pt x="7506" y="21600"/>
                  </a:lnTo>
                  <a:lnTo>
                    <a:pt x="7736" y="21600"/>
                  </a:lnTo>
                  <a:lnTo>
                    <a:pt x="7813" y="18000"/>
                  </a:lnTo>
                  <a:lnTo>
                    <a:pt x="7813" y="7200"/>
                  </a:lnTo>
                  <a:lnTo>
                    <a:pt x="7660" y="0"/>
                  </a:lnTo>
                  <a:lnTo>
                    <a:pt x="306" y="0"/>
                  </a:lnTo>
                  <a:lnTo>
                    <a:pt x="8502" y="0"/>
                  </a:lnTo>
                  <a:lnTo>
                    <a:pt x="8272" y="10800"/>
                  </a:lnTo>
                  <a:lnTo>
                    <a:pt x="8272" y="14400"/>
                  </a:lnTo>
                  <a:lnTo>
                    <a:pt x="8426" y="21600"/>
                  </a:lnTo>
                  <a:lnTo>
                    <a:pt x="8655" y="21600"/>
                  </a:lnTo>
                  <a:lnTo>
                    <a:pt x="8732" y="18000"/>
                  </a:lnTo>
                  <a:lnTo>
                    <a:pt x="8732" y="7200"/>
                  </a:lnTo>
                  <a:lnTo>
                    <a:pt x="8579" y="0"/>
                  </a:lnTo>
                  <a:lnTo>
                    <a:pt x="306" y="0"/>
                  </a:lnTo>
                  <a:lnTo>
                    <a:pt x="9421" y="0"/>
                  </a:lnTo>
                  <a:lnTo>
                    <a:pt x="9191" y="10800"/>
                  </a:lnTo>
                  <a:lnTo>
                    <a:pt x="9191" y="14400"/>
                  </a:lnTo>
                  <a:lnTo>
                    <a:pt x="9345" y="21600"/>
                  </a:lnTo>
                  <a:lnTo>
                    <a:pt x="9574" y="21600"/>
                  </a:lnTo>
                  <a:lnTo>
                    <a:pt x="9651" y="18000"/>
                  </a:lnTo>
                  <a:lnTo>
                    <a:pt x="9651" y="7200"/>
                  </a:lnTo>
                  <a:lnTo>
                    <a:pt x="9498" y="0"/>
                  </a:lnTo>
                  <a:lnTo>
                    <a:pt x="306" y="0"/>
                  </a:lnTo>
                  <a:lnTo>
                    <a:pt x="10340" y="0"/>
                  </a:lnTo>
                  <a:lnTo>
                    <a:pt x="10111" y="10800"/>
                  </a:lnTo>
                  <a:lnTo>
                    <a:pt x="10111" y="14400"/>
                  </a:lnTo>
                  <a:lnTo>
                    <a:pt x="10264" y="21600"/>
                  </a:lnTo>
                  <a:lnTo>
                    <a:pt x="10494" y="21600"/>
                  </a:lnTo>
                  <a:lnTo>
                    <a:pt x="10570" y="18000"/>
                  </a:lnTo>
                  <a:lnTo>
                    <a:pt x="10570" y="7200"/>
                  </a:lnTo>
                  <a:lnTo>
                    <a:pt x="10417" y="0"/>
                  </a:lnTo>
                  <a:lnTo>
                    <a:pt x="306" y="0"/>
                  </a:lnTo>
                  <a:lnTo>
                    <a:pt x="11260" y="0"/>
                  </a:lnTo>
                  <a:lnTo>
                    <a:pt x="11030" y="10800"/>
                  </a:lnTo>
                  <a:lnTo>
                    <a:pt x="11030" y="14400"/>
                  </a:lnTo>
                  <a:lnTo>
                    <a:pt x="11183" y="21600"/>
                  </a:lnTo>
                  <a:lnTo>
                    <a:pt x="11413" y="21600"/>
                  </a:lnTo>
                  <a:lnTo>
                    <a:pt x="11489" y="18000"/>
                  </a:lnTo>
                  <a:lnTo>
                    <a:pt x="11489" y="7200"/>
                  </a:lnTo>
                  <a:lnTo>
                    <a:pt x="11336" y="0"/>
                  </a:lnTo>
                  <a:lnTo>
                    <a:pt x="306" y="0"/>
                  </a:lnTo>
                  <a:lnTo>
                    <a:pt x="12179" y="0"/>
                  </a:lnTo>
                  <a:lnTo>
                    <a:pt x="11949" y="10800"/>
                  </a:lnTo>
                  <a:lnTo>
                    <a:pt x="11949" y="14400"/>
                  </a:lnTo>
                  <a:lnTo>
                    <a:pt x="12102" y="21600"/>
                  </a:lnTo>
                  <a:lnTo>
                    <a:pt x="12332" y="21600"/>
                  </a:lnTo>
                  <a:lnTo>
                    <a:pt x="12409" y="18000"/>
                  </a:lnTo>
                  <a:lnTo>
                    <a:pt x="12409" y="7200"/>
                  </a:lnTo>
                  <a:lnTo>
                    <a:pt x="12255" y="0"/>
                  </a:lnTo>
                  <a:lnTo>
                    <a:pt x="306" y="0"/>
                  </a:lnTo>
                  <a:lnTo>
                    <a:pt x="13098" y="0"/>
                  </a:lnTo>
                  <a:lnTo>
                    <a:pt x="12868" y="10800"/>
                  </a:lnTo>
                  <a:lnTo>
                    <a:pt x="12868" y="14400"/>
                  </a:lnTo>
                  <a:lnTo>
                    <a:pt x="13021" y="21600"/>
                  </a:lnTo>
                  <a:lnTo>
                    <a:pt x="13251" y="21600"/>
                  </a:lnTo>
                  <a:lnTo>
                    <a:pt x="13328" y="18000"/>
                  </a:lnTo>
                  <a:lnTo>
                    <a:pt x="13328" y="7200"/>
                  </a:lnTo>
                  <a:lnTo>
                    <a:pt x="13174" y="0"/>
                  </a:lnTo>
                  <a:lnTo>
                    <a:pt x="306" y="0"/>
                  </a:lnTo>
                  <a:lnTo>
                    <a:pt x="14017" y="0"/>
                  </a:lnTo>
                  <a:lnTo>
                    <a:pt x="13787" y="10800"/>
                  </a:lnTo>
                  <a:lnTo>
                    <a:pt x="13787" y="14400"/>
                  </a:lnTo>
                  <a:lnTo>
                    <a:pt x="13940" y="21600"/>
                  </a:lnTo>
                  <a:lnTo>
                    <a:pt x="14170" y="21600"/>
                  </a:lnTo>
                  <a:lnTo>
                    <a:pt x="14247" y="18000"/>
                  </a:lnTo>
                  <a:lnTo>
                    <a:pt x="14247" y="7200"/>
                  </a:lnTo>
                  <a:lnTo>
                    <a:pt x="14094" y="0"/>
                  </a:lnTo>
                  <a:lnTo>
                    <a:pt x="306" y="0"/>
                  </a:lnTo>
                  <a:lnTo>
                    <a:pt x="14936" y="0"/>
                  </a:lnTo>
                  <a:lnTo>
                    <a:pt x="14706" y="10800"/>
                  </a:lnTo>
                  <a:lnTo>
                    <a:pt x="14706" y="14400"/>
                  </a:lnTo>
                  <a:lnTo>
                    <a:pt x="14860" y="21600"/>
                  </a:lnTo>
                  <a:lnTo>
                    <a:pt x="15089" y="21600"/>
                  </a:lnTo>
                  <a:lnTo>
                    <a:pt x="15166" y="18000"/>
                  </a:lnTo>
                  <a:lnTo>
                    <a:pt x="15166" y="7200"/>
                  </a:lnTo>
                  <a:lnTo>
                    <a:pt x="15013" y="0"/>
                  </a:lnTo>
                  <a:lnTo>
                    <a:pt x="306" y="0"/>
                  </a:lnTo>
                  <a:lnTo>
                    <a:pt x="15855" y="0"/>
                  </a:lnTo>
                  <a:lnTo>
                    <a:pt x="15626" y="10800"/>
                  </a:lnTo>
                  <a:lnTo>
                    <a:pt x="15626" y="14400"/>
                  </a:lnTo>
                  <a:lnTo>
                    <a:pt x="15779" y="21600"/>
                  </a:lnTo>
                  <a:lnTo>
                    <a:pt x="16009" y="21600"/>
                  </a:lnTo>
                  <a:lnTo>
                    <a:pt x="16085" y="18000"/>
                  </a:lnTo>
                  <a:lnTo>
                    <a:pt x="16085" y="7200"/>
                  </a:lnTo>
                  <a:lnTo>
                    <a:pt x="15932" y="0"/>
                  </a:lnTo>
                  <a:lnTo>
                    <a:pt x="306" y="0"/>
                  </a:lnTo>
                  <a:lnTo>
                    <a:pt x="16774" y="0"/>
                  </a:lnTo>
                  <a:lnTo>
                    <a:pt x="16545" y="10800"/>
                  </a:lnTo>
                  <a:lnTo>
                    <a:pt x="16545" y="14400"/>
                  </a:lnTo>
                  <a:lnTo>
                    <a:pt x="16698" y="21600"/>
                  </a:lnTo>
                  <a:lnTo>
                    <a:pt x="16928" y="21600"/>
                  </a:lnTo>
                  <a:lnTo>
                    <a:pt x="17004" y="18000"/>
                  </a:lnTo>
                  <a:lnTo>
                    <a:pt x="17004" y="7200"/>
                  </a:lnTo>
                  <a:lnTo>
                    <a:pt x="16851" y="0"/>
                  </a:lnTo>
                  <a:lnTo>
                    <a:pt x="306" y="0"/>
                  </a:lnTo>
                  <a:lnTo>
                    <a:pt x="17694" y="0"/>
                  </a:lnTo>
                  <a:lnTo>
                    <a:pt x="17464" y="10800"/>
                  </a:lnTo>
                  <a:lnTo>
                    <a:pt x="17464" y="14400"/>
                  </a:lnTo>
                  <a:lnTo>
                    <a:pt x="17617" y="21600"/>
                  </a:lnTo>
                  <a:lnTo>
                    <a:pt x="17847" y="21600"/>
                  </a:lnTo>
                  <a:lnTo>
                    <a:pt x="17923" y="18000"/>
                  </a:lnTo>
                  <a:lnTo>
                    <a:pt x="17923" y="7200"/>
                  </a:lnTo>
                  <a:lnTo>
                    <a:pt x="17770" y="0"/>
                  </a:lnTo>
                  <a:lnTo>
                    <a:pt x="306" y="0"/>
                  </a:lnTo>
                  <a:lnTo>
                    <a:pt x="18613" y="0"/>
                  </a:lnTo>
                  <a:lnTo>
                    <a:pt x="18383" y="10800"/>
                  </a:lnTo>
                  <a:lnTo>
                    <a:pt x="18383" y="14400"/>
                  </a:lnTo>
                  <a:lnTo>
                    <a:pt x="18536" y="21600"/>
                  </a:lnTo>
                  <a:lnTo>
                    <a:pt x="18766" y="21600"/>
                  </a:lnTo>
                  <a:lnTo>
                    <a:pt x="18843" y="18000"/>
                  </a:lnTo>
                  <a:lnTo>
                    <a:pt x="18843" y="7200"/>
                  </a:lnTo>
                  <a:lnTo>
                    <a:pt x="18689" y="0"/>
                  </a:lnTo>
                  <a:lnTo>
                    <a:pt x="306" y="0"/>
                  </a:lnTo>
                  <a:lnTo>
                    <a:pt x="19532" y="0"/>
                  </a:lnTo>
                  <a:lnTo>
                    <a:pt x="19302" y="10800"/>
                  </a:lnTo>
                  <a:lnTo>
                    <a:pt x="19302" y="14400"/>
                  </a:lnTo>
                  <a:lnTo>
                    <a:pt x="19455" y="21600"/>
                  </a:lnTo>
                  <a:lnTo>
                    <a:pt x="19685" y="21600"/>
                  </a:lnTo>
                  <a:lnTo>
                    <a:pt x="19762" y="18000"/>
                  </a:lnTo>
                  <a:lnTo>
                    <a:pt x="19762" y="7200"/>
                  </a:lnTo>
                  <a:lnTo>
                    <a:pt x="19609" y="0"/>
                  </a:lnTo>
                  <a:lnTo>
                    <a:pt x="306" y="0"/>
                  </a:lnTo>
                  <a:lnTo>
                    <a:pt x="20451" y="0"/>
                  </a:lnTo>
                  <a:lnTo>
                    <a:pt x="20221" y="10800"/>
                  </a:lnTo>
                  <a:lnTo>
                    <a:pt x="20221" y="14400"/>
                  </a:lnTo>
                  <a:lnTo>
                    <a:pt x="20374" y="21600"/>
                  </a:lnTo>
                  <a:lnTo>
                    <a:pt x="20604" y="21600"/>
                  </a:lnTo>
                  <a:lnTo>
                    <a:pt x="20681" y="18000"/>
                  </a:lnTo>
                  <a:lnTo>
                    <a:pt x="20681" y="7200"/>
                  </a:lnTo>
                  <a:lnTo>
                    <a:pt x="20528" y="0"/>
                  </a:lnTo>
                  <a:lnTo>
                    <a:pt x="306" y="0"/>
                  </a:lnTo>
                  <a:lnTo>
                    <a:pt x="21370" y="0"/>
                  </a:lnTo>
                  <a:lnTo>
                    <a:pt x="21140" y="10800"/>
                  </a:lnTo>
                  <a:lnTo>
                    <a:pt x="21140" y="14400"/>
                  </a:lnTo>
                  <a:lnTo>
                    <a:pt x="21294" y="21600"/>
                  </a:lnTo>
                  <a:lnTo>
                    <a:pt x="21523" y="21600"/>
                  </a:lnTo>
                  <a:lnTo>
                    <a:pt x="21600" y="18000"/>
                  </a:lnTo>
                  <a:lnTo>
                    <a:pt x="21600" y="7200"/>
                  </a:lnTo>
                  <a:lnTo>
                    <a:pt x="21447" y="0"/>
                  </a:lnTo>
                  <a:lnTo>
                    <a:pt x="30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0" name="Rectangle 94"/>
            <p:cNvSpPr txBox="1"/>
            <p:nvPr/>
          </p:nvSpPr>
          <p:spPr>
            <a:xfrm>
              <a:off x="95250" y="50799"/>
              <a:ext cx="1013123"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Host A</a:t>
              </a:r>
            </a:p>
          </p:txBody>
        </p:sp>
        <p:sp>
          <p:nvSpPr>
            <p:cNvPr id="1101" name="Rectangle 95"/>
            <p:cNvSpPr txBox="1"/>
            <p:nvPr/>
          </p:nvSpPr>
          <p:spPr>
            <a:xfrm>
              <a:off x="95249" y="3255962"/>
              <a:ext cx="982317"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Host B</a:t>
              </a:r>
            </a:p>
          </p:txBody>
        </p:sp>
        <p:sp>
          <p:nvSpPr>
            <p:cNvPr id="1102" name="Rectangle 96"/>
            <p:cNvSpPr txBox="1"/>
            <p:nvPr/>
          </p:nvSpPr>
          <p:spPr>
            <a:xfrm rot="5400000">
              <a:off x="2046101" y="801997"/>
              <a:ext cx="4910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80</a:t>
              </a:r>
            </a:p>
          </p:txBody>
        </p:sp>
        <p:sp>
          <p:nvSpPr>
            <p:cNvPr id="1103" name="Freeform 97"/>
            <p:cNvSpPr/>
            <p:nvPr/>
          </p:nvSpPr>
          <p:spPr>
            <a:xfrm>
              <a:off x="1827212" y="7556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4" name="Rectangle 98"/>
            <p:cNvSpPr txBox="1"/>
            <p:nvPr/>
          </p:nvSpPr>
          <p:spPr>
            <a:xfrm rot="5400000">
              <a:off x="3343088" y="4003985"/>
              <a:ext cx="4910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80</a:t>
              </a:r>
            </a:p>
          </p:txBody>
        </p:sp>
        <p:sp>
          <p:nvSpPr>
            <p:cNvPr id="1105" name="Freeform 99"/>
            <p:cNvSpPr/>
            <p:nvPr/>
          </p:nvSpPr>
          <p:spPr>
            <a:xfrm>
              <a:off x="1179512" y="1216025"/>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6" name="Freeform 100"/>
            <p:cNvSpPr/>
            <p:nvPr/>
          </p:nvSpPr>
          <p:spPr>
            <a:xfrm>
              <a:off x="2390775" y="3554412"/>
              <a:ext cx="88900" cy="112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823"/>
                  </a:moveTo>
                  <a:lnTo>
                    <a:pt x="21600" y="21600"/>
                  </a:lnTo>
                  <a:lnTo>
                    <a:pt x="21600" y="0"/>
                  </a:lnTo>
                  <a:lnTo>
                    <a:pt x="0" y="882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7" name="Freeform 101"/>
            <p:cNvSpPr/>
            <p:nvPr/>
          </p:nvSpPr>
          <p:spPr>
            <a:xfrm>
              <a:off x="1674812" y="1217612"/>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8" name="Freeform 102"/>
            <p:cNvSpPr/>
            <p:nvPr/>
          </p:nvSpPr>
          <p:spPr>
            <a:xfrm>
              <a:off x="2886075" y="3556000"/>
              <a:ext cx="88900" cy="111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49"/>
                  </a:moveTo>
                  <a:lnTo>
                    <a:pt x="21600" y="21600"/>
                  </a:lnTo>
                  <a:lnTo>
                    <a:pt x="21600" y="0"/>
                  </a:lnTo>
                  <a:lnTo>
                    <a:pt x="0" y="894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09" name="Freeform 103"/>
            <p:cNvSpPr/>
            <p:nvPr/>
          </p:nvSpPr>
          <p:spPr>
            <a:xfrm>
              <a:off x="2170112" y="1219200"/>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0" name="Freeform 104"/>
            <p:cNvSpPr/>
            <p:nvPr/>
          </p:nvSpPr>
          <p:spPr>
            <a:xfrm>
              <a:off x="3381375" y="3557587"/>
              <a:ext cx="88900" cy="112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823"/>
                  </a:moveTo>
                  <a:lnTo>
                    <a:pt x="21600" y="21600"/>
                  </a:lnTo>
                  <a:lnTo>
                    <a:pt x="21600" y="0"/>
                  </a:lnTo>
                  <a:lnTo>
                    <a:pt x="0" y="882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1" name="Freeform 105"/>
            <p:cNvSpPr/>
            <p:nvPr/>
          </p:nvSpPr>
          <p:spPr>
            <a:xfrm>
              <a:off x="2665412" y="1220787"/>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2" name="Freeform 106"/>
            <p:cNvSpPr/>
            <p:nvPr/>
          </p:nvSpPr>
          <p:spPr>
            <a:xfrm>
              <a:off x="3876675" y="3559175"/>
              <a:ext cx="88900" cy="111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49"/>
                  </a:moveTo>
                  <a:lnTo>
                    <a:pt x="21600" y="21600"/>
                  </a:lnTo>
                  <a:lnTo>
                    <a:pt x="21600" y="0"/>
                  </a:lnTo>
                  <a:lnTo>
                    <a:pt x="0" y="894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3" name="Freeform 107"/>
            <p:cNvSpPr/>
            <p:nvPr/>
          </p:nvSpPr>
          <p:spPr>
            <a:xfrm>
              <a:off x="3160712" y="1222375"/>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4" name="Freeform 108"/>
            <p:cNvSpPr/>
            <p:nvPr/>
          </p:nvSpPr>
          <p:spPr>
            <a:xfrm>
              <a:off x="4371975" y="3560762"/>
              <a:ext cx="88900" cy="112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823"/>
                  </a:moveTo>
                  <a:lnTo>
                    <a:pt x="21600" y="21600"/>
                  </a:lnTo>
                  <a:lnTo>
                    <a:pt x="21600" y="0"/>
                  </a:lnTo>
                  <a:lnTo>
                    <a:pt x="0" y="882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5" name="Freeform 109"/>
            <p:cNvSpPr/>
            <p:nvPr/>
          </p:nvSpPr>
          <p:spPr>
            <a:xfrm>
              <a:off x="3656012" y="1223962"/>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6" name="Freeform 110"/>
            <p:cNvSpPr/>
            <p:nvPr/>
          </p:nvSpPr>
          <p:spPr>
            <a:xfrm>
              <a:off x="4867275" y="3562350"/>
              <a:ext cx="88900" cy="111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49"/>
                  </a:moveTo>
                  <a:lnTo>
                    <a:pt x="21600" y="21600"/>
                  </a:lnTo>
                  <a:lnTo>
                    <a:pt x="21600" y="0"/>
                  </a:lnTo>
                  <a:lnTo>
                    <a:pt x="0" y="894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7" name="Freeform 111"/>
            <p:cNvSpPr/>
            <p:nvPr/>
          </p:nvSpPr>
          <p:spPr>
            <a:xfrm>
              <a:off x="4151312" y="1225550"/>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8" name="Freeform 112"/>
            <p:cNvSpPr/>
            <p:nvPr/>
          </p:nvSpPr>
          <p:spPr>
            <a:xfrm>
              <a:off x="5362575" y="3563937"/>
              <a:ext cx="88900" cy="112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823"/>
                  </a:moveTo>
                  <a:lnTo>
                    <a:pt x="21600" y="21600"/>
                  </a:lnTo>
                  <a:lnTo>
                    <a:pt x="21600" y="0"/>
                  </a:lnTo>
                  <a:lnTo>
                    <a:pt x="0" y="882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19" name="Freeform 113"/>
            <p:cNvSpPr/>
            <p:nvPr/>
          </p:nvSpPr>
          <p:spPr>
            <a:xfrm>
              <a:off x="4646612" y="1227137"/>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20" name="Freeform 114"/>
            <p:cNvSpPr/>
            <p:nvPr/>
          </p:nvSpPr>
          <p:spPr>
            <a:xfrm>
              <a:off x="5857875" y="3565525"/>
              <a:ext cx="88900" cy="111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49"/>
                  </a:moveTo>
                  <a:lnTo>
                    <a:pt x="21600" y="21600"/>
                  </a:lnTo>
                  <a:lnTo>
                    <a:pt x="21600" y="0"/>
                  </a:lnTo>
                  <a:lnTo>
                    <a:pt x="0" y="894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21" name="Freeform 115"/>
            <p:cNvSpPr/>
            <p:nvPr/>
          </p:nvSpPr>
          <p:spPr>
            <a:xfrm>
              <a:off x="5141912" y="1228725"/>
              <a:ext cx="1258888" cy="2366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 y="29"/>
                  </a:moveTo>
                  <a:lnTo>
                    <a:pt x="109" y="0"/>
                  </a:lnTo>
                  <a:lnTo>
                    <a:pt x="82" y="0"/>
                  </a:lnTo>
                  <a:lnTo>
                    <a:pt x="0" y="43"/>
                  </a:lnTo>
                  <a:lnTo>
                    <a:pt x="0" y="58"/>
                  </a:lnTo>
                  <a:lnTo>
                    <a:pt x="27" y="72"/>
                  </a:lnTo>
                  <a:lnTo>
                    <a:pt x="21464" y="21586"/>
                  </a:lnTo>
                  <a:lnTo>
                    <a:pt x="21491" y="21600"/>
                  </a:lnTo>
                  <a:lnTo>
                    <a:pt x="21573" y="21600"/>
                  </a:lnTo>
                  <a:lnTo>
                    <a:pt x="21600" y="21586"/>
                  </a:lnTo>
                  <a:lnTo>
                    <a:pt x="21600" y="21542"/>
                  </a:lnTo>
                  <a:lnTo>
                    <a:pt x="163" y="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22" name="Freeform 116"/>
            <p:cNvSpPr/>
            <p:nvPr/>
          </p:nvSpPr>
          <p:spPr>
            <a:xfrm>
              <a:off x="6353175" y="3567112"/>
              <a:ext cx="88900" cy="112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823"/>
                  </a:moveTo>
                  <a:lnTo>
                    <a:pt x="21600" y="21600"/>
                  </a:lnTo>
                  <a:lnTo>
                    <a:pt x="21600" y="0"/>
                  </a:lnTo>
                  <a:lnTo>
                    <a:pt x="0" y="882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gr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7" name="Rectangle 6"/>
          <p:cNvSpPr txBox="1"/>
          <p:nvPr>
            <p:ph type="title"/>
          </p:nvPr>
        </p:nvSpPr>
        <p:spPr>
          <a:prstGeom prst="rect">
            <a:avLst/>
          </a:prstGeom>
        </p:spPr>
        <p:txBody>
          <a:bodyPr/>
          <a:lstStyle/>
          <a:p>
            <a:pPr/>
            <a:r>
              <a:t>Data Transfer</a:t>
            </a:r>
          </a:p>
        </p:txBody>
      </p:sp>
      <p:grpSp>
        <p:nvGrpSpPr>
          <p:cNvPr id="1251" name="Group 9"/>
          <p:cNvGrpSpPr/>
          <p:nvPr/>
        </p:nvGrpSpPr>
        <p:grpSpPr>
          <a:xfrm>
            <a:off x="822325" y="1649413"/>
            <a:ext cx="7499350" cy="4425951"/>
            <a:chOff x="0" y="0"/>
            <a:chExt cx="7499350" cy="4425950"/>
          </a:xfrm>
        </p:grpSpPr>
        <p:sp>
          <p:nvSpPr>
            <p:cNvPr id="1128" name="AutoShape 8"/>
            <p:cNvSpPr/>
            <p:nvPr/>
          </p:nvSpPr>
          <p:spPr>
            <a:xfrm>
              <a:off x="0" y="0"/>
              <a:ext cx="7499350" cy="4425950"/>
            </a:xfrm>
            <a:prstGeom prst="rect">
              <a:avLst/>
            </a:prstGeom>
            <a:solidFill>
              <a:srgbClr val="FFFFFF"/>
            </a:solidFill>
            <a:ln w="9525" cap="flat">
              <a:solidFill>
                <a:srgbClr val="FFFFFF"/>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29" name="Freeform 10"/>
            <p:cNvSpPr/>
            <p:nvPr/>
          </p:nvSpPr>
          <p:spPr>
            <a:xfrm>
              <a:off x="1141412" y="525462"/>
              <a:ext cx="457517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0" name="Freeform 11"/>
            <p:cNvSpPr/>
            <p:nvPr/>
          </p:nvSpPr>
          <p:spPr>
            <a:xfrm>
              <a:off x="1141412" y="1135062"/>
              <a:ext cx="457517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1" name="Freeform 12"/>
            <p:cNvSpPr/>
            <p:nvPr/>
          </p:nvSpPr>
          <p:spPr>
            <a:xfrm>
              <a:off x="5713412" y="525462"/>
              <a:ext cx="46672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2" name="Freeform 13"/>
            <p:cNvSpPr/>
            <p:nvPr/>
          </p:nvSpPr>
          <p:spPr>
            <a:xfrm>
              <a:off x="5713412" y="1135062"/>
              <a:ext cx="46672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3" name="Freeform 14"/>
            <p:cNvSpPr/>
            <p:nvPr/>
          </p:nvSpPr>
          <p:spPr>
            <a:xfrm>
              <a:off x="1139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4" name="Freeform 15"/>
            <p:cNvSpPr/>
            <p:nvPr/>
          </p:nvSpPr>
          <p:spPr>
            <a:xfrm>
              <a:off x="1292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5" name="Freeform 16"/>
            <p:cNvSpPr/>
            <p:nvPr/>
          </p:nvSpPr>
          <p:spPr>
            <a:xfrm>
              <a:off x="1444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6" name="Freeform 17"/>
            <p:cNvSpPr/>
            <p:nvPr/>
          </p:nvSpPr>
          <p:spPr>
            <a:xfrm>
              <a:off x="1597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7" name="Freeform 18"/>
            <p:cNvSpPr/>
            <p:nvPr/>
          </p:nvSpPr>
          <p:spPr>
            <a:xfrm>
              <a:off x="1749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8" name="Freeform 19"/>
            <p:cNvSpPr/>
            <p:nvPr/>
          </p:nvSpPr>
          <p:spPr>
            <a:xfrm>
              <a:off x="1901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39" name="Freeform 20"/>
            <p:cNvSpPr/>
            <p:nvPr/>
          </p:nvSpPr>
          <p:spPr>
            <a:xfrm>
              <a:off x="2054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0" name="Freeform 21"/>
            <p:cNvSpPr/>
            <p:nvPr/>
          </p:nvSpPr>
          <p:spPr>
            <a:xfrm>
              <a:off x="2206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1" name="Freeform 22"/>
            <p:cNvSpPr/>
            <p:nvPr/>
          </p:nvSpPr>
          <p:spPr>
            <a:xfrm>
              <a:off x="2359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2" name="Freeform 23"/>
            <p:cNvSpPr/>
            <p:nvPr/>
          </p:nvSpPr>
          <p:spPr>
            <a:xfrm>
              <a:off x="2511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3" name="Freeform 24"/>
            <p:cNvSpPr/>
            <p:nvPr/>
          </p:nvSpPr>
          <p:spPr>
            <a:xfrm>
              <a:off x="2663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4" name="Freeform 25"/>
            <p:cNvSpPr/>
            <p:nvPr/>
          </p:nvSpPr>
          <p:spPr>
            <a:xfrm>
              <a:off x="2816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5" name="Freeform 26"/>
            <p:cNvSpPr/>
            <p:nvPr/>
          </p:nvSpPr>
          <p:spPr>
            <a:xfrm>
              <a:off x="2968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6" name="Freeform 27"/>
            <p:cNvSpPr/>
            <p:nvPr/>
          </p:nvSpPr>
          <p:spPr>
            <a:xfrm>
              <a:off x="3121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7" name="Freeform 28"/>
            <p:cNvSpPr/>
            <p:nvPr/>
          </p:nvSpPr>
          <p:spPr>
            <a:xfrm>
              <a:off x="3273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8" name="Freeform 29"/>
            <p:cNvSpPr/>
            <p:nvPr/>
          </p:nvSpPr>
          <p:spPr>
            <a:xfrm>
              <a:off x="3425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49" name="Freeform 30"/>
            <p:cNvSpPr/>
            <p:nvPr/>
          </p:nvSpPr>
          <p:spPr>
            <a:xfrm>
              <a:off x="3578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0" name="Freeform 31"/>
            <p:cNvSpPr/>
            <p:nvPr/>
          </p:nvSpPr>
          <p:spPr>
            <a:xfrm>
              <a:off x="3730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1" name="Freeform 32"/>
            <p:cNvSpPr/>
            <p:nvPr/>
          </p:nvSpPr>
          <p:spPr>
            <a:xfrm>
              <a:off x="3883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2" name="Freeform 33"/>
            <p:cNvSpPr/>
            <p:nvPr/>
          </p:nvSpPr>
          <p:spPr>
            <a:xfrm>
              <a:off x="4035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3" name="Freeform 34"/>
            <p:cNvSpPr/>
            <p:nvPr/>
          </p:nvSpPr>
          <p:spPr>
            <a:xfrm>
              <a:off x="4187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4" name="Freeform 35"/>
            <p:cNvSpPr/>
            <p:nvPr/>
          </p:nvSpPr>
          <p:spPr>
            <a:xfrm>
              <a:off x="4340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5" name="Freeform 36"/>
            <p:cNvSpPr/>
            <p:nvPr/>
          </p:nvSpPr>
          <p:spPr>
            <a:xfrm>
              <a:off x="4492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6" name="Freeform 37"/>
            <p:cNvSpPr/>
            <p:nvPr/>
          </p:nvSpPr>
          <p:spPr>
            <a:xfrm>
              <a:off x="4645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7" name="Freeform 38"/>
            <p:cNvSpPr/>
            <p:nvPr/>
          </p:nvSpPr>
          <p:spPr>
            <a:xfrm>
              <a:off x="4797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8" name="Freeform 39"/>
            <p:cNvSpPr/>
            <p:nvPr/>
          </p:nvSpPr>
          <p:spPr>
            <a:xfrm>
              <a:off x="4949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59" name="Freeform 40"/>
            <p:cNvSpPr/>
            <p:nvPr/>
          </p:nvSpPr>
          <p:spPr>
            <a:xfrm>
              <a:off x="51022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0" name="Freeform 41"/>
            <p:cNvSpPr/>
            <p:nvPr/>
          </p:nvSpPr>
          <p:spPr>
            <a:xfrm>
              <a:off x="52546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1" name="Freeform 42"/>
            <p:cNvSpPr/>
            <p:nvPr/>
          </p:nvSpPr>
          <p:spPr>
            <a:xfrm>
              <a:off x="54070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2" name="Freeform 43"/>
            <p:cNvSpPr/>
            <p:nvPr/>
          </p:nvSpPr>
          <p:spPr>
            <a:xfrm>
              <a:off x="55594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3" name="Freeform 44"/>
            <p:cNvSpPr/>
            <p:nvPr/>
          </p:nvSpPr>
          <p:spPr>
            <a:xfrm>
              <a:off x="5711825" y="527050"/>
              <a:ext cx="12700" cy="6191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4" name="Freeform 45"/>
            <p:cNvSpPr/>
            <p:nvPr/>
          </p:nvSpPr>
          <p:spPr>
            <a:xfrm>
              <a:off x="5864225" y="527050"/>
              <a:ext cx="12700" cy="600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5" name="Freeform 46"/>
            <p:cNvSpPr/>
            <p:nvPr/>
          </p:nvSpPr>
          <p:spPr>
            <a:xfrm>
              <a:off x="6016625" y="527050"/>
              <a:ext cx="12700" cy="600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66" name="Rectangle 47"/>
            <p:cNvSpPr txBox="1"/>
            <p:nvPr/>
          </p:nvSpPr>
          <p:spPr>
            <a:xfrm rot="5400000">
              <a:off x="1018195" y="736116"/>
              <a:ext cx="414834"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0</a:t>
              </a:r>
            </a:p>
          </p:txBody>
        </p:sp>
        <p:sp>
          <p:nvSpPr>
            <p:cNvPr id="1167" name="Rectangle 48"/>
            <p:cNvSpPr txBox="1"/>
            <p:nvPr/>
          </p:nvSpPr>
          <p:spPr>
            <a:xfrm rot="5400000">
              <a:off x="1170595" y="736116"/>
              <a:ext cx="414834"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1</a:t>
              </a:r>
            </a:p>
          </p:txBody>
        </p:sp>
        <p:sp>
          <p:nvSpPr>
            <p:cNvPr id="1168" name="Rectangle 49"/>
            <p:cNvSpPr txBox="1"/>
            <p:nvPr/>
          </p:nvSpPr>
          <p:spPr>
            <a:xfrm rot="5400000">
              <a:off x="1324582" y="737703"/>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2</a:t>
              </a:r>
            </a:p>
          </p:txBody>
        </p:sp>
        <p:sp>
          <p:nvSpPr>
            <p:cNvPr id="1169" name="Rectangle 50"/>
            <p:cNvSpPr txBox="1"/>
            <p:nvPr/>
          </p:nvSpPr>
          <p:spPr>
            <a:xfrm rot="5400000">
              <a:off x="1476982" y="737703"/>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3</a:t>
              </a:r>
            </a:p>
          </p:txBody>
        </p:sp>
        <p:sp>
          <p:nvSpPr>
            <p:cNvPr id="1170" name="Freeform 51"/>
            <p:cNvSpPr/>
            <p:nvPr/>
          </p:nvSpPr>
          <p:spPr>
            <a:xfrm>
              <a:off x="1827212" y="9842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1" name="Freeform 52"/>
            <p:cNvSpPr/>
            <p:nvPr/>
          </p:nvSpPr>
          <p:spPr>
            <a:xfrm>
              <a:off x="2436812" y="3730625"/>
              <a:ext cx="45751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2" name="Freeform 53"/>
            <p:cNvSpPr/>
            <p:nvPr/>
          </p:nvSpPr>
          <p:spPr>
            <a:xfrm>
              <a:off x="2436812" y="4340225"/>
              <a:ext cx="45751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 y="0"/>
                  </a:moveTo>
                  <a:lnTo>
                    <a:pt x="22" y="0"/>
                  </a:lnTo>
                  <a:lnTo>
                    <a:pt x="0" y="10800"/>
                  </a:lnTo>
                  <a:lnTo>
                    <a:pt x="0" y="14400"/>
                  </a:lnTo>
                  <a:lnTo>
                    <a:pt x="15" y="21600"/>
                  </a:lnTo>
                  <a:lnTo>
                    <a:pt x="21593" y="21600"/>
                  </a:lnTo>
                  <a:lnTo>
                    <a:pt x="21600" y="18000"/>
                  </a:lnTo>
                  <a:lnTo>
                    <a:pt x="21600" y="7200"/>
                  </a:lnTo>
                  <a:lnTo>
                    <a:pt x="21585" y="0"/>
                  </a:lnTo>
                  <a:lnTo>
                    <a:pt x="3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3" name="Freeform 54"/>
            <p:cNvSpPr/>
            <p:nvPr/>
          </p:nvSpPr>
          <p:spPr>
            <a:xfrm>
              <a:off x="7008812" y="3730625"/>
              <a:ext cx="46672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4" name="Freeform 55"/>
            <p:cNvSpPr/>
            <p:nvPr/>
          </p:nvSpPr>
          <p:spPr>
            <a:xfrm>
              <a:off x="7008812" y="4340225"/>
              <a:ext cx="46672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3" y="21600"/>
                  </a:moveTo>
                  <a:lnTo>
                    <a:pt x="21527" y="21600"/>
                  </a:lnTo>
                  <a:lnTo>
                    <a:pt x="21600" y="18000"/>
                  </a:lnTo>
                  <a:lnTo>
                    <a:pt x="21600" y="7200"/>
                  </a:lnTo>
                  <a:lnTo>
                    <a:pt x="21453" y="0"/>
                  </a:lnTo>
                  <a:lnTo>
                    <a:pt x="21380" y="0"/>
                  </a:lnTo>
                  <a:lnTo>
                    <a:pt x="21159" y="10800"/>
                  </a:lnTo>
                  <a:lnTo>
                    <a:pt x="21159" y="14400"/>
                  </a:lnTo>
                  <a:lnTo>
                    <a:pt x="21306" y="21600"/>
                  </a:lnTo>
                  <a:lnTo>
                    <a:pt x="21453" y="21600"/>
                  </a:lnTo>
                  <a:lnTo>
                    <a:pt x="20645" y="21600"/>
                  </a:lnTo>
                  <a:lnTo>
                    <a:pt x="20718" y="18000"/>
                  </a:lnTo>
                  <a:lnTo>
                    <a:pt x="20718" y="7200"/>
                  </a:lnTo>
                  <a:lnTo>
                    <a:pt x="20571" y="0"/>
                  </a:lnTo>
                  <a:lnTo>
                    <a:pt x="20498" y="0"/>
                  </a:lnTo>
                  <a:lnTo>
                    <a:pt x="20278" y="10800"/>
                  </a:lnTo>
                  <a:lnTo>
                    <a:pt x="20278" y="14400"/>
                  </a:lnTo>
                  <a:lnTo>
                    <a:pt x="20424" y="21600"/>
                  </a:lnTo>
                  <a:lnTo>
                    <a:pt x="21453" y="21600"/>
                  </a:lnTo>
                  <a:lnTo>
                    <a:pt x="19763" y="21600"/>
                  </a:lnTo>
                  <a:lnTo>
                    <a:pt x="19837" y="18000"/>
                  </a:lnTo>
                  <a:lnTo>
                    <a:pt x="19837" y="7200"/>
                  </a:lnTo>
                  <a:lnTo>
                    <a:pt x="19690" y="0"/>
                  </a:lnTo>
                  <a:lnTo>
                    <a:pt x="19616" y="0"/>
                  </a:lnTo>
                  <a:lnTo>
                    <a:pt x="19396" y="10800"/>
                  </a:lnTo>
                  <a:lnTo>
                    <a:pt x="19396" y="14400"/>
                  </a:lnTo>
                  <a:lnTo>
                    <a:pt x="19543" y="21600"/>
                  </a:lnTo>
                  <a:lnTo>
                    <a:pt x="21453" y="21600"/>
                  </a:lnTo>
                  <a:lnTo>
                    <a:pt x="18882" y="21600"/>
                  </a:lnTo>
                  <a:lnTo>
                    <a:pt x="18955" y="18000"/>
                  </a:lnTo>
                  <a:lnTo>
                    <a:pt x="18955" y="7200"/>
                  </a:lnTo>
                  <a:lnTo>
                    <a:pt x="18808" y="0"/>
                  </a:lnTo>
                  <a:lnTo>
                    <a:pt x="18735" y="0"/>
                  </a:lnTo>
                  <a:lnTo>
                    <a:pt x="18514" y="10800"/>
                  </a:lnTo>
                  <a:lnTo>
                    <a:pt x="18514" y="14400"/>
                  </a:lnTo>
                  <a:lnTo>
                    <a:pt x="18661" y="21600"/>
                  </a:lnTo>
                  <a:lnTo>
                    <a:pt x="21453" y="21600"/>
                  </a:lnTo>
                  <a:lnTo>
                    <a:pt x="18000" y="21600"/>
                  </a:lnTo>
                  <a:lnTo>
                    <a:pt x="18073" y="18000"/>
                  </a:lnTo>
                  <a:lnTo>
                    <a:pt x="18073" y="7200"/>
                  </a:lnTo>
                  <a:lnTo>
                    <a:pt x="17927" y="0"/>
                  </a:lnTo>
                  <a:lnTo>
                    <a:pt x="17853" y="0"/>
                  </a:lnTo>
                  <a:lnTo>
                    <a:pt x="17633" y="10800"/>
                  </a:lnTo>
                  <a:lnTo>
                    <a:pt x="17633" y="14400"/>
                  </a:lnTo>
                  <a:lnTo>
                    <a:pt x="17780" y="21600"/>
                  </a:lnTo>
                  <a:lnTo>
                    <a:pt x="21453" y="21600"/>
                  </a:lnTo>
                  <a:lnTo>
                    <a:pt x="17118" y="21600"/>
                  </a:lnTo>
                  <a:lnTo>
                    <a:pt x="17192" y="18000"/>
                  </a:lnTo>
                  <a:lnTo>
                    <a:pt x="17192" y="7200"/>
                  </a:lnTo>
                  <a:lnTo>
                    <a:pt x="17045" y="0"/>
                  </a:lnTo>
                  <a:lnTo>
                    <a:pt x="16971" y="0"/>
                  </a:lnTo>
                  <a:lnTo>
                    <a:pt x="16751" y="10800"/>
                  </a:lnTo>
                  <a:lnTo>
                    <a:pt x="16751" y="14400"/>
                  </a:lnTo>
                  <a:lnTo>
                    <a:pt x="16898" y="21600"/>
                  </a:lnTo>
                  <a:lnTo>
                    <a:pt x="21453" y="21600"/>
                  </a:lnTo>
                  <a:lnTo>
                    <a:pt x="16237" y="21600"/>
                  </a:lnTo>
                  <a:lnTo>
                    <a:pt x="16310" y="18000"/>
                  </a:lnTo>
                  <a:lnTo>
                    <a:pt x="16310" y="7200"/>
                  </a:lnTo>
                  <a:lnTo>
                    <a:pt x="16163" y="0"/>
                  </a:lnTo>
                  <a:lnTo>
                    <a:pt x="16090" y="0"/>
                  </a:lnTo>
                  <a:lnTo>
                    <a:pt x="15869" y="10800"/>
                  </a:lnTo>
                  <a:lnTo>
                    <a:pt x="15869" y="14400"/>
                  </a:lnTo>
                  <a:lnTo>
                    <a:pt x="16016" y="21600"/>
                  </a:lnTo>
                  <a:lnTo>
                    <a:pt x="21453" y="21600"/>
                  </a:lnTo>
                  <a:lnTo>
                    <a:pt x="15355" y="21600"/>
                  </a:lnTo>
                  <a:lnTo>
                    <a:pt x="15429" y="18000"/>
                  </a:lnTo>
                  <a:lnTo>
                    <a:pt x="15429" y="7200"/>
                  </a:lnTo>
                  <a:lnTo>
                    <a:pt x="15282" y="0"/>
                  </a:lnTo>
                  <a:lnTo>
                    <a:pt x="15208" y="0"/>
                  </a:lnTo>
                  <a:lnTo>
                    <a:pt x="14988" y="10800"/>
                  </a:lnTo>
                  <a:lnTo>
                    <a:pt x="14988" y="14400"/>
                  </a:lnTo>
                  <a:lnTo>
                    <a:pt x="15135" y="21600"/>
                  </a:lnTo>
                  <a:lnTo>
                    <a:pt x="21453" y="21600"/>
                  </a:lnTo>
                  <a:lnTo>
                    <a:pt x="14473" y="21600"/>
                  </a:lnTo>
                  <a:lnTo>
                    <a:pt x="14547" y="18000"/>
                  </a:lnTo>
                  <a:lnTo>
                    <a:pt x="14547" y="7200"/>
                  </a:lnTo>
                  <a:lnTo>
                    <a:pt x="14400" y="0"/>
                  </a:lnTo>
                  <a:lnTo>
                    <a:pt x="14327" y="0"/>
                  </a:lnTo>
                  <a:lnTo>
                    <a:pt x="14106" y="10800"/>
                  </a:lnTo>
                  <a:lnTo>
                    <a:pt x="14106" y="14400"/>
                  </a:lnTo>
                  <a:lnTo>
                    <a:pt x="14253" y="21600"/>
                  </a:lnTo>
                  <a:lnTo>
                    <a:pt x="21453" y="21600"/>
                  </a:lnTo>
                  <a:lnTo>
                    <a:pt x="13592" y="21600"/>
                  </a:lnTo>
                  <a:lnTo>
                    <a:pt x="13665" y="18000"/>
                  </a:lnTo>
                  <a:lnTo>
                    <a:pt x="13665" y="7200"/>
                  </a:lnTo>
                  <a:lnTo>
                    <a:pt x="13518" y="0"/>
                  </a:lnTo>
                  <a:lnTo>
                    <a:pt x="13445" y="0"/>
                  </a:lnTo>
                  <a:lnTo>
                    <a:pt x="13224" y="10800"/>
                  </a:lnTo>
                  <a:lnTo>
                    <a:pt x="13224" y="14400"/>
                  </a:lnTo>
                  <a:lnTo>
                    <a:pt x="13371" y="21600"/>
                  </a:lnTo>
                  <a:lnTo>
                    <a:pt x="21453" y="21600"/>
                  </a:lnTo>
                  <a:lnTo>
                    <a:pt x="12710" y="21600"/>
                  </a:lnTo>
                  <a:lnTo>
                    <a:pt x="12784" y="18000"/>
                  </a:lnTo>
                  <a:lnTo>
                    <a:pt x="12784" y="7200"/>
                  </a:lnTo>
                  <a:lnTo>
                    <a:pt x="12637" y="0"/>
                  </a:lnTo>
                  <a:lnTo>
                    <a:pt x="12563" y="0"/>
                  </a:lnTo>
                  <a:lnTo>
                    <a:pt x="12343" y="10800"/>
                  </a:lnTo>
                  <a:lnTo>
                    <a:pt x="12343" y="14400"/>
                  </a:lnTo>
                  <a:lnTo>
                    <a:pt x="12490" y="21600"/>
                  </a:lnTo>
                  <a:lnTo>
                    <a:pt x="21453" y="21600"/>
                  </a:lnTo>
                  <a:lnTo>
                    <a:pt x="11829" y="21600"/>
                  </a:lnTo>
                  <a:lnTo>
                    <a:pt x="11902" y="18000"/>
                  </a:lnTo>
                  <a:lnTo>
                    <a:pt x="11902" y="7200"/>
                  </a:lnTo>
                  <a:lnTo>
                    <a:pt x="11755" y="0"/>
                  </a:lnTo>
                  <a:lnTo>
                    <a:pt x="11682" y="0"/>
                  </a:lnTo>
                  <a:lnTo>
                    <a:pt x="11461" y="10800"/>
                  </a:lnTo>
                  <a:lnTo>
                    <a:pt x="11461" y="14400"/>
                  </a:lnTo>
                  <a:lnTo>
                    <a:pt x="11608" y="21600"/>
                  </a:lnTo>
                  <a:lnTo>
                    <a:pt x="21453" y="21600"/>
                  </a:lnTo>
                  <a:lnTo>
                    <a:pt x="10947" y="21600"/>
                  </a:lnTo>
                  <a:lnTo>
                    <a:pt x="11020" y="18000"/>
                  </a:lnTo>
                  <a:lnTo>
                    <a:pt x="11020" y="7200"/>
                  </a:lnTo>
                  <a:lnTo>
                    <a:pt x="10873" y="0"/>
                  </a:lnTo>
                  <a:lnTo>
                    <a:pt x="10800" y="0"/>
                  </a:lnTo>
                  <a:lnTo>
                    <a:pt x="10580" y="10800"/>
                  </a:lnTo>
                  <a:lnTo>
                    <a:pt x="10580" y="14400"/>
                  </a:lnTo>
                  <a:lnTo>
                    <a:pt x="10727" y="21600"/>
                  </a:lnTo>
                  <a:lnTo>
                    <a:pt x="21453" y="21600"/>
                  </a:lnTo>
                  <a:lnTo>
                    <a:pt x="10065" y="21600"/>
                  </a:lnTo>
                  <a:lnTo>
                    <a:pt x="10139" y="18000"/>
                  </a:lnTo>
                  <a:lnTo>
                    <a:pt x="10139" y="7200"/>
                  </a:lnTo>
                  <a:lnTo>
                    <a:pt x="9992" y="0"/>
                  </a:lnTo>
                  <a:lnTo>
                    <a:pt x="9918" y="0"/>
                  </a:lnTo>
                  <a:lnTo>
                    <a:pt x="9698" y="10800"/>
                  </a:lnTo>
                  <a:lnTo>
                    <a:pt x="9698" y="14400"/>
                  </a:lnTo>
                  <a:lnTo>
                    <a:pt x="9845" y="21600"/>
                  </a:lnTo>
                  <a:lnTo>
                    <a:pt x="21453" y="21600"/>
                  </a:lnTo>
                  <a:lnTo>
                    <a:pt x="9184" y="21600"/>
                  </a:lnTo>
                  <a:lnTo>
                    <a:pt x="9257" y="18000"/>
                  </a:lnTo>
                  <a:lnTo>
                    <a:pt x="9257" y="7200"/>
                  </a:lnTo>
                  <a:lnTo>
                    <a:pt x="9110" y="0"/>
                  </a:lnTo>
                  <a:lnTo>
                    <a:pt x="9037" y="0"/>
                  </a:lnTo>
                  <a:lnTo>
                    <a:pt x="8816" y="10800"/>
                  </a:lnTo>
                  <a:lnTo>
                    <a:pt x="8816" y="14400"/>
                  </a:lnTo>
                  <a:lnTo>
                    <a:pt x="8963" y="21600"/>
                  </a:lnTo>
                  <a:lnTo>
                    <a:pt x="21453" y="21600"/>
                  </a:lnTo>
                  <a:lnTo>
                    <a:pt x="8302" y="21600"/>
                  </a:lnTo>
                  <a:lnTo>
                    <a:pt x="8376" y="18000"/>
                  </a:lnTo>
                  <a:lnTo>
                    <a:pt x="8376" y="7200"/>
                  </a:lnTo>
                  <a:lnTo>
                    <a:pt x="8229" y="0"/>
                  </a:lnTo>
                  <a:lnTo>
                    <a:pt x="8155" y="0"/>
                  </a:lnTo>
                  <a:lnTo>
                    <a:pt x="7935" y="10800"/>
                  </a:lnTo>
                  <a:lnTo>
                    <a:pt x="7935" y="14400"/>
                  </a:lnTo>
                  <a:lnTo>
                    <a:pt x="8082" y="21600"/>
                  </a:lnTo>
                  <a:lnTo>
                    <a:pt x="21453" y="21600"/>
                  </a:lnTo>
                  <a:lnTo>
                    <a:pt x="7420" y="21600"/>
                  </a:lnTo>
                  <a:lnTo>
                    <a:pt x="7494" y="18000"/>
                  </a:lnTo>
                  <a:lnTo>
                    <a:pt x="7494" y="7200"/>
                  </a:lnTo>
                  <a:lnTo>
                    <a:pt x="7347" y="0"/>
                  </a:lnTo>
                  <a:lnTo>
                    <a:pt x="7273" y="0"/>
                  </a:lnTo>
                  <a:lnTo>
                    <a:pt x="7053" y="10800"/>
                  </a:lnTo>
                  <a:lnTo>
                    <a:pt x="7053" y="14400"/>
                  </a:lnTo>
                  <a:lnTo>
                    <a:pt x="7200" y="21600"/>
                  </a:lnTo>
                  <a:lnTo>
                    <a:pt x="21453" y="21600"/>
                  </a:lnTo>
                  <a:lnTo>
                    <a:pt x="6539" y="21600"/>
                  </a:lnTo>
                  <a:lnTo>
                    <a:pt x="6612" y="18000"/>
                  </a:lnTo>
                  <a:lnTo>
                    <a:pt x="6612" y="7200"/>
                  </a:lnTo>
                  <a:lnTo>
                    <a:pt x="6465" y="0"/>
                  </a:lnTo>
                  <a:lnTo>
                    <a:pt x="6392" y="0"/>
                  </a:lnTo>
                  <a:lnTo>
                    <a:pt x="6171" y="10800"/>
                  </a:lnTo>
                  <a:lnTo>
                    <a:pt x="6171" y="14400"/>
                  </a:lnTo>
                  <a:lnTo>
                    <a:pt x="6318" y="21600"/>
                  </a:lnTo>
                  <a:lnTo>
                    <a:pt x="21453" y="21600"/>
                  </a:lnTo>
                  <a:lnTo>
                    <a:pt x="5657" y="21600"/>
                  </a:lnTo>
                  <a:lnTo>
                    <a:pt x="5731" y="18000"/>
                  </a:lnTo>
                  <a:lnTo>
                    <a:pt x="5731" y="7200"/>
                  </a:lnTo>
                  <a:lnTo>
                    <a:pt x="5584" y="0"/>
                  </a:lnTo>
                  <a:lnTo>
                    <a:pt x="5510" y="0"/>
                  </a:lnTo>
                  <a:lnTo>
                    <a:pt x="5290" y="10800"/>
                  </a:lnTo>
                  <a:lnTo>
                    <a:pt x="5290" y="14400"/>
                  </a:lnTo>
                  <a:lnTo>
                    <a:pt x="5437" y="21600"/>
                  </a:lnTo>
                  <a:lnTo>
                    <a:pt x="21453" y="21600"/>
                  </a:lnTo>
                  <a:lnTo>
                    <a:pt x="4776" y="21600"/>
                  </a:lnTo>
                  <a:lnTo>
                    <a:pt x="4849" y="18000"/>
                  </a:lnTo>
                  <a:lnTo>
                    <a:pt x="4849" y="7200"/>
                  </a:lnTo>
                  <a:lnTo>
                    <a:pt x="4702" y="0"/>
                  </a:lnTo>
                  <a:lnTo>
                    <a:pt x="4629" y="0"/>
                  </a:lnTo>
                  <a:lnTo>
                    <a:pt x="4408" y="10800"/>
                  </a:lnTo>
                  <a:lnTo>
                    <a:pt x="4408" y="14400"/>
                  </a:lnTo>
                  <a:lnTo>
                    <a:pt x="4555" y="21600"/>
                  </a:lnTo>
                  <a:lnTo>
                    <a:pt x="21453" y="21600"/>
                  </a:lnTo>
                  <a:lnTo>
                    <a:pt x="3894" y="21600"/>
                  </a:lnTo>
                  <a:lnTo>
                    <a:pt x="3967" y="18000"/>
                  </a:lnTo>
                  <a:lnTo>
                    <a:pt x="3967" y="7200"/>
                  </a:lnTo>
                  <a:lnTo>
                    <a:pt x="3820" y="0"/>
                  </a:lnTo>
                  <a:lnTo>
                    <a:pt x="3747" y="0"/>
                  </a:lnTo>
                  <a:lnTo>
                    <a:pt x="3527" y="10800"/>
                  </a:lnTo>
                  <a:lnTo>
                    <a:pt x="3527" y="14400"/>
                  </a:lnTo>
                  <a:lnTo>
                    <a:pt x="3673" y="21600"/>
                  </a:lnTo>
                  <a:lnTo>
                    <a:pt x="21453" y="21600"/>
                  </a:lnTo>
                  <a:lnTo>
                    <a:pt x="3012" y="21600"/>
                  </a:lnTo>
                  <a:lnTo>
                    <a:pt x="3086" y="18000"/>
                  </a:lnTo>
                  <a:lnTo>
                    <a:pt x="3086" y="7200"/>
                  </a:lnTo>
                  <a:lnTo>
                    <a:pt x="2939" y="0"/>
                  </a:lnTo>
                  <a:lnTo>
                    <a:pt x="2865" y="0"/>
                  </a:lnTo>
                  <a:lnTo>
                    <a:pt x="2645" y="10800"/>
                  </a:lnTo>
                  <a:lnTo>
                    <a:pt x="2645" y="14400"/>
                  </a:lnTo>
                  <a:lnTo>
                    <a:pt x="2792" y="21600"/>
                  </a:lnTo>
                  <a:lnTo>
                    <a:pt x="21453" y="21600"/>
                  </a:lnTo>
                  <a:lnTo>
                    <a:pt x="2131" y="21600"/>
                  </a:lnTo>
                  <a:lnTo>
                    <a:pt x="2204" y="18000"/>
                  </a:lnTo>
                  <a:lnTo>
                    <a:pt x="2204" y="7200"/>
                  </a:lnTo>
                  <a:lnTo>
                    <a:pt x="2057" y="0"/>
                  </a:lnTo>
                  <a:lnTo>
                    <a:pt x="1984" y="0"/>
                  </a:lnTo>
                  <a:lnTo>
                    <a:pt x="1763" y="10800"/>
                  </a:lnTo>
                  <a:lnTo>
                    <a:pt x="1763" y="14400"/>
                  </a:lnTo>
                  <a:lnTo>
                    <a:pt x="1910" y="21600"/>
                  </a:lnTo>
                  <a:lnTo>
                    <a:pt x="21453" y="21600"/>
                  </a:lnTo>
                  <a:lnTo>
                    <a:pt x="1249" y="21600"/>
                  </a:lnTo>
                  <a:lnTo>
                    <a:pt x="1322" y="18000"/>
                  </a:lnTo>
                  <a:lnTo>
                    <a:pt x="1322" y="7200"/>
                  </a:lnTo>
                  <a:lnTo>
                    <a:pt x="1176" y="0"/>
                  </a:lnTo>
                  <a:lnTo>
                    <a:pt x="1102" y="0"/>
                  </a:lnTo>
                  <a:lnTo>
                    <a:pt x="882" y="10800"/>
                  </a:lnTo>
                  <a:lnTo>
                    <a:pt x="882" y="14400"/>
                  </a:lnTo>
                  <a:lnTo>
                    <a:pt x="1029" y="21600"/>
                  </a:lnTo>
                  <a:lnTo>
                    <a:pt x="21453" y="21600"/>
                  </a:lnTo>
                  <a:lnTo>
                    <a:pt x="367" y="21600"/>
                  </a:lnTo>
                  <a:lnTo>
                    <a:pt x="441" y="18000"/>
                  </a:lnTo>
                  <a:lnTo>
                    <a:pt x="441" y="7200"/>
                  </a:lnTo>
                  <a:lnTo>
                    <a:pt x="294" y="0"/>
                  </a:lnTo>
                  <a:lnTo>
                    <a:pt x="220" y="0"/>
                  </a:lnTo>
                  <a:lnTo>
                    <a:pt x="0" y="10800"/>
                  </a:lnTo>
                  <a:lnTo>
                    <a:pt x="0" y="14400"/>
                  </a:lnTo>
                  <a:lnTo>
                    <a:pt x="147" y="21600"/>
                  </a:lnTo>
                  <a:lnTo>
                    <a:pt x="21453"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5" name="Freeform 56"/>
            <p:cNvSpPr/>
            <p:nvPr/>
          </p:nvSpPr>
          <p:spPr>
            <a:xfrm>
              <a:off x="2435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6" name="Freeform 57"/>
            <p:cNvSpPr/>
            <p:nvPr/>
          </p:nvSpPr>
          <p:spPr>
            <a:xfrm>
              <a:off x="2587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7" name="Freeform 58"/>
            <p:cNvSpPr/>
            <p:nvPr/>
          </p:nvSpPr>
          <p:spPr>
            <a:xfrm>
              <a:off x="2740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8" name="Freeform 59"/>
            <p:cNvSpPr/>
            <p:nvPr/>
          </p:nvSpPr>
          <p:spPr>
            <a:xfrm>
              <a:off x="2892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79" name="Freeform 60"/>
            <p:cNvSpPr/>
            <p:nvPr/>
          </p:nvSpPr>
          <p:spPr>
            <a:xfrm>
              <a:off x="3044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0" name="Freeform 61"/>
            <p:cNvSpPr/>
            <p:nvPr/>
          </p:nvSpPr>
          <p:spPr>
            <a:xfrm>
              <a:off x="3197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1" name="Freeform 62"/>
            <p:cNvSpPr/>
            <p:nvPr/>
          </p:nvSpPr>
          <p:spPr>
            <a:xfrm>
              <a:off x="3349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2" name="Freeform 63"/>
            <p:cNvSpPr/>
            <p:nvPr/>
          </p:nvSpPr>
          <p:spPr>
            <a:xfrm>
              <a:off x="3502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3" name="Freeform 64"/>
            <p:cNvSpPr/>
            <p:nvPr/>
          </p:nvSpPr>
          <p:spPr>
            <a:xfrm>
              <a:off x="3654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4" name="Freeform 65"/>
            <p:cNvSpPr/>
            <p:nvPr/>
          </p:nvSpPr>
          <p:spPr>
            <a:xfrm>
              <a:off x="3806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5" name="Freeform 66"/>
            <p:cNvSpPr/>
            <p:nvPr/>
          </p:nvSpPr>
          <p:spPr>
            <a:xfrm>
              <a:off x="3959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6" name="Freeform 67"/>
            <p:cNvSpPr/>
            <p:nvPr/>
          </p:nvSpPr>
          <p:spPr>
            <a:xfrm>
              <a:off x="4111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7" name="Freeform 68"/>
            <p:cNvSpPr/>
            <p:nvPr/>
          </p:nvSpPr>
          <p:spPr>
            <a:xfrm>
              <a:off x="4264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8" name="Freeform 69"/>
            <p:cNvSpPr/>
            <p:nvPr/>
          </p:nvSpPr>
          <p:spPr>
            <a:xfrm>
              <a:off x="4416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89" name="Freeform 70"/>
            <p:cNvSpPr/>
            <p:nvPr/>
          </p:nvSpPr>
          <p:spPr>
            <a:xfrm>
              <a:off x="4568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0" name="Freeform 71"/>
            <p:cNvSpPr/>
            <p:nvPr/>
          </p:nvSpPr>
          <p:spPr>
            <a:xfrm>
              <a:off x="4721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1" name="Freeform 72"/>
            <p:cNvSpPr/>
            <p:nvPr/>
          </p:nvSpPr>
          <p:spPr>
            <a:xfrm>
              <a:off x="4873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2" name="Freeform 73"/>
            <p:cNvSpPr/>
            <p:nvPr/>
          </p:nvSpPr>
          <p:spPr>
            <a:xfrm>
              <a:off x="5026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3" name="Freeform 74"/>
            <p:cNvSpPr/>
            <p:nvPr/>
          </p:nvSpPr>
          <p:spPr>
            <a:xfrm>
              <a:off x="5178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4" name="Freeform 75"/>
            <p:cNvSpPr/>
            <p:nvPr/>
          </p:nvSpPr>
          <p:spPr>
            <a:xfrm>
              <a:off x="5330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5" name="Freeform 76"/>
            <p:cNvSpPr/>
            <p:nvPr/>
          </p:nvSpPr>
          <p:spPr>
            <a:xfrm>
              <a:off x="5483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6" name="Freeform 77"/>
            <p:cNvSpPr/>
            <p:nvPr/>
          </p:nvSpPr>
          <p:spPr>
            <a:xfrm>
              <a:off x="5635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7" name="Freeform 78"/>
            <p:cNvSpPr/>
            <p:nvPr/>
          </p:nvSpPr>
          <p:spPr>
            <a:xfrm>
              <a:off x="5788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8" name="Freeform 79"/>
            <p:cNvSpPr/>
            <p:nvPr/>
          </p:nvSpPr>
          <p:spPr>
            <a:xfrm>
              <a:off x="5940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199" name="Freeform 80"/>
            <p:cNvSpPr/>
            <p:nvPr/>
          </p:nvSpPr>
          <p:spPr>
            <a:xfrm>
              <a:off x="6092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0" name="Freeform 81"/>
            <p:cNvSpPr/>
            <p:nvPr/>
          </p:nvSpPr>
          <p:spPr>
            <a:xfrm>
              <a:off x="6245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1" name="Freeform 82"/>
            <p:cNvSpPr/>
            <p:nvPr/>
          </p:nvSpPr>
          <p:spPr>
            <a:xfrm>
              <a:off x="63976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2" name="Freeform 83"/>
            <p:cNvSpPr/>
            <p:nvPr/>
          </p:nvSpPr>
          <p:spPr>
            <a:xfrm>
              <a:off x="65500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3" name="Freeform 84"/>
            <p:cNvSpPr/>
            <p:nvPr/>
          </p:nvSpPr>
          <p:spPr>
            <a:xfrm>
              <a:off x="67024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4" name="Freeform 85"/>
            <p:cNvSpPr/>
            <p:nvPr/>
          </p:nvSpPr>
          <p:spPr>
            <a:xfrm>
              <a:off x="68548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5" name="Freeform 86"/>
            <p:cNvSpPr/>
            <p:nvPr/>
          </p:nvSpPr>
          <p:spPr>
            <a:xfrm>
              <a:off x="7007225" y="3732212"/>
              <a:ext cx="12700" cy="6191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2"/>
                  </a:moveTo>
                  <a:lnTo>
                    <a:pt x="21600" y="111"/>
                  </a:lnTo>
                  <a:lnTo>
                    <a:pt x="14400" y="0"/>
                  </a:lnTo>
                  <a:lnTo>
                    <a:pt x="10800" y="0"/>
                  </a:lnTo>
                  <a:lnTo>
                    <a:pt x="0" y="166"/>
                  </a:lnTo>
                  <a:lnTo>
                    <a:pt x="0" y="21489"/>
                  </a:lnTo>
                  <a:lnTo>
                    <a:pt x="7200" y="21600"/>
                  </a:lnTo>
                  <a:lnTo>
                    <a:pt x="18000" y="21600"/>
                  </a:lnTo>
                  <a:lnTo>
                    <a:pt x="21600" y="21545"/>
                  </a:lnTo>
                  <a:lnTo>
                    <a:pt x="21600" y="22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6" name="Freeform 87"/>
            <p:cNvSpPr/>
            <p:nvPr/>
          </p:nvSpPr>
          <p:spPr>
            <a:xfrm>
              <a:off x="7159625" y="3732212"/>
              <a:ext cx="12700" cy="600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7" name="Freeform 88"/>
            <p:cNvSpPr/>
            <p:nvPr/>
          </p:nvSpPr>
          <p:spPr>
            <a:xfrm>
              <a:off x="7312025" y="3732212"/>
              <a:ext cx="12700" cy="600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29"/>
                  </a:moveTo>
                  <a:lnTo>
                    <a:pt x="21600" y="114"/>
                  </a:lnTo>
                  <a:lnTo>
                    <a:pt x="14400" y="0"/>
                  </a:lnTo>
                  <a:lnTo>
                    <a:pt x="10800" y="0"/>
                  </a:lnTo>
                  <a:lnTo>
                    <a:pt x="0" y="171"/>
                  </a:lnTo>
                  <a:lnTo>
                    <a:pt x="0" y="229"/>
                  </a:lnTo>
                  <a:lnTo>
                    <a:pt x="7200" y="343"/>
                  </a:lnTo>
                  <a:lnTo>
                    <a:pt x="18000" y="343"/>
                  </a:lnTo>
                  <a:lnTo>
                    <a:pt x="21600" y="286"/>
                  </a:lnTo>
                  <a:lnTo>
                    <a:pt x="21600" y="229"/>
                  </a:lnTo>
                  <a:lnTo>
                    <a:pt x="21600" y="800"/>
                  </a:lnTo>
                  <a:lnTo>
                    <a:pt x="14400" y="686"/>
                  </a:lnTo>
                  <a:lnTo>
                    <a:pt x="10800" y="686"/>
                  </a:lnTo>
                  <a:lnTo>
                    <a:pt x="0" y="857"/>
                  </a:lnTo>
                  <a:lnTo>
                    <a:pt x="0" y="914"/>
                  </a:lnTo>
                  <a:lnTo>
                    <a:pt x="7200" y="1029"/>
                  </a:lnTo>
                  <a:lnTo>
                    <a:pt x="18000" y="1029"/>
                  </a:lnTo>
                  <a:lnTo>
                    <a:pt x="21600" y="971"/>
                  </a:lnTo>
                  <a:lnTo>
                    <a:pt x="21600" y="229"/>
                  </a:lnTo>
                  <a:lnTo>
                    <a:pt x="21600" y="1486"/>
                  </a:lnTo>
                  <a:lnTo>
                    <a:pt x="14400" y="1371"/>
                  </a:lnTo>
                  <a:lnTo>
                    <a:pt x="10800" y="1371"/>
                  </a:lnTo>
                  <a:lnTo>
                    <a:pt x="0" y="1543"/>
                  </a:lnTo>
                  <a:lnTo>
                    <a:pt x="0" y="1600"/>
                  </a:lnTo>
                  <a:lnTo>
                    <a:pt x="7200" y="1714"/>
                  </a:lnTo>
                  <a:lnTo>
                    <a:pt x="18000" y="1714"/>
                  </a:lnTo>
                  <a:lnTo>
                    <a:pt x="21600" y="1657"/>
                  </a:lnTo>
                  <a:lnTo>
                    <a:pt x="21600" y="229"/>
                  </a:lnTo>
                  <a:lnTo>
                    <a:pt x="21600" y="2171"/>
                  </a:lnTo>
                  <a:lnTo>
                    <a:pt x="14400" y="2057"/>
                  </a:lnTo>
                  <a:lnTo>
                    <a:pt x="10800" y="2057"/>
                  </a:lnTo>
                  <a:lnTo>
                    <a:pt x="0" y="2229"/>
                  </a:lnTo>
                  <a:lnTo>
                    <a:pt x="0" y="2286"/>
                  </a:lnTo>
                  <a:lnTo>
                    <a:pt x="7200" y="2400"/>
                  </a:lnTo>
                  <a:lnTo>
                    <a:pt x="18000" y="2400"/>
                  </a:lnTo>
                  <a:lnTo>
                    <a:pt x="21600" y="2343"/>
                  </a:lnTo>
                  <a:lnTo>
                    <a:pt x="21600" y="229"/>
                  </a:lnTo>
                  <a:lnTo>
                    <a:pt x="21600" y="2857"/>
                  </a:lnTo>
                  <a:lnTo>
                    <a:pt x="14400" y="2743"/>
                  </a:lnTo>
                  <a:lnTo>
                    <a:pt x="10800" y="2743"/>
                  </a:lnTo>
                  <a:lnTo>
                    <a:pt x="0" y="2914"/>
                  </a:lnTo>
                  <a:lnTo>
                    <a:pt x="0" y="2971"/>
                  </a:lnTo>
                  <a:lnTo>
                    <a:pt x="7200" y="3086"/>
                  </a:lnTo>
                  <a:lnTo>
                    <a:pt x="18000" y="3086"/>
                  </a:lnTo>
                  <a:lnTo>
                    <a:pt x="21600" y="3029"/>
                  </a:lnTo>
                  <a:lnTo>
                    <a:pt x="21600" y="229"/>
                  </a:lnTo>
                  <a:lnTo>
                    <a:pt x="21600" y="3543"/>
                  </a:lnTo>
                  <a:lnTo>
                    <a:pt x="14400" y="3429"/>
                  </a:lnTo>
                  <a:lnTo>
                    <a:pt x="10800" y="3429"/>
                  </a:lnTo>
                  <a:lnTo>
                    <a:pt x="0" y="3600"/>
                  </a:lnTo>
                  <a:lnTo>
                    <a:pt x="0" y="3657"/>
                  </a:lnTo>
                  <a:lnTo>
                    <a:pt x="7200" y="3771"/>
                  </a:lnTo>
                  <a:lnTo>
                    <a:pt x="18000" y="3771"/>
                  </a:lnTo>
                  <a:lnTo>
                    <a:pt x="21600" y="3714"/>
                  </a:lnTo>
                  <a:lnTo>
                    <a:pt x="21600" y="229"/>
                  </a:lnTo>
                  <a:lnTo>
                    <a:pt x="21600" y="4229"/>
                  </a:lnTo>
                  <a:lnTo>
                    <a:pt x="14400" y="4114"/>
                  </a:lnTo>
                  <a:lnTo>
                    <a:pt x="10800" y="4114"/>
                  </a:lnTo>
                  <a:lnTo>
                    <a:pt x="0" y="4286"/>
                  </a:lnTo>
                  <a:lnTo>
                    <a:pt x="0" y="4343"/>
                  </a:lnTo>
                  <a:lnTo>
                    <a:pt x="7200" y="4457"/>
                  </a:lnTo>
                  <a:lnTo>
                    <a:pt x="18000" y="4457"/>
                  </a:lnTo>
                  <a:lnTo>
                    <a:pt x="21600" y="4400"/>
                  </a:lnTo>
                  <a:lnTo>
                    <a:pt x="21600" y="229"/>
                  </a:lnTo>
                  <a:lnTo>
                    <a:pt x="21600" y="4914"/>
                  </a:lnTo>
                  <a:lnTo>
                    <a:pt x="14400" y="4800"/>
                  </a:lnTo>
                  <a:lnTo>
                    <a:pt x="10800" y="4800"/>
                  </a:lnTo>
                  <a:lnTo>
                    <a:pt x="0" y="4971"/>
                  </a:lnTo>
                  <a:lnTo>
                    <a:pt x="0" y="5029"/>
                  </a:lnTo>
                  <a:lnTo>
                    <a:pt x="7200" y="5143"/>
                  </a:lnTo>
                  <a:lnTo>
                    <a:pt x="18000" y="5143"/>
                  </a:lnTo>
                  <a:lnTo>
                    <a:pt x="21600" y="5086"/>
                  </a:lnTo>
                  <a:lnTo>
                    <a:pt x="21600" y="229"/>
                  </a:lnTo>
                  <a:lnTo>
                    <a:pt x="21600" y="5600"/>
                  </a:lnTo>
                  <a:lnTo>
                    <a:pt x="14400" y="5486"/>
                  </a:lnTo>
                  <a:lnTo>
                    <a:pt x="10800" y="5486"/>
                  </a:lnTo>
                  <a:lnTo>
                    <a:pt x="0" y="5657"/>
                  </a:lnTo>
                  <a:lnTo>
                    <a:pt x="0" y="5714"/>
                  </a:lnTo>
                  <a:lnTo>
                    <a:pt x="7200" y="5829"/>
                  </a:lnTo>
                  <a:lnTo>
                    <a:pt x="18000" y="5829"/>
                  </a:lnTo>
                  <a:lnTo>
                    <a:pt x="21600" y="5771"/>
                  </a:lnTo>
                  <a:lnTo>
                    <a:pt x="21600" y="229"/>
                  </a:lnTo>
                  <a:lnTo>
                    <a:pt x="21600" y="6286"/>
                  </a:lnTo>
                  <a:lnTo>
                    <a:pt x="14400" y="6171"/>
                  </a:lnTo>
                  <a:lnTo>
                    <a:pt x="10800" y="6171"/>
                  </a:lnTo>
                  <a:lnTo>
                    <a:pt x="0" y="6343"/>
                  </a:lnTo>
                  <a:lnTo>
                    <a:pt x="0" y="6400"/>
                  </a:lnTo>
                  <a:lnTo>
                    <a:pt x="7200" y="6514"/>
                  </a:lnTo>
                  <a:lnTo>
                    <a:pt x="18000" y="6514"/>
                  </a:lnTo>
                  <a:lnTo>
                    <a:pt x="21600" y="6457"/>
                  </a:lnTo>
                  <a:lnTo>
                    <a:pt x="21600" y="229"/>
                  </a:lnTo>
                  <a:lnTo>
                    <a:pt x="21600" y="6971"/>
                  </a:lnTo>
                  <a:lnTo>
                    <a:pt x="14400" y="6857"/>
                  </a:lnTo>
                  <a:lnTo>
                    <a:pt x="10800" y="6857"/>
                  </a:lnTo>
                  <a:lnTo>
                    <a:pt x="0" y="7029"/>
                  </a:lnTo>
                  <a:lnTo>
                    <a:pt x="0" y="7086"/>
                  </a:lnTo>
                  <a:lnTo>
                    <a:pt x="7200" y="7200"/>
                  </a:lnTo>
                  <a:lnTo>
                    <a:pt x="18000" y="7200"/>
                  </a:lnTo>
                  <a:lnTo>
                    <a:pt x="21600" y="7143"/>
                  </a:lnTo>
                  <a:lnTo>
                    <a:pt x="21600" y="229"/>
                  </a:lnTo>
                  <a:lnTo>
                    <a:pt x="21600" y="7657"/>
                  </a:lnTo>
                  <a:lnTo>
                    <a:pt x="14400" y="7543"/>
                  </a:lnTo>
                  <a:lnTo>
                    <a:pt x="10800" y="7543"/>
                  </a:lnTo>
                  <a:lnTo>
                    <a:pt x="0" y="7714"/>
                  </a:lnTo>
                  <a:lnTo>
                    <a:pt x="0" y="7771"/>
                  </a:lnTo>
                  <a:lnTo>
                    <a:pt x="7200" y="7886"/>
                  </a:lnTo>
                  <a:lnTo>
                    <a:pt x="18000" y="7886"/>
                  </a:lnTo>
                  <a:lnTo>
                    <a:pt x="21600" y="7829"/>
                  </a:lnTo>
                  <a:lnTo>
                    <a:pt x="21600" y="229"/>
                  </a:lnTo>
                  <a:lnTo>
                    <a:pt x="21600" y="8343"/>
                  </a:lnTo>
                  <a:lnTo>
                    <a:pt x="14400" y="8229"/>
                  </a:lnTo>
                  <a:lnTo>
                    <a:pt x="10800" y="8229"/>
                  </a:lnTo>
                  <a:lnTo>
                    <a:pt x="0" y="8400"/>
                  </a:lnTo>
                  <a:lnTo>
                    <a:pt x="0" y="8457"/>
                  </a:lnTo>
                  <a:lnTo>
                    <a:pt x="7200" y="8571"/>
                  </a:lnTo>
                  <a:lnTo>
                    <a:pt x="18000" y="8571"/>
                  </a:lnTo>
                  <a:lnTo>
                    <a:pt x="21600" y="8514"/>
                  </a:lnTo>
                  <a:lnTo>
                    <a:pt x="21600" y="229"/>
                  </a:lnTo>
                  <a:lnTo>
                    <a:pt x="21600" y="9029"/>
                  </a:lnTo>
                  <a:lnTo>
                    <a:pt x="14400" y="8914"/>
                  </a:lnTo>
                  <a:lnTo>
                    <a:pt x="10800" y="8914"/>
                  </a:lnTo>
                  <a:lnTo>
                    <a:pt x="0" y="9086"/>
                  </a:lnTo>
                  <a:lnTo>
                    <a:pt x="0" y="9143"/>
                  </a:lnTo>
                  <a:lnTo>
                    <a:pt x="7200" y="9257"/>
                  </a:lnTo>
                  <a:lnTo>
                    <a:pt x="18000" y="9257"/>
                  </a:lnTo>
                  <a:lnTo>
                    <a:pt x="21600" y="9200"/>
                  </a:lnTo>
                  <a:lnTo>
                    <a:pt x="21600" y="229"/>
                  </a:lnTo>
                  <a:lnTo>
                    <a:pt x="21600" y="9714"/>
                  </a:lnTo>
                  <a:lnTo>
                    <a:pt x="14400" y="9600"/>
                  </a:lnTo>
                  <a:lnTo>
                    <a:pt x="10800" y="9600"/>
                  </a:lnTo>
                  <a:lnTo>
                    <a:pt x="0" y="9771"/>
                  </a:lnTo>
                  <a:lnTo>
                    <a:pt x="0" y="9829"/>
                  </a:lnTo>
                  <a:lnTo>
                    <a:pt x="7200" y="9943"/>
                  </a:lnTo>
                  <a:lnTo>
                    <a:pt x="18000" y="9943"/>
                  </a:lnTo>
                  <a:lnTo>
                    <a:pt x="21600" y="9886"/>
                  </a:lnTo>
                  <a:lnTo>
                    <a:pt x="21600" y="229"/>
                  </a:lnTo>
                  <a:lnTo>
                    <a:pt x="21600" y="10400"/>
                  </a:lnTo>
                  <a:lnTo>
                    <a:pt x="14400" y="10286"/>
                  </a:lnTo>
                  <a:lnTo>
                    <a:pt x="10800" y="10286"/>
                  </a:lnTo>
                  <a:lnTo>
                    <a:pt x="0" y="10457"/>
                  </a:lnTo>
                  <a:lnTo>
                    <a:pt x="0" y="10514"/>
                  </a:lnTo>
                  <a:lnTo>
                    <a:pt x="7200" y="10629"/>
                  </a:lnTo>
                  <a:lnTo>
                    <a:pt x="18000" y="10629"/>
                  </a:lnTo>
                  <a:lnTo>
                    <a:pt x="21600" y="10571"/>
                  </a:lnTo>
                  <a:lnTo>
                    <a:pt x="21600" y="229"/>
                  </a:lnTo>
                  <a:lnTo>
                    <a:pt x="21600" y="11086"/>
                  </a:lnTo>
                  <a:lnTo>
                    <a:pt x="14400" y="10971"/>
                  </a:lnTo>
                  <a:lnTo>
                    <a:pt x="10800" y="10971"/>
                  </a:lnTo>
                  <a:lnTo>
                    <a:pt x="0" y="11143"/>
                  </a:lnTo>
                  <a:lnTo>
                    <a:pt x="0" y="11200"/>
                  </a:lnTo>
                  <a:lnTo>
                    <a:pt x="7200" y="11314"/>
                  </a:lnTo>
                  <a:lnTo>
                    <a:pt x="18000" y="11314"/>
                  </a:lnTo>
                  <a:lnTo>
                    <a:pt x="21600" y="11257"/>
                  </a:lnTo>
                  <a:lnTo>
                    <a:pt x="21600" y="229"/>
                  </a:lnTo>
                  <a:lnTo>
                    <a:pt x="21600" y="11771"/>
                  </a:lnTo>
                  <a:lnTo>
                    <a:pt x="14400" y="11657"/>
                  </a:lnTo>
                  <a:lnTo>
                    <a:pt x="10800" y="11657"/>
                  </a:lnTo>
                  <a:lnTo>
                    <a:pt x="0" y="11829"/>
                  </a:lnTo>
                  <a:lnTo>
                    <a:pt x="0" y="11886"/>
                  </a:lnTo>
                  <a:lnTo>
                    <a:pt x="7200" y="12000"/>
                  </a:lnTo>
                  <a:lnTo>
                    <a:pt x="18000" y="12000"/>
                  </a:lnTo>
                  <a:lnTo>
                    <a:pt x="21600" y="11943"/>
                  </a:lnTo>
                  <a:lnTo>
                    <a:pt x="21600" y="229"/>
                  </a:lnTo>
                  <a:lnTo>
                    <a:pt x="21600" y="12457"/>
                  </a:lnTo>
                  <a:lnTo>
                    <a:pt x="14400" y="12343"/>
                  </a:lnTo>
                  <a:lnTo>
                    <a:pt x="10800" y="12343"/>
                  </a:lnTo>
                  <a:lnTo>
                    <a:pt x="0" y="12514"/>
                  </a:lnTo>
                  <a:lnTo>
                    <a:pt x="0" y="12571"/>
                  </a:lnTo>
                  <a:lnTo>
                    <a:pt x="7200" y="12686"/>
                  </a:lnTo>
                  <a:lnTo>
                    <a:pt x="18000" y="12686"/>
                  </a:lnTo>
                  <a:lnTo>
                    <a:pt x="21600" y="12629"/>
                  </a:lnTo>
                  <a:lnTo>
                    <a:pt x="21600" y="229"/>
                  </a:lnTo>
                  <a:lnTo>
                    <a:pt x="21600" y="13143"/>
                  </a:lnTo>
                  <a:lnTo>
                    <a:pt x="14400" y="13029"/>
                  </a:lnTo>
                  <a:lnTo>
                    <a:pt x="10800" y="13029"/>
                  </a:lnTo>
                  <a:lnTo>
                    <a:pt x="0" y="13200"/>
                  </a:lnTo>
                  <a:lnTo>
                    <a:pt x="0" y="13257"/>
                  </a:lnTo>
                  <a:lnTo>
                    <a:pt x="7200" y="13371"/>
                  </a:lnTo>
                  <a:lnTo>
                    <a:pt x="18000" y="13371"/>
                  </a:lnTo>
                  <a:lnTo>
                    <a:pt x="21600" y="13314"/>
                  </a:lnTo>
                  <a:lnTo>
                    <a:pt x="21600" y="229"/>
                  </a:lnTo>
                  <a:lnTo>
                    <a:pt x="21600" y="13829"/>
                  </a:lnTo>
                  <a:lnTo>
                    <a:pt x="14400" y="13714"/>
                  </a:lnTo>
                  <a:lnTo>
                    <a:pt x="10800" y="13714"/>
                  </a:lnTo>
                  <a:lnTo>
                    <a:pt x="0" y="13886"/>
                  </a:lnTo>
                  <a:lnTo>
                    <a:pt x="0" y="13943"/>
                  </a:lnTo>
                  <a:lnTo>
                    <a:pt x="7200" y="14057"/>
                  </a:lnTo>
                  <a:lnTo>
                    <a:pt x="18000" y="14057"/>
                  </a:lnTo>
                  <a:lnTo>
                    <a:pt x="21600" y="14000"/>
                  </a:lnTo>
                  <a:lnTo>
                    <a:pt x="21600" y="229"/>
                  </a:lnTo>
                  <a:lnTo>
                    <a:pt x="21600" y="14514"/>
                  </a:lnTo>
                  <a:lnTo>
                    <a:pt x="14400" y="14400"/>
                  </a:lnTo>
                  <a:lnTo>
                    <a:pt x="10800" y="14400"/>
                  </a:lnTo>
                  <a:lnTo>
                    <a:pt x="0" y="14571"/>
                  </a:lnTo>
                  <a:lnTo>
                    <a:pt x="0" y="14629"/>
                  </a:lnTo>
                  <a:lnTo>
                    <a:pt x="7200" y="14743"/>
                  </a:lnTo>
                  <a:lnTo>
                    <a:pt x="18000" y="14743"/>
                  </a:lnTo>
                  <a:lnTo>
                    <a:pt x="21600" y="14686"/>
                  </a:lnTo>
                  <a:lnTo>
                    <a:pt x="21600" y="229"/>
                  </a:lnTo>
                  <a:lnTo>
                    <a:pt x="21600" y="15200"/>
                  </a:lnTo>
                  <a:lnTo>
                    <a:pt x="14400" y="15086"/>
                  </a:lnTo>
                  <a:lnTo>
                    <a:pt x="10800" y="15086"/>
                  </a:lnTo>
                  <a:lnTo>
                    <a:pt x="0" y="15257"/>
                  </a:lnTo>
                  <a:lnTo>
                    <a:pt x="0" y="15314"/>
                  </a:lnTo>
                  <a:lnTo>
                    <a:pt x="7200" y="15429"/>
                  </a:lnTo>
                  <a:lnTo>
                    <a:pt x="18000" y="15429"/>
                  </a:lnTo>
                  <a:lnTo>
                    <a:pt x="21600" y="15371"/>
                  </a:lnTo>
                  <a:lnTo>
                    <a:pt x="21600" y="229"/>
                  </a:lnTo>
                  <a:lnTo>
                    <a:pt x="21600" y="15886"/>
                  </a:lnTo>
                  <a:lnTo>
                    <a:pt x="14400" y="15771"/>
                  </a:lnTo>
                  <a:lnTo>
                    <a:pt x="10800" y="15771"/>
                  </a:lnTo>
                  <a:lnTo>
                    <a:pt x="0" y="15943"/>
                  </a:lnTo>
                  <a:lnTo>
                    <a:pt x="0" y="16000"/>
                  </a:lnTo>
                  <a:lnTo>
                    <a:pt x="7200" y="16114"/>
                  </a:lnTo>
                  <a:lnTo>
                    <a:pt x="18000" y="16114"/>
                  </a:lnTo>
                  <a:lnTo>
                    <a:pt x="21600" y="16057"/>
                  </a:lnTo>
                  <a:lnTo>
                    <a:pt x="21600" y="229"/>
                  </a:lnTo>
                  <a:lnTo>
                    <a:pt x="21600" y="16571"/>
                  </a:lnTo>
                  <a:lnTo>
                    <a:pt x="14400" y="16457"/>
                  </a:lnTo>
                  <a:lnTo>
                    <a:pt x="10800" y="16457"/>
                  </a:lnTo>
                  <a:lnTo>
                    <a:pt x="0" y="16629"/>
                  </a:lnTo>
                  <a:lnTo>
                    <a:pt x="0" y="16686"/>
                  </a:lnTo>
                  <a:lnTo>
                    <a:pt x="7200" y="16800"/>
                  </a:lnTo>
                  <a:lnTo>
                    <a:pt x="18000" y="16800"/>
                  </a:lnTo>
                  <a:lnTo>
                    <a:pt x="21600" y="16743"/>
                  </a:lnTo>
                  <a:lnTo>
                    <a:pt x="21600" y="229"/>
                  </a:lnTo>
                  <a:lnTo>
                    <a:pt x="21600" y="17257"/>
                  </a:lnTo>
                  <a:lnTo>
                    <a:pt x="14400" y="17143"/>
                  </a:lnTo>
                  <a:lnTo>
                    <a:pt x="10800" y="17143"/>
                  </a:lnTo>
                  <a:lnTo>
                    <a:pt x="0" y="17314"/>
                  </a:lnTo>
                  <a:lnTo>
                    <a:pt x="0" y="17371"/>
                  </a:lnTo>
                  <a:lnTo>
                    <a:pt x="7200" y="17486"/>
                  </a:lnTo>
                  <a:lnTo>
                    <a:pt x="18000" y="17486"/>
                  </a:lnTo>
                  <a:lnTo>
                    <a:pt x="21600" y="17429"/>
                  </a:lnTo>
                  <a:lnTo>
                    <a:pt x="21600" y="229"/>
                  </a:lnTo>
                  <a:lnTo>
                    <a:pt x="21600" y="17943"/>
                  </a:lnTo>
                  <a:lnTo>
                    <a:pt x="14400" y="17829"/>
                  </a:lnTo>
                  <a:lnTo>
                    <a:pt x="10800" y="17829"/>
                  </a:lnTo>
                  <a:lnTo>
                    <a:pt x="0" y="18000"/>
                  </a:lnTo>
                  <a:lnTo>
                    <a:pt x="0" y="18057"/>
                  </a:lnTo>
                  <a:lnTo>
                    <a:pt x="7200" y="18171"/>
                  </a:lnTo>
                  <a:lnTo>
                    <a:pt x="18000" y="18171"/>
                  </a:lnTo>
                  <a:lnTo>
                    <a:pt x="21600" y="18114"/>
                  </a:lnTo>
                  <a:lnTo>
                    <a:pt x="21600" y="229"/>
                  </a:lnTo>
                  <a:lnTo>
                    <a:pt x="21600" y="18629"/>
                  </a:lnTo>
                  <a:lnTo>
                    <a:pt x="14400" y="18514"/>
                  </a:lnTo>
                  <a:lnTo>
                    <a:pt x="10800" y="18514"/>
                  </a:lnTo>
                  <a:lnTo>
                    <a:pt x="0" y="18686"/>
                  </a:lnTo>
                  <a:lnTo>
                    <a:pt x="0" y="18743"/>
                  </a:lnTo>
                  <a:lnTo>
                    <a:pt x="7200" y="18857"/>
                  </a:lnTo>
                  <a:lnTo>
                    <a:pt x="18000" y="18857"/>
                  </a:lnTo>
                  <a:lnTo>
                    <a:pt x="21600" y="18800"/>
                  </a:lnTo>
                  <a:lnTo>
                    <a:pt x="21600" y="229"/>
                  </a:lnTo>
                  <a:lnTo>
                    <a:pt x="21600" y="19314"/>
                  </a:lnTo>
                  <a:lnTo>
                    <a:pt x="14400" y="19200"/>
                  </a:lnTo>
                  <a:lnTo>
                    <a:pt x="10800" y="19200"/>
                  </a:lnTo>
                  <a:lnTo>
                    <a:pt x="0" y="19371"/>
                  </a:lnTo>
                  <a:lnTo>
                    <a:pt x="0" y="19429"/>
                  </a:lnTo>
                  <a:lnTo>
                    <a:pt x="7200" y="19543"/>
                  </a:lnTo>
                  <a:lnTo>
                    <a:pt x="18000" y="19543"/>
                  </a:lnTo>
                  <a:lnTo>
                    <a:pt x="21600" y="19486"/>
                  </a:lnTo>
                  <a:lnTo>
                    <a:pt x="21600" y="229"/>
                  </a:lnTo>
                  <a:lnTo>
                    <a:pt x="21600" y="20000"/>
                  </a:lnTo>
                  <a:lnTo>
                    <a:pt x="14400" y="19886"/>
                  </a:lnTo>
                  <a:lnTo>
                    <a:pt x="10800" y="19886"/>
                  </a:lnTo>
                  <a:lnTo>
                    <a:pt x="0" y="20057"/>
                  </a:lnTo>
                  <a:lnTo>
                    <a:pt x="0" y="20114"/>
                  </a:lnTo>
                  <a:lnTo>
                    <a:pt x="7200" y="20229"/>
                  </a:lnTo>
                  <a:lnTo>
                    <a:pt x="18000" y="20229"/>
                  </a:lnTo>
                  <a:lnTo>
                    <a:pt x="21600" y="20171"/>
                  </a:lnTo>
                  <a:lnTo>
                    <a:pt x="21600" y="229"/>
                  </a:lnTo>
                  <a:lnTo>
                    <a:pt x="21600" y="20686"/>
                  </a:lnTo>
                  <a:lnTo>
                    <a:pt x="14400" y="20571"/>
                  </a:lnTo>
                  <a:lnTo>
                    <a:pt x="10800" y="20571"/>
                  </a:lnTo>
                  <a:lnTo>
                    <a:pt x="0" y="20743"/>
                  </a:lnTo>
                  <a:lnTo>
                    <a:pt x="0" y="20800"/>
                  </a:lnTo>
                  <a:lnTo>
                    <a:pt x="7200" y="20914"/>
                  </a:lnTo>
                  <a:lnTo>
                    <a:pt x="18000" y="20914"/>
                  </a:lnTo>
                  <a:lnTo>
                    <a:pt x="21600" y="20857"/>
                  </a:lnTo>
                  <a:lnTo>
                    <a:pt x="21600" y="229"/>
                  </a:lnTo>
                  <a:lnTo>
                    <a:pt x="21600" y="21371"/>
                  </a:lnTo>
                  <a:lnTo>
                    <a:pt x="14400" y="21257"/>
                  </a:lnTo>
                  <a:lnTo>
                    <a:pt x="10800" y="21257"/>
                  </a:lnTo>
                  <a:lnTo>
                    <a:pt x="0" y="21429"/>
                  </a:lnTo>
                  <a:lnTo>
                    <a:pt x="0" y="21486"/>
                  </a:lnTo>
                  <a:lnTo>
                    <a:pt x="7200" y="21600"/>
                  </a:lnTo>
                  <a:lnTo>
                    <a:pt x="18000" y="21600"/>
                  </a:lnTo>
                  <a:lnTo>
                    <a:pt x="21600" y="21543"/>
                  </a:lnTo>
                  <a:lnTo>
                    <a:pt x="21600" y="22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08" name="Rectangle 89"/>
            <p:cNvSpPr txBox="1"/>
            <p:nvPr/>
          </p:nvSpPr>
          <p:spPr>
            <a:xfrm rot="5400000">
              <a:off x="23151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0</a:t>
              </a:r>
            </a:p>
          </p:txBody>
        </p:sp>
        <p:sp>
          <p:nvSpPr>
            <p:cNvPr id="1209" name="Rectangle 90"/>
            <p:cNvSpPr txBox="1"/>
            <p:nvPr/>
          </p:nvSpPr>
          <p:spPr>
            <a:xfrm rot="5400000">
              <a:off x="24675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1</a:t>
              </a:r>
            </a:p>
          </p:txBody>
        </p:sp>
        <p:sp>
          <p:nvSpPr>
            <p:cNvPr id="1210" name="Rectangle 91"/>
            <p:cNvSpPr txBox="1"/>
            <p:nvPr/>
          </p:nvSpPr>
          <p:spPr>
            <a:xfrm rot="5400000">
              <a:off x="26199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2</a:t>
              </a:r>
            </a:p>
          </p:txBody>
        </p:sp>
        <p:sp>
          <p:nvSpPr>
            <p:cNvPr id="1211" name="Rectangle 92"/>
            <p:cNvSpPr txBox="1"/>
            <p:nvPr/>
          </p:nvSpPr>
          <p:spPr>
            <a:xfrm rot="5400000">
              <a:off x="2772382" y="3942866"/>
              <a:ext cx="4148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3</a:t>
              </a:r>
            </a:p>
          </p:txBody>
        </p:sp>
        <p:sp>
          <p:nvSpPr>
            <p:cNvPr id="1212" name="Freeform 93"/>
            <p:cNvSpPr/>
            <p:nvPr/>
          </p:nvSpPr>
          <p:spPr>
            <a:xfrm>
              <a:off x="3122612" y="3883025"/>
              <a:ext cx="4476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6" y="0"/>
                  </a:moveTo>
                  <a:lnTo>
                    <a:pt x="230" y="0"/>
                  </a:lnTo>
                  <a:lnTo>
                    <a:pt x="0" y="10800"/>
                  </a:lnTo>
                  <a:lnTo>
                    <a:pt x="0" y="14400"/>
                  </a:lnTo>
                  <a:lnTo>
                    <a:pt x="153" y="21600"/>
                  </a:lnTo>
                  <a:lnTo>
                    <a:pt x="383" y="21600"/>
                  </a:lnTo>
                  <a:lnTo>
                    <a:pt x="460" y="18000"/>
                  </a:lnTo>
                  <a:lnTo>
                    <a:pt x="460" y="7200"/>
                  </a:lnTo>
                  <a:lnTo>
                    <a:pt x="306" y="0"/>
                  </a:lnTo>
                  <a:lnTo>
                    <a:pt x="1149" y="0"/>
                  </a:lnTo>
                  <a:lnTo>
                    <a:pt x="919" y="10800"/>
                  </a:lnTo>
                  <a:lnTo>
                    <a:pt x="919" y="14400"/>
                  </a:lnTo>
                  <a:lnTo>
                    <a:pt x="1072" y="21600"/>
                  </a:lnTo>
                  <a:lnTo>
                    <a:pt x="1302" y="21600"/>
                  </a:lnTo>
                  <a:lnTo>
                    <a:pt x="1379" y="18000"/>
                  </a:lnTo>
                  <a:lnTo>
                    <a:pt x="1379" y="7200"/>
                  </a:lnTo>
                  <a:lnTo>
                    <a:pt x="1226" y="0"/>
                  </a:lnTo>
                  <a:lnTo>
                    <a:pt x="306" y="0"/>
                  </a:lnTo>
                  <a:lnTo>
                    <a:pt x="2068" y="0"/>
                  </a:lnTo>
                  <a:lnTo>
                    <a:pt x="1838" y="10800"/>
                  </a:lnTo>
                  <a:lnTo>
                    <a:pt x="1838" y="14400"/>
                  </a:lnTo>
                  <a:lnTo>
                    <a:pt x="1991" y="21600"/>
                  </a:lnTo>
                  <a:lnTo>
                    <a:pt x="2221" y="21600"/>
                  </a:lnTo>
                  <a:lnTo>
                    <a:pt x="2298" y="18000"/>
                  </a:lnTo>
                  <a:lnTo>
                    <a:pt x="2298" y="7200"/>
                  </a:lnTo>
                  <a:lnTo>
                    <a:pt x="2145" y="0"/>
                  </a:lnTo>
                  <a:lnTo>
                    <a:pt x="306" y="0"/>
                  </a:lnTo>
                  <a:lnTo>
                    <a:pt x="2987" y="0"/>
                  </a:lnTo>
                  <a:lnTo>
                    <a:pt x="2757" y="10800"/>
                  </a:lnTo>
                  <a:lnTo>
                    <a:pt x="2757" y="14400"/>
                  </a:lnTo>
                  <a:lnTo>
                    <a:pt x="2911" y="21600"/>
                  </a:lnTo>
                  <a:lnTo>
                    <a:pt x="3140" y="21600"/>
                  </a:lnTo>
                  <a:lnTo>
                    <a:pt x="3217" y="18000"/>
                  </a:lnTo>
                  <a:lnTo>
                    <a:pt x="3217" y="7200"/>
                  </a:lnTo>
                  <a:lnTo>
                    <a:pt x="3064" y="0"/>
                  </a:lnTo>
                  <a:lnTo>
                    <a:pt x="306" y="0"/>
                  </a:lnTo>
                  <a:lnTo>
                    <a:pt x="3906" y="0"/>
                  </a:lnTo>
                  <a:lnTo>
                    <a:pt x="3677" y="10800"/>
                  </a:lnTo>
                  <a:lnTo>
                    <a:pt x="3677" y="14400"/>
                  </a:lnTo>
                  <a:lnTo>
                    <a:pt x="3830" y="21600"/>
                  </a:lnTo>
                  <a:lnTo>
                    <a:pt x="4060" y="21600"/>
                  </a:lnTo>
                  <a:lnTo>
                    <a:pt x="4136" y="18000"/>
                  </a:lnTo>
                  <a:lnTo>
                    <a:pt x="4136" y="7200"/>
                  </a:lnTo>
                  <a:lnTo>
                    <a:pt x="3983" y="0"/>
                  </a:lnTo>
                  <a:lnTo>
                    <a:pt x="306" y="0"/>
                  </a:lnTo>
                  <a:lnTo>
                    <a:pt x="4826" y="0"/>
                  </a:lnTo>
                  <a:lnTo>
                    <a:pt x="4596" y="10800"/>
                  </a:lnTo>
                  <a:lnTo>
                    <a:pt x="4596" y="14400"/>
                  </a:lnTo>
                  <a:lnTo>
                    <a:pt x="4749" y="21600"/>
                  </a:lnTo>
                  <a:lnTo>
                    <a:pt x="4979" y="21600"/>
                  </a:lnTo>
                  <a:lnTo>
                    <a:pt x="5055" y="18000"/>
                  </a:lnTo>
                  <a:lnTo>
                    <a:pt x="5055" y="7200"/>
                  </a:lnTo>
                  <a:lnTo>
                    <a:pt x="4902" y="0"/>
                  </a:lnTo>
                  <a:lnTo>
                    <a:pt x="306" y="0"/>
                  </a:lnTo>
                  <a:lnTo>
                    <a:pt x="5745" y="0"/>
                  </a:lnTo>
                  <a:lnTo>
                    <a:pt x="5515" y="10800"/>
                  </a:lnTo>
                  <a:lnTo>
                    <a:pt x="5515" y="14400"/>
                  </a:lnTo>
                  <a:lnTo>
                    <a:pt x="5668" y="21600"/>
                  </a:lnTo>
                  <a:lnTo>
                    <a:pt x="5898" y="21600"/>
                  </a:lnTo>
                  <a:lnTo>
                    <a:pt x="5974" y="18000"/>
                  </a:lnTo>
                  <a:lnTo>
                    <a:pt x="5974" y="7200"/>
                  </a:lnTo>
                  <a:lnTo>
                    <a:pt x="5821" y="0"/>
                  </a:lnTo>
                  <a:lnTo>
                    <a:pt x="306" y="0"/>
                  </a:lnTo>
                  <a:lnTo>
                    <a:pt x="6664" y="0"/>
                  </a:lnTo>
                  <a:lnTo>
                    <a:pt x="6434" y="10800"/>
                  </a:lnTo>
                  <a:lnTo>
                    <a:pt x="6434" y="14400"/>
                  </a:lnTo>
                  <a:lnTo>
                    <a:pt x="6587" y="21600"/>
                  </a:lnTo>
                  <a:lnTo>
                    <a:pt x="6817" y="21600"/>
                  </a:lnTo>
                  <a:lnTo>
                    <a:pt x="6894" y="18000"/>
                  </a:lnTo>
                  <a:lnTo>
                    <a:pt x="6894" y="7200"/>
                  </a:lnTo>
                  <a:lnTo>
                    <a:pt x="6740" y="0"/>
                  </a:lnTo>
                  <a:lnTo>
                    <a:pt x="306" y="0"/>
                  </a:lnTo>
                  <a:lnTo>
                    <a:pt x="7583" y="0"/>
                  </a:lnTo>
                  <a:lnTo>
                    <a:pt x="7353" y="10800"/>
                  </a:lnTo>
                  <a:lnTo>
                    <a:pt x="7353" y="14400"/>
                  </a:lnTo>
                  <a:lnTo>
                    <a:pt x="7506" y="21600"/>
                  </a:lnTo>
                  <a:lnTo>
                    <a:pt x="7736" y="21600"/>
                  </a:lnTo>
                  <a:lnTo>
                    <a:pt x="7813" y="18000"/>
                  </a:lnTo>
                  <a:lnTo>
                    <a:pt x="7813" y="7200"/>
                  </a:lnTo>
                  <a:lnTo>
                    <a:pt x="7660" y="0"/>
                  </a:lnTo>
                  <a:lnTo>
                    <a:pt x="306" y="0"/>
                  </a:lnTo>
                  <a:lnTo>
                    <a:pt x="8502" y="0"/>
                  </a:lnTo>
                  <a:lnTo>
                    <a:pt x="8272" y="10800"/>
                  </a:lnTo>
                  <a:lnTo>
                    <a:pt x="8272" y="14400"/>
                  </a:lnTo>
                  <a:lnTo>
                    <a:pt x="8426" y="21600"/>
                  </a:lnTo>
                  <a:lnTo>
                    <a:pt x="8655" y="21600"/>
                  </a:lnTo>
                  <a:lnTo>
                    <a:pt x="8732" y="18000"/>
                  </a:lnTo>
                  <a:lnTo>
                    <a:pt x="8732" y="7200"/>
                  </a:lnTo>
                  <a:lnTo>
                    <a:pt x="8579" y="0"/>
                  </a:lnTo>
                  <a:lnTo>
                    <a:pt x="306" y="0"/>
                  </a:lnTo>
                  <a:lnTo>
                    <a:pt x="9421" y="0"/>
                  </a:lnTo>
                  <a:lnTo>
                    <a:pt x="9191" y="10800"/>
                  </a:lnTo>
                  <a:lnTo>
                    <a:pt x="9191" y="14400"/>
                  </a:lnTo>
                  <a:lnTo>
                    <a:pt x="9345" y="21600"/>
                  </a:lnTo>
                  <a:lnTo>
                    <a:pt x="9574" y="21600"/>
                  </a:lnTo>
                  <a:lnTo>
                    <a:pt x="9651" y="18000"/>
                  </a:lnTo>
                  <a:lnTo>
                    <a:pt x="9651" y="7200"/>
                  </a:lnTo>
                  <a:lnTo>
                    <a:pt x="9498" y="0"/>
                  </a:lnTo>
                  <a:lnTo>
                    <a:pt x="306" y="0"/>
                  </a:lnTo>
                  <a:lnTo>
                    <a:pt x="10340" y="0"/>
                  </a:lnTo>
                  <a:lnTo>
                    <a:pt x="10111" y="10800"/>
                  </a:lnTo>
                  <a:lnTo>
                    <a:pt x="10111" y="14400"/>
                  </a:lnTo>
                  <a:lnTo>
                    <a:pt x="10264" y="21600"/>
                  </a:lnTo>
                  <a:lnTo>
                    <a:pt x="10494" y="21600"/>
                  </a:lnTo>
                  <a:lnTo>
                    <a:pt x="10570" y="18000"/>
                  </a:lnTo>
                  <a:lnTo>
                    <a:pt x="10570" y="7200"/>
                  </a:lnTo>
                  <a:lnTo>
                    <a:pt x="10417" y="0"/>
                  </a:lnTo>
                  <a:lnTo>
                    <a:pt x="306" y="0"/>
                  </a:lnTo>
                  <a:lnTo>
                    <a:pt x="11260" y="0"/>
                  </a:lnTo>
                  <a:lnTo>
                    <a:pt x="11030" y="10800"/>
                  </a:lnTo>
                  <a:lnTo>
                    <a:pt x="11030" y="14400"/>
                  </a:lnTo>
                  <a:lnTo>
                    <a:pt x="11183" y="21600"/>
                  </a:lnTo>
                  <a:lnTo>
                    <a:pt x="11413" y="21600"/>
                  </a:lnTo>
                  <a:lnTo>
                    <a:pt x="11489" y="18000"/>
                  </a:lnTo>
                  <a:lnTo>
                    <a:pt x="11489" y="7200"/>
                  </a:lnTo>
                  <a:lnTo>
                    <a:pt x="11336" y="0"/>
                  </a:lnTo>
                  <a:lnTo>
                    <a:pt x="306" y="0"/>
                  </a:lnTo>
                  <a:lnTo>
                    <a:pt x="12179" y="0"/>
                  </a:lnTo>
                  <a:lnTo>
                    <a:pt x="11949" y="10800"/>
                  </a:lnTo>
                  <a:lnTo>
                    <a:pt x="11949" y="14400"/>
                  </a:lnTo>
                  <a:lnTo>
                    <a:pt x="12102" y="21600"/>
                  </a:lnTo>
                  <a:lnTo>
                    <a:pt x="12332" y="21600"/>
                  </a:lnTo>
                  <a:lnTo>
                    <a:pt x="12409" y="18000"/>
                  </a:lnTo>
                  <a:lnTo>
                    <a:pt x="12409" y="7200"/>
                  </a:lnTo>
                  <a:lnTo>
                    <a:pt x="12255" y="0"/>
                  </a:lnTo>
                  <a:lnTo>
                    <a:pt x="306" y="0"/>
                  </a:lnTo>
                  <a:lnTo>
                    <a:pt x="13098" y="0"/>
                  </a:lnTo>
                  <a:lnTo>
                    <a:pt x="12868" y="10800"/>
                  </a:lnTo>
                  <a:lnTo>
                    <a:pt x="12868" y="14400"/>
                  </a:lnTo>
                  <a:lnTo>
                    <a:pt x="13021" y="21600"/>
                  </a:lnTo>
                  <a:lnTo>
                    <a:pt x="13251" y="21600"/>
                  </a:lnTo>
                  <a:lnTo>
                    <a:pt x="13328" y="18000"/>
                  </a:lnTo>
                  <a:lnTo>
                    <a:pt x="13328" y="7200"/>
                  </a:lnTo>
                  <a:lnTo>
                    <a:pt x="13174" y="0"/>
                  </a:lnTo>
                  <a:lnTo>
                    <a:pt x="306" y="0"/>
                  </a:lnTo>
                  <a:lnTo>
                    <a:pt x="14017" y="0"/>
                  </a:lnTo>
                  <a:lnTo>
                    <a:pt x="13787" y="10800"/>
                  </a:lnTo>
                  <a:lnTo>
                    <a:pt x="13787" y="14400"/>
                  </a:lnTo>
                  <a:lnTo>
                    <a:pt x="13940" y="21600"/>
                  </a:lnTo>
                  <a:lnTo>
                    <a:pt x="14170" y="21600"/>
                  </a:lnTo>
                  <a:lnTo>
                    <a:pt x="14247" y="18000"/>
                  </a:lnTo>
                  <a:lnTo>
                    <a:pt x="14247" y="7200"/>
                  </a:lnTo>
                  <a:lnTo>
                    <a:pt x="14094" y="0"/>
                  </a:lnTo>
                  <a:lnTo>
                    <a:pt x="306" y="0"/>
                  </a:lnTo>
                  <a:lnTo>
                    <a:pt x="14936" y="0"/>
                  </a:lnTo>
                  <a:lnTo>
                    <a:pt x="14706" y="10800"/>
                  </a:lnTo>
                  <a:lnTo>
                    <a:pt x="14706" y="14400"/>
                  </a:lnTo>
                  <a:lnTo>
                    <a:pt x="14860" y="21600"/>
                  </a:lnTo>
                  <a:lnTo>
                    <a:pt x="15089" y="21600"/>
                  </a:lnTo>
                  <a:lnTo>
                    <a:pt x="15166" y="18000"/>
                  </a:lnTo>
                  <a:lnTo>
                    <a:pt x="15166" y="7200"/>
                  </a:lnTo>
                  <a:lnTo>
                    <a:pt x="15013" y="0"/>
                  </a:lnTo>
                  <a:lnTo>
                    <a:pt x="306" y="0"/>
                  </a:lnTo>
                  <a:lnTo>
                    <a:pt x="15855" y="0"/>
                  </a:lnTo>
                  <a:lnTo>
                    <a:pt x="15626" y="10800"/>
                  </a:lnTo>
                  <a:lnTo>
                    <a:pt x="15626" y="14400"/>
                  </a:lnTo>
                  <a:lnTo>
                    <a:pt x="15779" y="21600"/>
                  </a:lnTo>
                  <a:lnTo>
                    <a:pt x="16009" y="21600"/>
                  </a:lnTo>
                  <a:lnTo>
                    <a:pt x="16085" y="18000"/>
                  </a:lnTo>
                  <a:lnTo>
                    <a:pt x="16085" y="7200"/>
                  </a:lnTo>
                  <a:lnTo>
                    <a:pt x="15932" y="0"/>
                  </a:lnTo>
                  <a:lnTo>
                    <a:pt x="306" y="0"/>
                  </a:lnTo>
                  <a:lnTo>
                    <a:pt x="16774" y="0"/>
                  </a:lnTo>
                  <a:lnTo>
                    <a:pt x="16545" y="10800"/>
                  </a:lnTo>
                  <a:lnTo>
                    <a:pt x="16545" y="14400"/>
                  </a:lnTo>
                  <a:lnTo>
                    <a:pt x="16698" y="21600"/>
                  </a:lnTo>
                  <a:lnTo>
                    <a:pt x="16928" y="21600"/>
                  </a:lnTo>
                  <a:lnTo>
                    <a:pt x="17004" y="18000"/>
                  </a:lnTo>
                  <a:lnTo>
                    <a:pt x="17004" y="7200"/>
                  </a:lnTo>
                  <a:lnTo>
                    <a:pt x="16851" y="0"/>
                  </a:lnTo>
                  <a:lnTo>
                    <a:pt x="306" y="0"/>
                  </a:lnTo>
                  <a:lnTo>
                    <a:pt x="17694" y="0"/>
                  </a:lnTo>
                  <a:lnTo>
                    <a:pt x="17464" y="10800"/>
                  </a:lnTo>
                  <a:lnTo>
                    <a:pt x="17464" y="14400"/>
                  </a:lnTo>
                  <a:lnTo>
                    <a:pt x="17617" y="21600"/>
                  </a:lnTo>
                  <a:lnTo>
                    <a:pt x="17847" y="21600"/>
                  </a:lnTo>
                  <a:lnTo>
                    <a:pt x="17923" y="18000"/>
                  </a:lnTo>
                  <a:lnTo>
                    <a:pt x="17923" y="7200"/>
                  </a:lnTo>
                  <a:lnTo>
                    <a:pt x="17770" y="0"/>
                  </a:lnTo>
                  <a:lnTo>
                    <a:pt x="306" y="0"/>
                  </a:lnTo>
                  <a:lnTo>
                    <a:pt x="18613" y="0"/>
                  </a:lnTo>
                  <a:lnTo>
                    <a:pt x="18383" y="10800"/>
                  </a:lnTo>
                  <a:lnTo>
                    <a:pt x="18383" y="14400"/>
                  </a:lnTo>
                  <a:lnTo>
                    <a:pt x="18536" y="21600"/>
                  </a:lnTo>
                  <a:lnTo>
                    <a:pt x="18766" y="21600"/>
                  </a:lnTo>
                  <a:lnTo>
                    <a:pt x="18843" y="18000"/>
                  </a:lnTo>
                  <a:lnTo>
                    <a:pt x="18843" y="7200"/>
                  </a:lnTo>
                  <a:lnTo>
                    <a:pt x="18689" y="0"/>
                  </a:lnTo>
                  <a:lnTo>
                    <a:pt x="306" y="0"/>
                  </a:lnTo>
                  <a:lnTo>
                    <a:pt x="19532" y="0"/>
                  </a:lnTo>
                  <a:lnTo>
                    <a:pt x="19302" y="10800"/>
                  </a:lnTo>
                  <a:lnTo>
                    <a:pt x="19302" y="14400"/>
                  </a:lnTo>
                  <a:lnTo>
                    <a:pt x="19455" y="21600"/>
                  </a:lnTo>
                  <a:lnTo>
                    <a:pt x="19685" y="21600"/>
                  </a:lnTo>
                  <a:lnTo>
                    <a:pt x="19762" y="18000"/>
                  </a:lnTo>
                  <a:lnTo>
                    <a:pt x="19762" y="7200"/>
                  </a:lnTo>
                  <a:lnTo>
                    <a:pt x="19609" y="0"/>
                  </a:lnTo>
                  <a:lnTo>
                    <a:pt x="306" y="0"/>
                  </a:lnTo>
                  <a:lnTo>
                    <a:pt x="20451" y="0"/>
                  </a:lnTo>
                  <a:lnTo>
                    <a:pt x="20221" y="10800"/>
                  </a:lnTo>
                  <a:lnTo>
                    <a:pt x="20221" y="14400"/>
                  </a:lnTo>
                  <a:lnTo>
                    <a:pt x="20374" y="21600"/>
                  </a:lnTo>
                  <a:lnTo>
                    <a:pt x="20604" y="21600"/>
                  </a:lnTo>
                  <a:lnTo>
                    <a:pt x="20681" y="18000"/>
                  </a:lnTo>
                  <a:lnTo>
                    <a:pt x="20681" y="7200"/>
                  </a:lnTo>
                  <a:lnTo>
                    <a:pt x="20528" y="0"/>
                  </a:lnTo>
                  <a:lnTo>
                    <a:pt x="306" y="0"/>
                  </a:lnTo>
                  <a:lnTo>
                    <a:pt x="21370" y="0"/>
                  </a:lnTo>
                  <a:lnTo>
                    <a:pt x="21140" y="10800"/>
                  </a:lnTo>
                  <a:lnTo>
                    <a:pt x="21140" y="14400"/>
                  </a:lnTo>
                  <a:lnTo>
                    <a:pt x="21294" y="21600"/>
                  </a:lnTo>
                  <a:lnTo>
                    <a:pt x="21523" y="21600"/>
                  </a:lnTo>
                  <a:lnTo>
                    <a:pt x="21600" y="18000"/>
                  </a:lnTo>
                  <a:lnTo>
                    <a:pt x="21600" y="7200"/>
                  </a:lnTo>
                  <a:lnTo>
                    <a:pt x="21447" y="0"/>
                  </a:lnTo>
                  <a:lnTo>
                    <a:pt x="30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13" name="Freeform 94"/>
            <p:cNvSpPr/>
            <p:nvPr/>
          </p:nvSpPr>
          <p:spPr>
            <a:xfrm>
              <a:off x="3122612" y="4187825"/>
              <a:ext cx="447676"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6" y="0"/>
                  </a:moveTo>
                  <a:lnTo>
                    <a:pt x="230" y="0"/>
                  </a:lnTo>
                  <a:lnTo>
                    <a:pt x="0" y="10800"/>
                  </a:lnTo>
                  <a:lnTo>
                    <a:pt x="0" y="14400"/>
                  </a:lnTo>
                  <a:lnTo>
                    <a:pt x="153" y="21600"/>
                  </a:lnTo>
                  <a:lnTo>
                    <a:pt x="383" y="21600"/>
                  </a:lnTo>
                  <a:lnTo>
                    <a:pt x="460" y="18000"/>
                  </a:lnTo>
                  <a:lnTo>
                    <a:pt x="460" y="7200"/>
                  </a:lnTo>
                  <a:lnTo>
                    <a:pt x="306" y="0"/>
                  </a:lnTo>
                  <a:lnTo>
                    <a:pt x="1149" y="0"/>
                  </a:lnTo>
                  <a:lnTo>
                    <a:pt x="919" y="10800"/>
                  </a:lnTo>
                  <a:lnTo>
                    <a:pt x="919" y="14400"/>
                  </a:lnTo>
                  <a:lnTo>
                    <a:pt x="1072" y="21600"/>
                  </a:lnTo>
                  <a:lnTo>
                    <a:pt x="1302" y="21600"/>
                  </a:lnTo>
                  <a:lnTo>
                    <a:pt x="1379" y="18000"/>
                  </a:lnTo>
                  <a:lnTo>
                    <a:pt x="1379" y="7200"/>
                  </a:lnTo>
                  <a:lnTo>
                    <a:pt x="1226" y="0"/>
                  </a:lnTo>
                  <a:lnTo>
                    <a:pt x="306" y="0"/>
                  </a:lnTo>
                  <a:lnTo>
                    <a:pt x="2068" y="0"/>
                  </a:lnTo>
                  <a:lnTo>
                    <a:pt x="1838" y="10800"/>
                  </a:lnTo>
                  <a:lnTo>
                    <a:pt x="1838" y="14400"/>
                  </a:lnTo>
                  <a:lnTo>
                    <a:pt x="1991" y="21600"/>
                  </a:lnTo>
                  <a:lnTo>
                    <a:pt x="2221" y="21600"/>
                  </a:lnTo>
                  <a:lnTo>
                    <a:pt x="2298" y="18000"/>
                  </a:lnTo>
                  <a:lnTo>
                    <a:pt x="2298" y="7200"/>
                  </a:lnTo>
                  <a:lnTo>
                    <a:pt x="2145" y="0"/>
                  </a:lnTo>
                  <a:lnTo>
                    <a:pt x="306" y="0"/>
                  </a:lnTo>
                  <a:lnTo>
                    <a:pt x="2987" y="0"/>
                  </a:lnTo>
                  <a:lnTo>
                    <a:pt x="2757" y="10800"/>
                  </a:lnTo>
                  <a:lnTo>
                    <a:pt x="2757" y="14400"/>
                  </a:lnTo>
                  <a:lnTo>
                    <a:pt x="2911" y="21600"/>
                  </a:lnTo>
                  <a:lnTo>
                    <a:pt x="3140" y="21600"/>
                  </a:lnTo>
                  <a:lnTo>
                    <a:pt x="3217" y="18000"/>
                  </a:lnTo>
                  <a:lnTo>
                    <a:pt x="3217" y="7200"/>
                  </a:lnTo>
                  <a:lnTo>
                    <a:pt x="3064" y="0"/>
                  </a:lnTo>
                  <a:lnTo>
                    <a:pt x="306" y="0"/>
                  </a:lnTo>
                  <a:lnTo>
                    <a:pt x="3906" y="0"/>
                  </a:lnTo>
                  <a:lnTo>
                    <a:pt x="3677" y="10800"/>
                  </a:lnTo>
                  <a:lnTo>
                    <a:pt x="3677" y="14400"/>
                  </a:lnTo>
                  <a:lnTo>
                    <a:pt x="3830" y="21600"/>
                  </a:lnTo>
                  <a:lnTo>
                    <a:pt x="4060" y="21600"/>
                  </a:lnTo>
                  <a:lnTo>
                    <a:pt x="4136" y="18000"/>
                  </a:lnTo>
                  <a:lnTo>
                    <a:pt x="4136" y="7200"/>
                  </a:lnTo>
                  <a:lnTo>
                    <a:pt x="3983" y="0"/>
                  </a:lnTo>
                  <a:lnTo>
                    <a:pt x="306" y="0"/>
                  </a:lnTo>
                  <a:lnTo>
                    <a:pt x="4826" y="0"/>
                  </a:lnTo>
                  <a:lnTo>
                    <a:pt x="4596" y="10800"/>
                  </a:lnTo>
                  <a:lnTo>
                    <a:pt x="4596" y="14400"/>
                  </a:lnTo>
                  <a:lnTo>
                    <a:pt x="4749" y="21600"/>
                  </a:lnTo>
                  <a:lnTo>
                    <a:pt x="4979" y="21600"/>
                  </a:lnTo>
                  <a:lnTo>
                    <a:pt x="5055" y="18000"/>
                  </a:lnTo>
                  <a:lnTo>
                    <a:pt x="5055" y="7200"/>
                  </a:lnTo>
                  <a:lnTo>
                    <a:pt x="4902" y="0"/>
                  </a:lnTo>
                  <a:lnTo>
                    <a:pt x="306" y="0"/>
                  </a:lnTo>
                  <a:lnTo>
                    <a:pt x="5745" y="0"/>
                  </a:lnTo>
                  <a:lnTo>
                    <a:pt x="5515" y="10800"/>
                  </a:lnTo>
                  <a:lnTo>
                    <a:pt x="5515" y="14400"/>
                  </a:lnTo>
                  <a:lnTo>
                    <a:pt x="5668" y="21600"/>
                  </a:lnTo>
                  <a:lnTo>
                    <a:pt x="5898" y="21600"/>
                  </a:lnTo>
                  <a:lnTo>
                    <a:pt x="5974" y="18000"/>
                  </a:lnTo>
                  <a:lnTo>
                    <a:pt x="5974" y="7200"/>
                  </a:lnTo>
                  <a:lnTo>
                    <a:pt x="5821" y="0"/>
                  </a:lnTo>
                  <a:lnTo>
                    <a:pt x="306" y="0"/>
                  </a:lnTo>
                  <a:lnTo>
                    <a:pt x="6664" y="0"/>
                  </a:lnTo>
                  <a:lnTo>
                    <a:pt x="6434" y="10800"/>
                  </a:lnTo>
                  <a:lnTo>
                    <a:pt x="6434" y="14400"/>
                  </a:lnTo>
                  <a:lnTo>
                    <a:pt x="6587" y="21600"/>
                  </a:lnTo>
                  <a:lnTo>
                    <a:pt x="6817" y="21600"/>
                  </a:lnTo>
                  <a:lnTo>
                    <a:pt x="6894" y="18000"/>
                  </a:lnTo>
                  <a:lnTo>
                    <a:pt x="6894" y="7200"/>
                  </a:lnTo>
                  <a:lnTo>
                    <a:pt x="6740" y="0"/>
                  </a:lnTo>
                  <a:lnTo>
                    <a:pt x="306" y="0"/>
                  </a:lnTo>
                  <a:lnTo>
                    <a:pt x="7583" y="0"/>
                  </a:lnTo>
                  <a:lnTo>
                    <a:pt x="7353" y="10800"/>
                  </a:lnTo>
                  <a:lnTo>
                    <a:pt x="7353" y="14400"/>
                  </a:lnTo>
                  <a:lnTo>
                    <a:pt x="7506" y="21600"/>
                  </a:lnTo>
                  <a:lnTo>
                    <a:pt x="7736" y="21600"/>
                  </a:lnTo>
                  <a:lnTo>
                    <a:pt x="7813" y="18000"/>
                  </a:lnTo>
                  <a:lnTo>
                    <a:pt x="7813" y="7200"/>
                  </a:lnTo>
                  <a:lnTo>
                    <a:pt x="7660" y="0"/>
                  </a:lnTo>
                  <a:lnTo>
                    <a:pt x="306" y="0"/>
                  </a:lnTo>
                  <a:lnTo>
                    <a:pt x="8502" y="0"/>
                  </a:lnTo>
                  <a:lnTo>
                    <a:pt x="8272" y="10800"/>
                  </a:lnTo>
                  <a:lnTo>
                    <a:pt x="8272" y="14400"/>
                  </a:lnTo>
                  <a:lnTo>
                    <a:pt x="8426" y="21600"/>
                  </a:lnTo>
                  <a:lnTo>
                    <a:pt x="8655" y="21600"/>
                  </a:lnTo>
                  <a:lnTo>
                    <a:pt x="8732" y="18000"/>
                  </a:lnTo>
                  <a:lnTo>
                    <a:pt x="8732" y="7200"/>
                  </a:lnTo>
                  <a:lnTo>
                    <a:pt x="8579" y="0"/>
                  </a:lnTo>
                  <a:lnTo>
                    <a:pt x="306" y="0"/>
                  </a:lnTo>
                  <a:lnTo>
                    <a:pt x="9421" y="0"/>
                  </a:lnTo>
                  <a:lnTo>
                    <a:pt x="9191" y="10800"/>
                  </a:lnTo>
                  <a:lnTo>
                    <a:pt x="9191" y="14400"/>
                  </a:lnTo>
                  <a:lnTo>
                    <a:pt x="9345" y="21600"/>
                  </a:lnTo>
                  <a:lnTo>
                    <a:pt x="9574" y="21600"/>
                  </a:lnTo>
                  <a:lnTo>
                    <a:pt x="9651" y="18000"/>
                  </a:lnTo>
                  <a:lnTo>
                    <a:pt x="9651" y="7200"/>
                  </a:lnTo>
                  <a:lnTo>
                    <a:pt x="9498" y="0"/>
                  </a:lnTo>
                  <a:lnTo>
                    <a:pt x="306" y="0"/>
                  </a:lnTo>
                  <a:lnTo>
                    <a:pt x="10340" y="0"/>
                  </a:lnTo>
                  <a:lnTo>
                    <a:pt x="10111" y="10800"/>
                  </a:lnTo>
                  <a:lnTo>
                    <a:pt x="10111" y="14400"/>
                  </a:lnTo>
                  <a:lnTo>
                    <a:pt x="10264" y="21600"/>
                  </a:lnTo>
                  <a:lnTo>
                    <a:pt x="10494" y="21600"/>
                  </a:lnTo>
                  <a:lnTo>
                    <a:pt x="10570" y="18000"/>
                  </a:lnTo>
                  <a:lnTo>
                    <a:pt x="10570" y="7200"/>
                  </a:lnTo>
                  <a:lnTo>
                    <a:pt x="10417" y="0"/>
                  </a:lnTo>
                  <a:lnTo>
                    <a:pt x="306" y="0"/>
                  </a:lnTo>
                  <a:lnTo>
                    <a:pt x="11260" y="0"/>
                  </a:lnTo>
                  <a:lnTo>
                    <a:pt x="11030" y="10800"/>
                  </a:lnTo>
                  <a:lnTo>
                    <a:pt x="11030" y="14400"/>
                  </a:lnTo>
                  <a:lnTo>
                    <a:pt x="11183" y="21600"/>
                  </a:lnTo>
                  <a:lnTo>
                    <a:pt x="11413" y="21600"/>
                  </a:lnTo>
                  <a:lnTo>
                    <a:pt x="11489" y="18000"/>
                  </a:lnTo>
                  <a:lnTo>
                    <a:pt x="11489" y="7200"/>
                  </a:lnTo>
                  <a:lnTo>
                    <a:pt x="11336" y="0"/>
                  </a:lnTo>
                  <a:lnTo>
                    <a:pt x="306" y="0"/>
                  </a:lnTo>
                  <a:lnTo>
                    <a:pt x="12179" y="0"/>
                  </a:lnTo>
                  <a:lnTo>
                    <a:pt x="11949" y="10800"/>
                  </a:lnTo>
                  <a:lnTo>
                    <a:pt x="11949" y="14400"/>
                  </a:lnTo>
                  <a:lnTo>
                    <a:pt x="12102" y="21600"/>
                  </a:lnTo>
                  <a:lnTo>
                    <a:pt x="12332" y="21600"/>
                  </a:lnTo>
                  <a:lnTo>
                    <a:pt x="12409" y="18000"/>
                  </a:lnTo>
                  <a:lnTo>
                    <a:pt x="12409" y="7200"/>
                  </a:lnTo>
                  <a:lnTo>
                    <a:pt x="12255" y="0"/>
                  </a:lnTo>
                  <a:lnTo>
                    <a:pt x="306" y="0"/>
                  </a:lnTo>
                  <a:lnTo>
                    <a:pt x="13098" y="0"/>
                  </a:lnTo>
                  <a:lnTo>
                    <a:pt x="12868" y="10800"/>
                  </a:lnTo>
                  <a:lnTo>
                    <a:pt x="12868" y="14400"/>
                  </a:lnTo>
                  <a:lnTo>
                    <a:pt x="13021" y="21600"/>
                  </a:lnTo>
                  <a:lnTo>
                    <a:pt x="13251" y="21600"/>
                  </a:lnTo>
                  <a:lnTo>
                    <a:pt x="13328" y="18000"/>
                  </a:lnTo>
                  <a:lnTo>
                    <a:pt x="13328" y="7200"/>
                  </a:lnTo>
                  <a:lnTo>
                    <a:pt x="13174" y="0"/>
                  </a:lnTo>
                  <a:lnTo>
                    <a:pt x="306" y="0"/>
                  </a:lnTo>
                  <a:lnTo>
                    <a:pt x="14017" y="0"/>
                  </a:lnTo>
                  <a:lnTo>
                    <a:pt x="13787" y="10800"/>
                  </a:lnTo>
                  <a:lnTo>
                    <a:pt x="13787" y="14400"/>
                  </a:lnTo>
                  <a:lnTo>
                    <a:pt x="13940" y="21600"/>
                  </a:lnTo>
                  <a:lnTo>
                    <a:pt x="14170" y="21600"/>
                  </a:lnTo>
                  <a:lnTo>
                    <a:pt x="14247" y="18000"/>
                  </a:lnTo>
                  <a:lnTo>
                    <a:pt x="14247" y="7200"/>
                  </a:lnTo>
                  <a:lnTo>
                    <a:pt x="14094" y="0"/>
                  </a:lnTo>
                  <a:lnTo>
                    <a:pt x="306" y="0"/>
                  </a:lnTo>
                  <a:lnTo>
                    <a:pt x="14936" y="0"/>
                  </a:lnTo>
                  <a:lnTo>
                    <a:pt x="14706" y="10800"/>
                  </a:lnTo>
                  <a:lnTo>
                    <a:pt x="14706" y="14400"/>
                  </a:lnTo>
                  <a:lnTo>
                    <a:pt x="14860" y="21600"/>
                  </a:lnTo>
                  <a:lnTo>
                    <a:pt x="15089" y="21600"/>
                  </a:lnTo>
                  <a:lnTo>
                    <a:pt x="15166" y="18000"/>
                  </a:lnTo>
                  <a:lnTo>
                    <a:pt x="15166" y="7200"/>
                  </a:lnTo>
                  <a:lnTo>
                    <a:pt x="15013" y="0"/>
                  </a:lnTo>
                  <a:lnTo>
                    <a:pt x="306" y="0"/>
                  </a:lnTo>
                  <a:lnTo>
                    <a:pt x="15855" y="0"/>
                  </a:lnTo>
                  <a:lnTo>
                    <a:pt x="15626" y="10800"/>
                  </a:lnTo>
                  <a:lnTo>
                    <a:pt x="15626" y="14400"/>
                  </a:lnTo>
                  <a:lnTo>
                    <a:pt x="15779" y="21600"/>
                  </a:lnTo>
                  <a:lnTo>
                    <a:pt x="16009" y="21600"/>
                  </a:lnTo>
                  <a:lnTo>
                    <a:pt x="16085" y="18000"/>
                  </a:lnTo>
                  <a:lnTo>
                    <a:pt x="16085" y="7200"/>
                  </a:lnTo>
                  <a:lnTo>
                    <a:pt x="15932" y="0"/>
                  </a:lnTo>
                  <a:lnTo>
                    <a:pt x="306" y="0"/>
                  </a:lnTo>
                  <a:lnTo>
                    <a:pt x="16774" y="0"/>
                  </a:lnTo>
                  <a:lnTo>
                    <a:pt x="16545" y="10800"/>
                  </a:lnTo>
                  <a:lnTo>
                    <a:pt x="16545" y="14400"/>
                  </a:lnTo>
                  <a:lnTo>
                    <a:pt x="16698" y="21600"/>
                  </a:lnTo>
                  <a:lnTo>
                    <a:pt x="16928" y="21600"/>
                  </a:lnTo>
                  <a:lnTo>
                    <a:pt x="17004" y="18000"/>
                  </a:lnTo>
                  <a:lnTo>
                    <a:pt x="17004" y="7200"/>
                  </a:lnTo>
                  <a:lnTo>
                    <a:pt x="16851" y="0"/>
                  </a:lnTo>
                  <a:lnTo>
                    <a:pt x="306" y="0"/>
                  </a:lnTo>
                  <a:lnTo>
                    <a:pt x="17694" y="0"/>
                  </a:lnTo>
                  <a:lnTo>
                    <a:pt x="17464" y="10800"/>
                  </a:lnTo>
                  <a:lnTo>
                    <a:pt x="17464" y="14400"/>
                  </a:lnTo>
                  <a:lnTo>
                    <a:pt x="17617" y="21600"/>
                  </a:lnTo>
                  <a:lnTo>
                    <a:pt x="17847" y="21600"/>
                  </a:lnTo>
                  <a:lnTo>
                    <a:pt x="17923" y="18000"/>
                  </a:lnTo>
                  <a:lnTo>
                    <a:pt x="17923" y="7200"/>
                  </a:lnTo>
                  <a:lnTo>
                    <a:pt x="17770" y="0"/>
                  </a:lnTo>
                  <a:lnTo>
                    <a:pt x="306" y="0"/>
                  </a:lnTo>
                  <a:lnTo>
                    <a:pt x="18613" y="0"/>
                  </a:lnTo>
                  <a:lnTo>
                    <a:pt x="18383" y="10800"/>
                  </a:lnTo>
                  <a:lnTo>
                    <a:pt x="18383" y="14400"/>
                  </a:lnTo>
                  <a:lnTo>
                    <a:pt x="18536" y="21600"/>
                  </a:lnTo>
                  <a:lnTo>
                    <a:pt x="18766" y="21600"/>
                  </a:lnTo>
                  <a:lnTo>
                    <a:pt x="18843" y="18000"/>
                  </a:lnTo>
                  <a:lnTo>
                    <a:pt x="18843" y="7200"/>
                  </a:lnTo>
                  <a:lnTo>
                    <a:pt x="18689" y="0"/>
                  </a:lnTo>
                  <a:lnTo>
                    <a:pt x="306" y="0"/>
                  </a:lnTo>
                  <a:lnTo>
                    <a:pt x="19532" y="0"/>
                  </a:lnTo>
                  <a:lnTo>
                    <a:pt x="19302" y="10800"/>
                  </a:lnTo>
                  <a:lnTo>
                    <a:pt x="19302" y="14400"/>
                  </a:lnTo>
                  <a:lnTo>
                    <a:pt x="19455" y="21600"/>
                  </a:lnTo>
                  <a:lnTo>
                    <a:pt x="19685" y="21600"/>
                  </a:lnTo>
                  <a:lnTo>
                    <a:pt x="19762" y="18000"/>
                  </a:lnTo>
                  <a:lnTo>
                    <a:pt x="19762" y="7200"/>
                  </a:lnTo>
                  <a:lnTo>
                    <a:pt x="19609" y="0"/>
                  </a:lnTo>
                  <a:lnTo>
                    <a:pt x="306" y="0"/>
                  </a:lnTo>
                  <a:lnTo>
                    <a:pt x="20451" y="0"/>
                  </a:lnTo>
                  <a:lnTo>
                    <a:pt x="20221" y="10800"/>
                  </a:lnTo>
                  <a:lnTo>
                    <a:pt x="20221" y="14400"/>
                  </a:lnTo>
                  <a:lnTo>
                    <a:pt x="20374" y="21600"/>
                  </a:lnTo>
                  <a:lnTo>
                    <a:pt x="20604" y="21600"/>
                  </a:lnTo>
                  <a:lnTo>
                    <a:pt x="20681" y="18000"/>
                  </a:lnTo>
                  <a:lnTo>
                    <a:pt x="20681" y="7200"/>
                  </a:lnTo>
                  <a:lnTo>
                    <a:pt x="20528" y="0"/>
                  </a:lnTo>
                  <a:lnTo>
                    <a:pt x="306" y="0"/>
                  </a:lnTo>
                  <a:lnTo>
                    <a:pt x="21370" y="0"/>
                  </a:lnTo>
                  <a:lnTo>
                    <a:pt x="21140" y="10800"/>
                  </a:lnTo>
                  <a:lnTo>
                    <a:pt x="21140" y="14400"/>
                  </a:lnTo>
                  <a:lnTo>
                    <a:pt x="21294" y="21600"/>
                  </a:lnTo>
                  <a:lnTo>
                    <a:pt x="21523" y="21600"/>
                  </a:lnTo>
                  <a:lnTo>
                    <a:pt x="21600" y="18000"/>
                  </a:lnTo>
                  <a:lnTo>
                    <a:pt x="21600" y="7200"/>
                  </a:lnTo>
                  <a:lnTo>
                    <a:pt x="21447" y="0"/>
                  </a:lnTo>
                  <a:lnTo>
                    <a:pt x="30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14" name="Rectangle 95"/>
            <p:cNvSpPr txBox="1"/>
            <p:nvPr/>
          </p:nvSpPr>
          <p:spPr>
            <a:xfrm>
              <a:off x="95250" y="50799"/>
              <a:ext cx="1013123"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Host A</a:t>
              </a:r>
            </a:p>
          </p:txBody>
        </p:sp>
        <p:sp>
          <p:nvSpPr>
            <p:cNvPr id="1215" name="Rectangle 96"/>
            <p:cNvSpPr txBox="1"/>
            <p:nvPr/>
          </p:nvSpPr>
          <p:spPr>
            <a:xfrm>
              <a:off x="95249" y="3255962"/>
              <a:ext cx="982317"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Host B</a:t>
              </a:r>
            </a:p>
          </p:txBody>
        </p:sp>
        <p:sp>
          <p:nvSpPr>
            <p:cNvPr id="1216" name="Rectangle 97"/>
            <p:cNvSpPr/>
            <p:nvPr/>
          </p:nvSpPr>
          <p:spPr>
            <a:xfrm>
              <a:off x="1150937" y="1608137"/>
              <a:ext cx="1209676" cy="3714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17" name="Rectangle 98"/>
            <p:cNvSpPr/>
            <p:nvPr/>
          </p:nvSpPr>
          <p:spPr>
            <a:xfrm>
              <a:off x="1146175" y="1603375"/>
              <a:ext cx="1219200" cy="381000"/>
            </a:xfrm>
            <a:prstGeom prst="rect">
              <a:avLst/>
            </a:prstGeom>
            <a:noFill/>
            <a:ln w="9525"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18" name="Rectangle 99"/>
            <p:cNvSpPr txBox="1"/>
            <p:nvPr/>
          </p:nvSpPr>
          <p:spPr>
            <a:xfrm rot="5400000">
              <a:off x="2046101" y="801997"/>
              <a:ext cx="4910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80</a:t>
              </a:r>
            </a:p>
          </p:txBody>
        </p:sp>
        <p:sp>
          <p:nvSpPr>
            <p:cNvPr id="1219" name="Freeform 100"/>
            <p:cNvSpPr/>
            <p:nvPr/>
          </p:nvSpPr>
          <p:spPr>
            <a:xfrm>
              <a:off x="1827212" y="7556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0" name="Rectangle 101"/>
            <p:cNvSpPr/>
            <p:nvPr/>
          </p:nvSpPr>
          <p:spPr>
            <a:xfrm>
              <a:off x="2446337" y="2903537"/>
              <a:ext cx="1209676" cy="3714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1" name="Rectangle 102"/>
            <p:cNvSpPr/>
            <p:nvPr/>
          </p:nvSpPr>
          <p:spPr>
            <a:xfrm>
              <a:off x="2441575" y="2898775"/>
              <a:ext cx="1219200" cy="381000"/>
            </a:xfrm>
            <a:prstGeom prst="rect">
              <a:avLst/>
            </a:prstGeom>
            <a:noFill/>
            <a:ln w="9525"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2" name="Freeform 103"/>
            <p:cNvSpPr/>
            <p:nvPr/>
          </p:nvSpPr>
          <p:spPr>
            <a:xfrm>
              <a:off x="1141412" y="1979612"/>
              <a:ext cx="1225551" cy="868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0" y="39"/>
                  </a:moveTo>
                  <a:lnTo>
                    <a:pt x="112" y="0"/>
                  </a:lnTo>
                  <a:lnTo>
                    <a:pt x="84" y="0"/>
                  </a:lnTo>
                  <a:lnTo>
                    <a:pt x="0" y="118"/>
                  </a:lnTo>
                  <a:lnTo>
                    <a:pt x="0" y="158"/>
                  </a:lnTo>
                  <a:lnTo>
                    <a:pt x="56" y="237"/>
                  </a:lnTo>
                  <a:lnTo>
                    <a:pt x="21488" y="21600"/>
                  </a:lnTo>
                  <a:lnTo>
                    <a:pt x="21572" y="21600"/>
                  </a:lnTo>
                  <a:lnTo>
                    <a:pt x="21600" y="21561"/>
                  </a:lnTo>
                  <a:lnTo>
                    <a:pt x="21600" y="21442"/>
                  </a:lnTo>
                  <a:lnTo>
                    <a:pt x="21572" y="21403"/>
                  </a:lnTo>
                  <a:lnTo>
                    <a:pt x="140" y="3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3" name="Freeform 104"/>
            <p:cNvSpPr/>
            <p:nvPr/>
          </p:nvSpPr>
          <p:spPr>
            <a:xfrm>
              <a:off x="2332037" y="2800350"/>
              <a:ext cx="109538" cy="98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116"/>
                  </a:moveTo>
                  <a:lnTo>
                    <a:pt x="21600" y="21600"/>
                  </a:lnTo>
                  <a:lnTo>
                    <a:pt x="11270" y="0"/>
                  </a:lnTo>
                  <a:lnTo>
                    <a:pt x="0" y="18116"/>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4" name="Freeform 105"/>
            <p:cNvSpPr/>
            <p:nvPr/>
          </p:nvSpPr>
          <p:spPr>
            <a:xfrm>
              <a:off x="2360612" y="1979612"/>
              <a:ext cx="1225551" cy="868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0" y="39"/>
                  </a:moveTo>
                  <a:lnTo>
                    <a:pt x="112" y="0"/>
                  </a:lnTo>
                  <a:lnTo>
                    <a:pt x="84" y="0"/>
                  </a:lnTo>
                  <a:lnTo>
                    <a:pt x="0" y="118"/>
                  </a:lnTo>
                  <a:lnTo>
                    <a:pt x="0" y="158"/>
                  </a:lnTo>
                  <a:lnTo>
                    <a:pt x="56" y="237"/>
                  </a:lnTo>
                  <a:lnTo>
                    <a:pt x="21488" y="21600"/>
                  </a:lnTo>
                  <a:lnTo>
                    <a:pt x="21572" y="21600"/>
                  </a:lnTo>
                  <a:lnTo>
                    <a:pt x="21600" y="21561"/>
                  </a:lnTo>
                  <a:lnTo>
                    <a:pt x="21600" y="21442"/>
                  </a:lnTo>
                  <a:lnTo>
                    <a:pt x="21572" y="21403"/>
                  </a:lnTo>
                  <a:lnTo>
                    <a:pt x="140" y="3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5" name="Freeform 106"/>
            <p:cNvSpPr/>
            <p:nvPr/>
          </p:nvSpPr>
          <p:spPr>
            <a:xfrm>
              <a:off x="3551237" y="2800350"/>
              <a:ext cx="109538" cy="98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116"/>
                  </a:moveTo>
                  <a:lnTo>
                    <a:pt x="21600" y="21600"/>
                  </a:lnTo>
                  <a:lnTo>
                    <a:pt x="11270" y="0"/>
                  </a:lnTo>
                  <a:lnTo>
                    <a:pt x="0" y="18116"/>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6" name="Freeform 107"/>
            <p:cNvSpPr/>
            <p:nvPr/>
          </p:nvSpPr>
          <p:spPr>
            <a:xfrm>
              <a:off x="1216025" y="11414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7" name="Freeform 108"/>
            <p:cNvSpPr/>
            <p:nvPr/>
          </p:nvSpPr>
          <p:spPr>
            <a:xfrm>
              <a:off x="1173162" y="15033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8" name="Freeform 109"/>
            <p:cNvSpPr/>
            <p:nvPr/>
          </p:nvSpPr>
          <p:spPr>
            <a:xfrm>
              <a:off x="1368425" y="11414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29" name="Freeform 110"/>
            <p:cNvSpPr/>
            <p:nvPr/>
          </p:nvSpPr>
          <p:spPr>
            <a:xfrm>
              <a:off x="1325562" y="15033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0" name="Freeform 111"/>
            <p:cNvSpPr/>
            <p:nvPr/>
          </p:nvSpPr>
          <p:spPr>
            <a:xfrm>
              <a:off x="1520825" y="11414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1" name="Freeform 112"/>
            <p:cNvSpPr/>
            <p:nvPr/>
          </p:nvSpPr>
          <p:spPr>
            <a:xfrm>
              <a:off x="1477962" y="15033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2" name="Freeform 113"/>
            <p:cNvSpPr/>
            <p:nvPr/>
          </p:nvSpPr>
          <p:spPr>
            <a:xfrm>
              <a:off x="1673225" y="11414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3" name="Freeform 114"/>
            <p:cNvSpPr/>
            <p:nvPr/>
          </p:nvSpPr>
          <p:spPr>
            <a:xfrm>
              <a:off x="1630362" y="15033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4" name="Freeform 115"/>
            <p:cNvSpPr/>
            <p:nvPr/>
          </p:nvSpPr>
          <p:spPr>
            <a:xfrm>
              <a:off x="2282825" y="11414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5" name="Freeform 116"/>
            <p:cNvSpPr/>
            <p:nvPr/>
          </p:nvSpPr>
          <p:spPr>
            <a:xfrm>
              <a:off x="2239962" y="15033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6" name="Freeform 117"/>
            <p:cNvSpPr/>
            <p:nvPr/>
          </p:nvSpPr>
          <p:spPr>
            <a:xfrm>
              <a:off x="1827212" y="13652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7" name="Freeform 118"/>
            <p:cNvSpPr/>
            <p:nvPr/>
          </p:nvSpPr>
          <p:spPr>
            <a:xfrm>
              <a:off x="2511425" y="32750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8" name="Freeform 119"/>
            <p:cNvSpPr/>
            <p:nvPr/>
          </p:nvSpPr>
          <p:spPr>
            <a:xfrm>
              <a:off x="2468562" y="36369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39" name="Freeform 120"/>
            <p:cNvSpPr/>
            <p:nvPr/>
          </p:nvSpPr>
          <p:spPr>
            <a:xfrm>
              <a:off x="2663825" y="32750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0" name="Freeform 121"/>
            <p:cNvSpPr/>
            <p:nvPr/>
          </p:nvSpPr>
          <p:spPr>
            <a:xfrm>
              <a:off x="2620962" y="36369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1" name="Freeform 122"/>
            <p:cNvSpPr/>
            <p:nvPr/>
          </p:nvSpPr>
          <p:spPr>
            <a:xfrm>
              <a:off x="2816225" y="32750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2" name="Freeform 123"/>
            <p:cNvSpPr/>
            <p:nvPr/>
          </p:nvSpPr>
          <p:spPr>
            <a:xfrm>
              <a:off x="2773362" y="36369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3" name="Freeform 124"/>
            <p:cNvSpPr/>
            <p:nvPr/>
          </p:nvSpPr>
          <p:spPr>
            <a:xfrm>
              <a:off x="2968625" y="32750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4" name="Freeform 125"/>
            <p:cNvSpPr/>
            <p:nvPr/>
          </p:nvSpPr>
          <p:spPr>
            <a:xfrm>
              <a:off x="2925762" y="36369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5" name="Freeform 126"/>
            <p:cNvSpPr/>
            <p:nvPr/>
          </p:nvSpPr>
          <p:spPr>
            <a:xfrm>
              <a:off x="3578225" y="3275012"/>
              <a:ext cx="12700" cy="36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2"/>
                  </a:moveTo>
                  <a:lnTo>
                    <a:pt x="21600" y="186"/>
                  </a:lnTo>
                  <a:lnTo>
                    <a:pt x="14400" y="0"/>
                  </a:lnTo>
                  <a:lnTo>
                    <a:pt x="10800" y="0"/>
                  </a:lnTo>
                  <a:lnTo>
                    <a:pt x="0" y="279"/>
                  </a:lnTo>
                  <a:lnTo>
                    <a:pt x="0" y="21414"/>
                  </a:lnTo>
                  <a:lnTo>
                    <a:pt x="7200" y="21600"/>
                  </a:lnTo>
                  <a:lnTo>
                    <a:pt x="18000" y="21600"/>
                  </a:lnTo>
                  <a:lnTo>
                    <a:pt x="21600" y="21507"/>
                  </a:lnTo>
                  <a:lnTo>
                    <a:pt x="21600" y="37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6" name="Freeform 127"/>
            <p:cNvSpPr/>
            <p:nvPr/>
          </p:nvSpPr>
          <p:spPr>
            <a:xfrm>
              <a:off x="3535362" y="3636962"/>
              <a:ext cx="100013" cy="100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9"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7" name="Freeform 128"/>
            <p:cNvSpPr/>
            <p:nvPr/>
          </p:nvSpPr>
          <p:spPr>
            <a:xfrm>
              <a:off x="3122612" y="3498850"/>
              <a:ext cx="314326" cy="14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36" y="0"/>
                  </a:moveTo>
                  <a:lnTo>
                    <a:pt x="327" y="0"/>
                  </a:lnTo>
                  <a:lnTo>
                    <a:pt x="0" y="7200"/>
                  </a:lnTo>
                  <a:lnTo>
                    <a:pt x="0" y="9600"/>
                  </a:lnTo>
                  <a:lnTo>
                    <a:pt x="218" y="14400"/>
                  </a:lnTo>
                  <a:lnTo>
                    <a:pt x="545" y="14400"/>
                  </a:lnTo>
                  <a:lnTo>
                    <a:pt x="655" y="12000"/>
                  </a:lnTo>
                  <a:lnTo>
                    <a:pt x="655" y="4800"/>
                  </a:lnTo>
                  <a:lnTo>
                    <a:pt x="436" y="0"/>
                  </a:lnTo>
                  <a:lnTo>
                    <a:pt x="1636" y="0"/>
                  </a:lnTo>
                  <a:lnTo>
                    <a:pt x="1309" y="7200"/>
                  </a:lnTo>
                  <a:lnTo>
                    <a:pt x="1309" y="9600"/>
                  </a:lnTo>
                  <a:lnTo>
                    <a:pt x="1527" y="14400"/>
                  </a:lnTo>
                  <a:lnTo>
                    <a:pt x="1855" y="14400"/>
                  </a:lnTo>
                  <a:lnTo>
                    <a:pt x="1964" y="12000"/>
                  </a:lnTo>
                  <a:lnTo>
                    <a:pt x="1964" y="4800"/>
                  </a:lnTo>
                  <a:lnTo>
                    <a:pt x="1745" y="0"/>
                  </a:lnTo>
                  <a:lnTo>
                    <a:pt x="436" y="0"/>
                  </a:lnTo>
                  <a:lnTo>
                    <a:pt x="3055" y="2400"/>
                  </a:lnTo>
                  <a:lnTo>
                    <a:pt x="2836" y="2400"/>
                  </a:lnTo>
                  <a:lnTo>
                    <a:pt x="2618" y="7200"/>
                  </a:lnTo>
                  <a:lnTo>
                    <a:pt x="2618" y="9600"/>
                  </a:lnTo>
                  <a:lnTo>
                    <a:pt x="2945" y="16800"/>
                  </a:lnTo>
                  <a:lnTo>
                    <a:pt x="3055" y="16800"/>
                  </a:lnTo>
                  <a:lnTo>
                    <a:pt x="3273" y="12000"/>
                  </a:lnTo>
                  <a:lnTo>
                    <a:pt x="3273" y="4800"/>
                  </a:lnTo>
                  <a:lnTo>
                    <a:pt x="3164" y="2400"/>
                  </a:lnTo>
                  <a:lnTo>
                    <a:pt x="3055" y="2400"/>
                  </a:lnTo>
                  <a:lnTo>
                    <a:pt x="436" y="0"/>
                  </a:lnTo>
                  <a:lnTo>
                    <a:pt x="4364" y="2400"/>
                  </a:lnTo>
                  <a:lnTo>
                    <a:pt x="4145" y="2400"/>
                  </a:lnTo>
                  <a:lnTo>
                    <a:pt x="3927" y="7200"/>
                  </a:lnTo>
                  <a:lnTo>
                    <a:pt x="3927" y="9600"/>
                  </a:lnTo>
                  <a:lnTo>
                    <a:pt x="4255" y="16800"/>
                  </a:lnTo>
                  <a:lnTo>
                    <a:pt x="4364" y="16800"/>
                  </a:lnTo>
                  <a:lnTo>
                    <a:pt x="4582" y="12000"/>
                  </a:lnTo>
                  <a:lnTo>
                    <a:pt x="4582" y="4800"/>
                  </a:lnTo>
                  <a:lnTo>
                    <a:pt x="4473" y="2400"/>
                  </a:lnTo>
                  <a:lnTo>
                    <a:pt x="4364" y="2400"/>
                  </a:lnTo>
                  <a:lnTo>
                    <a:pt x="436" y="0"/>
                  </a:lnTo>
                  <a:lnTo>
                    <a:pt x="5673" y="2400"/>
                  </a:lnTo>
                  <a:lnTo>
                    <a:pt x="5455" y="2400"/>
                  </a:lnTo>
                  <a:lnTo>
                    <a:pt x="5236" y="7200"/>
                  </a:lnTo>
                  <a:lnTo>
                    <a:pt x="5236" y="9600"/>
                  </a:lnTo>
                  <a:lnTo>
                    <a:pt x="5564" y="16800"/>
                  </a:lnTo>
                  <a:lnTo>
                    <a:pt x="5673" y="16800"/>
                  </a:lnTo>
                  <a:lnTo>
                    <a:pt x="5891" y="12000"/>
                  </a:lnTo>
                  <a:lnTo>
                    <a:pt x="5891" y="4800"/>
                  </a:lnTo>
                  <a:lnTo>
                    <a:pt x="5782" y="2400"/>
                  </a:lnTo>
                  <a:lnTo>
                    <a:pt x="5673" y="2400"/>
                  </a:lnTo>
                  <a:lnTo>
                    <a:pt x="436" y="0"/>
                  </a:lnTo>
                  <a:lnTo>
                    <a:pt x="6982" y="2400"/>
                  </a:lnTo>
                  <a:lnTo>
                    <a:pt x="6873" y="2400"/>
                  </a:lnTo>
                  <a:lnTo>
                    <a:pt x="6545" y="9600"/>
                  </a:lnTo>
                  <a:lnTo>
                    <a:pt x="6545" y="12000"/>
                  </a:lnTo>
                  <a:lnTo>
                    <a:pt x="6764" y="16800"/>
                  </a:lnTo>
                  <a:lnTo>
                    <a:pt x="7091" y="16800"/>
                  </a:lnTo>
                  <a:lnTo>
                    <a:pt x="7200" y="14400"/>
                  </a:lnTo>
                  <a:lnTo>
                    <a:pt x="7200" y="7200"/>
                  </a:lnTo>
                  <a:lnTo>
                    <a:pt x="6982" y="2400"/>
                  </a:lnTo>
                  <a:lnTo>
                    <a:pt x="436" y="0"/>
                  </a:lnTo>
                  <a:lnTo>
                    <a:pt x="8291" y="2400"/>
                  </a:lnTo>
                  <a:lnTo>
                    <a:pt x="8182" y="2400"/>
                  </a:lnTo>
                  <a:lnTo>
                    <a:pt x="7855" y="9600"/>
                  </a:lnTo>
                  <a:lnTo>
                    <a:pt x="7855" y="12000"/>
                  </a:lnTo>
                  <a:lnTo>
                    <a:pt x="8073" y="16800"/>
                  </a:lnTo>
                  <a:lnTo>
                    <a:pt x="8400" y="16800"/>
                  </a:lnTo>
                  <a:lnTo>
                    <a:pt x="8509" y="14400"/>
                  </a:lnTo>
                  <a:lnTo>
                    <a:pt x="8509" y="7200"/>
                  </a:lnTo>
                  <a:lnTo>
                    <a:pt x="8291" y="2400"/>
                  </a:lnTo>
                  <a:lnTo>
                    <a:pt x="436" y="0"/>
                  </a:lnTo>
                  <a:lnTo>
                    <a:pt x="9600" y="4800"/>
                  </a:lnTo>
                  <a:lnTo>
                    <a:pt x="9382" y="4800"/>
                  </a:lnTo>
                  <a:lnTo>
                    <a:pt x="9164" y="9600"/>
                  </a:lnTo>
                  <a:lnTo>
                    <a:pt x="9164" y="12000"/>
                  </a:lnTo>
                  <a:lnTo>
                    <a:pt x="9491" y="19200"/>
                  </a:lnTo>
                  <a:lnTo>
                    <a:pt x="9600" y="19200"/>
                  </a:lnTo>
                  <a:lnTo>
                    <a:pt x="9818" y="14400"/>
                  </a:lnTo>
                  <a:lnTo>
                    <a:pt x="9818" y="7200"/>
                  </a:lnTo>
                  <a:lnTo>
                    <a:pt x="9709" y="4800"/>
                  </a:lnTo>
                  <a:lnTo>
                    <a:pt x="9600" y="4800"/>
                  </a:lnTo>
                  <a:lnTo>
                    <a:pt x="436" y="0"/>
                  </a:lnTo>
                  <a:lnTo>
                    <a:pt x="10909" y="4800"/>
                  </a:lnTo>
                  <a:lnTo>
                    <a:pt x="10691" y="4800"/>
                  </a:lnTo>
                  <a:lnTo>
                    <a:pt x="10473" y="9600"/>
                  </a:lnTo>
                  <a:lnTo>
                    <a:pt x="10473" y="12000"/>
                  </a:lnTo>
                  <a:lnTo>
                    <a:pt x="10800" y="19200"/>
                  </a:lnTo>
                  <a:lnTo>
                    <a:pt x="10909" y="19200"/>
                  </a:lnTo>
                  <a:lnTo>
                    <a:pt x="11127" y="14400"/>
                  </a:lnTo>
                  <a:lnTo>
                    <a:pt x="11127" y="7200"/>
                  </a:lnTo>
                  <a:lnTo>
                    <a:pt x="11018" y="4800"/>
                  </a:lnTo>
                  <a:lnTo>
                    <a:pt x="10909" y="4800"/>
                  </a:lnTo>
                  <a:lnTo>
                    <a:pt x="436" y="0"/>
                  </a:lnTo>
                  <a:lnTo>
                    <a:pt x="12218" y="4800"/>
                  </a:lnTo>
                  <a:lnTo>
                    <a:pt x="12000" y="4800"/>
                  </a:lnTo>
                  <a:lnTo>
                    <a:pt x="11782" y="9600"/>
                  </a:lnTo>
                  <a:lnTo>
                    <a:pt x="11782" y="12000"/>
                  </a:lnTo>
                  <a:lnTo>
                    <a:pt x="12109" y="19200"/>
                  </a:lnTo>
                  <a:lnTo>
                    <a:pt x="12218" y="19200"/>
                  </a:lnTo>
                  <a:lnTo>
                    <a:pt x="12436" y="14400"/>
                  </a:lnTo>
                  <a:lnTo>
                    <a:pt x="12436" y="7200"/>
                  </a:lnTo>
                  <a:lnTo>
                    <a:pt x="12327" y="4800"/>
                  </a:lnTo>
                  <a:lnTo>
                    <a:pt x="12218" y="4800"/>
                  </a:lnTo>
                  <a:lnTo>
                    <a:pt x="436" y="0"/>
                  </a:lnTo>
                  <a:lnTo>
                    <a:pt x="13527" y="4800"/>
                  </a:lnTo>
                  <a:lnTo>
                    <a:pt x="13418" y="4800"/>
                  </a:lnTo>
                  <a:lnTo>
                    <a:pt x="13091" y="12000"/>
                  </a:lnTo>
                  <a:lnTo>
                    <a:pt x="13091" y="14400"/>
                  </a:lnTo>
                  <a:lnTo>
                    <a:pt x="13309" y="19200"/>
                  </a:lnTo>
                  <a:lnTo>
                    <a:pt x="13636" y="19200"/>
                  </a:lnTo>
                  <a:lnTo>
                    <a:pt x="13745" y="16800"/>
                  </a:lnTo>
                  <a:lnTo>
                    <a:pt x="13745" y="9600"/>
                  </a:lnTo>
                  <a:lnTo>
                    <a:pt x="13527" y="4800"/>
                  </a:lnTo>
                  <a:lnTo>
                    <a:pt x="436" y="0"/>
                  </a:lnTo>
                  <a:lnTo>
                    <a:pt x="14836" y="4800"/>
                  </a:lnTo>
                  <a:lnTo>
                    <a:pt x="14727" y="4800"/>
                  </a:lnTo>
                  <a:lnTo>
                    <a:pt x="14400" y="12000"/>
                  </a:lnTo>
                  <a:lnTo>
                    <a:pt x="14400" y="14400"/>
                  </a:lnTo>
                  <a:lnTo>
                    <a:pt x="14618" y="19200"/>
                  </a:lnTo>
                  <a:lnTo>
                    <a:pt x="14945" y="19200"/>
                  </a:lnTo>
                  <a:lnTo>
                    <a:pt x="15055" y="16800"/>
                  </a:lnTo>
                  <a:lnTo>
                    <a:pt x="15055" y="9600"/>
                  </a:lnTo>
                  <a:lnTo>
                    <a:pt x="14836" y="4800"/>
                  </a:lnTo>
                  <a:lnTo>
                    <a:pt x="436" y="0"/>
                  </a:lnTo>
                  <a:lnTo>
                    <a:pt x="16145" y="4800"/>
                  </a:lnTo>
                  <a:lnTo>
                    <a:pt x="16036" y="4800"/>
                  </a:lnTo>
                  <a:lnTo>
                    <a:pt x="15709" y="12000"/>
                  </a:lnTo>
                  <a:lnTo>
                    <a:pt x="15709" y="14400"/>
                  </a:lnTo>
                  <a:lnTo>
                    <a:pt x="15927" y="19200"/>
                  </a:lnTo>
                  <a:lnTo>
                    <a:pt x="16255" y="19200"/>
                  </a:lnTo>
                  <a:lnTo>
                    <a:pt x="16364" y="16800"/>
                  </a:lnTo>
                  <a:lnTo>
                    <a:pt x="16364" y="9600"/>
                  </a:lnTo>
                  <a:lnTo>
                    <a:pt x="16145" y="4800"/>
                  </a:lnTo>
                  <a:lnTo>
                    <a:pt x="436" y="0"/>
                  </a:lnTo>
                  <a:lnTo>
                    <a:pt x="17455" y="7200"/>
                  </a:lnTo>
                  <a:lnTo>
                    <a:pt x="17236" y="7200"/>
                  </a:lnTo>
                  <a:lnTo>
                    <a:pt x="17018" y="12000"/>
                  </a:lnTo>
                  <a:lnTo>
                    <a:pt x="17018" y="14400"/>
                  </a:lnTo>
                  <a:lnTo>
                    <a:pt x="17345" y="21600"/>
                  </a:lnTo>
                  <a:lnTo>
                    <a:pt x="17455" y="21600"/>
                  </a:lnTo>
                  <a:lnTo>
                    <a:pt x="17673" y="16800"/>
                  </a:lnTo>
                  <a:lnTo>
                    <a:pt x="17673" y="9600"/>
                  </a:lnTo>
                  <a:lnTo>
                    <a:pt x="17564" y="7200"/>
                  </a:lnTo>
                  <a:lnTo>
                    <a:pt x="17455" y="7200"/>
                  </a:lnTo>
                  <a:lnTo>
                    <a:pt x="436" y="0"/>
                  </a:lnTo>
                  <a:lnTo>
                    <a:pt x="18764" y="7200"/>
                  </a:lnTo>
                  <a:lnTo>
                    <a:pt x="18545" y="7200"/>
                  </a:lnTo>
                  <a:lnTo>
                    <a:pt x="18327" y="12000"/>
                  </a:lnTo>
                  <a:lnTo>
                    <a:pt x="18327" y="14400"/>
                  </a:lnTo>
                  <a:lnTo>
                    <a:pt x="18655" y="21600"/>
                  </a:lnTo>
                  <a:lnTo>
                    <a:pt x="18764" y="21600"/>
                  </a:lnTo>
                  <a:lnTo>
                    <a:pt x="18982" y="16800"/>
                  </a:lnTo>
                  <a:lnTo>
                    <a:pt x="18982" y="9600"/>
                  </a:lnTo>
                  <a:lnTo>
                    <a:pt x="18873" y="7200"/>
                  </a:lnTo>
                  <a:lnTo>
                    <a:pt x="18764" y="7200"/>
                  </a:lnTo>
                  <a:lnTo>
                    <a:pt x="436" y="0"/>
                  </a:lnTo>
                  <a:lnTo>
                    <a:pt x="20073" y="7200"/>
                  </a:lnTo>
                  <a:lnTo>
                    <a:pt x="19964" y="7200"/>
                  </a:lnTo>
                  <a:lnTo>
                    <a:pt x="19636" y="14400"/>
                  </a:lnTo>
                  <a:lnTo>
                    <a:pt x="19636" y="16800"/>
                  </a:lnTo>
                  <a:lnTo>
                    <a:pt x="19855" y="21600"/>
                  </a:lnTo>
                  <a:lnTo>
                    <a:pt x="20182" y="21600"/>
                  </a:lnTo>
                  <a:lnTo>
                    <a:pt x="20291" y="19200"/>
                  </a:lnTo>
                  <a:lnTo>
                    <a:pt x="20291" y="12000"/>
                  </a:lnTo>
                  <a:lnTo>
                    <a:pt x="20073" y="7200"/>
                  </a:lnTo>
                  <a:lnTo>
                    <a:pt x="436" y="0"/>
                  </a:lnTo>
                  <a:lnTo>
                    <a:pt x="21382" y="7200"/>
                  </a:lnTo>
                  <a:lnTo>
                    <a:pt x="21273" y="7200"/>
                  </a:lnTo>
                  <a:lnTo>
                    <a:pt x="20945" y="14400"/>
                  </a:lnTo>
                  <a:lnTo>
                    <a:pt x="20945" y="16800"/>
                  </a:lnTo>
                  <a:lnTo>
                    <a:pt x="21164" y="21600"/>
                  </a:lnTo>
                  <a:lnTo>
                    <a:pt x="21491" y="21600"/>
                  </a:lnTo>
                  <a:lnTo>
                    <a:pt x="21600" y="19200"/>
                  </a:lnTo>
                  <a:lnTo>
                    <a:pt x="21600" y="12000"/>
                  </a:lnTo>
                  <a:lnTo>
                    <a:pt x="21382" y="7200"/>
                  </a:lnTo>
                  <a:lnTo>
                    <a:pt x="43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48" name="Rectangle 129"/>
            <p:cNvSpPr txBox="1"/>
            <p:nvPr/>
          </p:nvSpPr>
          <p:spPr>
            <a:xfrm>
              <a:off x="1289050" y="1652587"/>
              <a:ext cx="999766"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TCP Data</a:t>
              </a:r>
            </a:p>
          </p:txBody>
        </p:sp>
        <p:sp>
          <p:nvSpPr>
            <p:cNvPr id="1249" name="Rectangle 130"/>
            <p:cNvSpPr txBox="1"/>
            <p:nvPr/>
          </p:nvSpPr>
          <p:spPr>
            <a:xfrm>
              <a:off x="2508250" y="2962275"/>
              <a:ext cx="999766"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TCP Data</a:t>
              </a:r>
            </a:p>
          </p:txBody>
        </p:sp>
        <p:sp>
          <p:nvSpPr>
            <p:cNvPr id="1250" name="Rectangle 131"/>
            <p:cNvSpPr txBox="1"/>
            <p:nvPr/>
          </p:nvSpPr>
          <p:spPr>
            <a:xfrm rot="5400000">
              <a:off x="3343088" y="4003985"/>
              <a:ext cx="491035"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Byte 80</a:t>
              </a:r>
            </a:p>
          </p:txBody>
        </p:sp>
      </p:gr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5" name="Rectangle 5"/>
          <p:cNvSpPr txBox="1"/>
          <p:nvPr>
            <p:ph type="title"/>
          </p:nvPr>
        </p:nvSpPr>
        <p:spPr>
          <a:prstGeom prst="rect">
            <a:avLst/>
          </a:prstGeom>
        </p:spPr>
        <p:txBody>
          <a:bodyPr/>
          <a:lstStyle/>
          <a:p>
            <a:pPr/>
            <a:r>
              <a:t>Maintaining the “Connection”</a:t>
            </a:r>
          </a:p>
        </p:txBody>
      </p:sp>
      <p:grpSp>
        <p:nvGrpSpPr>
          <p:cNvPr id="1327" name="Group 8"/>
          <p:cNvGrpSpPr/>
          <p:nvPr/>
        </p:nvGrpSpPr>
        <p:grpSpPr>
          <a:xfrm>
            <a:off x="1335087" y="1631950"/>
            <a:ext cx="6459538" cy="4443413"/>
            <a:chOff x="0" y="0"/>
            <a:chExt cx="6459536" cy="4443412"/>
          </a:xfrm>
        </p:grpSpPr>
        <p:sp>
          <p:nvSpPr>
            <p:cNvPr id="1256" name="Rectangle 9"/>
            <p:cNvSpPr/>
            <p:nvPr/>
          </p:nvSpPr>
          <p:spPr>
            <a:xfrm>
              <a:off x="160337" y="17462"/>
              <a:ext cx="4543425" cy="588963"/>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57" name="Rectangle 10"/>
            <p:cNvSpPr/>
            <p:nvPr/>
          </p:nvSpPr>
          <p:spPr>
            <a:xfrm>
              <a:off x="142875" y="0"/>
              <a:ext cx="4578350" cy="623887"/>
            </a:xfrm>
            <a:prstGeom prst="rect">
              <a:avLst/>
            </a:prstGeom>
            <a:noFill/>
            <a:ln w="34925" cap="flat">
              <a:solidFill>
                <a:srgbClr val="80808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58" name="Rectangle 11"/>
            <p:cNvSpPr/>
            <p:nvPr/>
          </p:nvSpPr>
          <p:spPr>
            <a:xfrm>
              <a:off x="3871912" y="0"/>
              <a:ext cx="34925" cy="623887"/>
            </a:xfrm>
            <a:prstGeom prst="rect">
              <a:avLst/>
            </a:prstGeom>
            <a:solidFill>
              <a:srgbClr val="80808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59" name="Rectangle 12"/>
            <p:cNvSpPr txBox="1"/>
            <p:nvPr/>
          </p:nvSpPr>
          <p:spPr>
            <a:xfrm>
              <a:off x="3976687" y="252412"/>
              <a:ext cx="27287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IP </a:t>
              </a:r>
            </a:p>
          </p:txBody>
        </p:sp>
        <p:sp>
          <p:nvSpPr>
            <p:cNvPr id="1260" name="Rectangle 13"/>
            <p:cNvSpPr txBox="1"/>
            <p:nvPr/>
          </p:nvSpPr>
          <p:spPr>
            <a:xfrm>
              <a:off x="4229099" y="252412"/>
              <a:ext cx="362447"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Hdr</a:t>
              </a:r>
            </a:p>
          </p:txBody>
        </p:sp>
        <p:sp>
          <p:nvSpPr>
            <p:cNvPr id="1261" name="Freeform 14"/>
            <p:cNvSpPr/>
            <p:nvPr/>
          </p:nvSpPr>
          <p:spPr>
            <a:xfrm>
              <a:off x="228600" y="132556"/>
              <a:ext cx="3575050"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 y="0"/>
                  </a:moveTo>
                  <a:lnTo>
                    <a:pt x="29" y="0"/>
                  </a:lnTo>
                  <a:lnTo>
                    <a:pt x="0" y="11782"/>
                  </a:lnTo>
                  <a:lnTo>
                    <a:pt x="0" y="15709"/>
                  </a:lnTo>
                  <a:lnTo>
                    <a:pt x="10" y="17673"/>
                  </a:lnTo>
                  <a:lnTo>
                    <a:pt x="19" y="21600"/>
                  </a:lnTo>
                  <a:lnTo>
                    <a:pt x="21590" y="21600"/>
                  </a:lnTo>
                  <a:lnTo>
                    <a:pt x="21600" y="17673"/>
                  </a:lnTo>
                  <a:lnTo>
                    <a:pt x="21600" y="7855"/>
                  </a:lnTo>
                  <a:lnTo>
                    <a:pt x="21581" y="0"/>
                  </a:lnTo>
                  <a:lnTo>
                    <a:pt x="34"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2" name="Freeform 15"/>
            <p:cNvSpPr/>
            <p:nvPr/>
          </p:nvSpPr>
          <p:spPr>
            <a:xfrm>
              <a:off x="142875" y="93662"/>
              <a:ext cx="93663" cy="92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706"/>
                  </a:lnTo>
                  <a:lnTo>
                    <a:pt x="21600" y="21600"/>
                  </a:lnTo>
                  <a:lnTo>
                    <a:pt x="2160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3" name="Freeform 16"/>
            <p:cNvSpPr/>
            <p:nvPr/>
          </p:nvSpPr>
          <p:spPr>
            <a:xfrm>
              <a:off x="3798887" y="93662"/>
              <a:ext cx="90488" cy="92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706"/>
                  </a:lnTo>
                  <a:lnTo>
                    <a:pt x="0"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4" name="Rectangle 17"/>
            <p:cNvSpPr/>
            <p:nvPr/>
          </p:nvSpPr>
          <p:spPr>
            <a:xfrm>
              <a:off x="1673225" y="73025"/>
              <a:ext cx="685800" cy="1301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5" name="Rectangle 18"/>
            <p:cNvSpPr/>
            <p:nvPr/>
          </p:nvSpPr>
          <p:spPr>
            <a:xfrm>
              <a:off x="1668462" y="68262"/>
              <a:ext cx="695325" cy="141288"/>
            </a:xfrm>
            <a:prstGeom prst="rect">
              <a:avLst/>
            </a:prstGeom>
            <a:noFill/>
            <a:ln w="7938" cap="flat">
              <a:solidFill>
                <a:srgbClr val="FFFFFF"/>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6" name="Rectangle 19"/>
            <p:cNvSpPr txBox="1"/>
            <p:nvPr/>
          </p:nvSpPr>
          <p:spPr>
            <a:xfrm>
              <a:off x="1684337" y="15875"/>
              <a:ext cx="695078"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IP Data</a:t>
              </a:r>
            </a:p>
          </p:txBody>
        </p:sp>
        <p:sp>
          <p:nvSpPr>
            <p:cNvPr id="1267" name="Rectangle 20"/>
            <p:cNvSpPr/>
            <p:nvPr/>
          </p:nvSpPr>
          <p:spPr>
            <a:xfrm>
              <a:off x="217487" y="212725"/>
              <a:ext cx="3598863" cy="338137"/>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8" name="Rectangle 21"/>
            <p:cNvSpPr/>
            <p:nvPr/>
          </p:nvSpPr>
          <p:spPr>
            <a:xfrm>
              <a:off x="211137" y="206375"/>
              <a:ext cx="3609975" cy="349250"/>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69" name="Freeform 22"/>
            <p:cNvSpPr/>
            <p:nvPr/>
          </p:nvSpPr>
          <p:spPr>
            <a:xfrm>
              <a:off x="3157537" y="203200"/>
              <a:ext cx="12701" cy="355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37"/>
                  </a:moveTo>
                  <a:lnTo>
                    <a:pt x="21600" y="145"/>
                  </a:lnTo>
                  <a:lnTo>
                    <a:pt x="15120" y="0"/>
                  </a:lnTo>
                  <a:lnTo>
                    <a:pt x="10800" y="0"/>
                  </a:lnTo>
                  <a:lnTo>
                    <a:pt x="6480" y="96"/>
                  </a:lnTo>
                  <a:lnTo>
                    <a:pt x="2160" y="145"/>
                  </a:lnTo>
                  <a:lnTo>
                    <a:pt x="0" y="241"/>
                  </a:lnTo>
                  <a:lnTo>
                    <a:pt x="0" y="21407"/>
                  </a:lnTo>
                  <a:lnTo>
                    <a:pt x="2160" y="21504"/>
                  </a:lnTo>
                  <a:lnTo>
                    <a:pt x="6480" y="21600"/>
                  </a:lnTo>
                  <a:lnTo>
                    <a:pt x="19440" y="21600"/>
                  </a:lnTo>
                  <a:lnTo>
                    <a:pt x="21600" y="21504"/>
                  </a:lnTo>
                  <a:lnTo>
                    <a:pt x="21600" y="337"/>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0" name="Rectangle 23"/>
            <p:cNvSpPr txBox="1"/>
            <p:nvPr/>
          </p:nvSpPr>
          <p:spPr>
            <a:xfrm>
              <a:off x="3209924" y="293687"/>
              <a:ext cx="306290"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100">
                  <a:latin typeface="Comic Sans MS"/>
                  <a:ea typeface="Comic Sans MS"/>
                  <a:cs typeface="Comic Sans MS"/>
                  <a:sym typeface="Comic Sans MS"/>
                </a:defRPr>
              </a:lvl1pPr>
            </a:lstStyle>
            <a:p>
              <a:pPr/>
              <a:r>
                <a:t>TCP </a:t>
              </a:r>
            </a:p>
          </p:txBody>
        </p:sp>
        <p:sp>
          <p:nvSpPr>
            <p:cNvPr id="1271" name="Rectangle 24"/>
            <p:cNvSpPr txBox="1"/>
            <p:nvPr/>
          </p:nvSpPr>
          <p:spPr>
            <a:xfrm>
              <a:off x="3502024" y="293687"/>
              <a:ext cx="269182"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100">
                  <a:latin typeface="Comic Sans MS"/>
                  <a:ea typeface="Comic Sans MS"/>
                  <a:cs typeface="Comic Sans MS"/>
                  <a:sym typeface="Comic Sans MS"/>
                </a:defRPr>
              </a:lvl1pPr>
            </a:lstStyle>
            <a:p>
              <a:pPr/>
              <a:r>
                <a:t>Hdr</a:t>
              </a:r>
            </a:p>
          </p:txBody>
        </p:sp>
        <p:sp>
          <p:nvSpPr>
            <p:cNvPr id="1272" name="Rectangle 25"/>
            <p:cNvSpPr txBox="1"/>
            <p:nvPr/>
          </p:nvSpPr>
          <p:spPr>
            <a:xfrm>
              <a:off x="1687512" y="293687"/>
              <a:ext cx="615908"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100">
                  <a:latin typeface="Comic Sans MS"/>
                  <a:ea typeface="Comic Sans MS"/>
                  <a:cs typeface="Comic Sans MS"/>
                  <a:sym typeface="Comic Sans MS"/>
                </a:defRPr>
              </a:lvl1pPr>
            </a:lstStyle>
            <a:p>
              <a:pPr/>
              <a:r>
                <a:t>TCP Data</a:t>
              </a:r>
            </a:p>
          </p:txBody>
        </p:sp>
        <p:sp>
          <p:nvSpPr>
            <p:cNvPr id="1273" name="Freeform 26"/>
            <p:cNvSpPr/>
            <p:nvPr/>
          </p:nvSpPr>
          <p:spPr>
            <a:xfrm>
              <a:off x="4762" y="508000"/>
              <a:ext cx="4092576" cy="39306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546"/>
                  </a:moveTo>
                  <a:lnTo>
                    <a:pt x="0" y="21600"/>
                  </a:lnTo>
                  <a:lnTo>
                    <a:pt x="21600" y="21600"/>
                  </a:lnTo>
                  <a:lnTo>
                    <a:pt x="21600" y="2546"/>
                  </a:lnTo>
                  <a:lnTo>
                    <a:pt x="18001" y="2546"/>
                  </a:lnTo>
                  <a:lnTo>
                    <a:pt x="18123" y="0"/>
                  </a:lnTo>
                  <a:lnTo>
                    <a:pt x="12601" y="2546"/>
                  </a:lnTo>
                  <a:lnTo>
                    <a:pt x="0" y="2546"/>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4" name="Freeform 27"/>
            <p:cNvSpPr/>
            <p:nvPr/>
          </p:nvSpPr>
          <p:spPr>
            <a:xfrm>
              <a:off x="0" y="503237"/>
              <a:ext cx="4102100" cy="39401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5735"/>
                  </a:moveTo>
                  <a:lnTo>
                    <a:pt x="0" y="21587"/>
                  </a:lnTo>
                  <a:lnTo>
                    <a:pt x="8" y="21591"/>
                  </a:lnTo>
                  <a:lnTo>
                    <a:pt x="17" y="21600"/>
                  </a:lnTo>
                  <a:lnTo>
                    <a:pt x="21592" y="21600"/>
                  </a:lnTo>
                  <a:lnTo>
                    <a:pt x="21600" y="21591"/>
                  </a:lnTo>
                  <a:lnTo>
                    <a:pt x="21600" y="2559"/>
                  </a:lnTo>
                  <a:lnTo>
                    <a:pt x="21583" y="2541"/>
                  </a:lnTo>
                  <a:lnTo>
                    <a:pt x="18006" y="2541"/>
                  </a:lnTo>
                  <a:lnTo>
                    <a:pt x="18127" y="30"/>
                  </a:lnTo>
                  <a:lnTo>
                    <a:pt x="18127" y="13"/>
                  </a:lnTo>
                  <a:lnTo>
                    <a:pt x="18123" y="4"/>
                  </a:lnTo>
                  <a:lnTo>
                    <a:pt x="18114" y="0"/>
                  </a:lnTo>
                  <a:lnTo>
                    <a:pt x="18106" y="0"/>
                  </a:lnTo>
                  <a:lnTo>
                    <a:pt x="12597" y="2541"/>
                  </a:lnTo>
                  <a:lnTo>
                    <a:pt x="25" y="2541"/>
                  </a:lnTo>
                  <a:lnTo>
                    <a:pt x="8" y="2559"/>
                  </a:lnTo>
                  <a:lnTo>
                    <a:pt x="0" y="2563"/>
                  </a:lnTo>
                  <a:lnTo>
                    <a:pt x="0" y="5735"/>
                  </a:lnTo>
                  <a:lnTo>
                    <a:pt x="46" y="2589"/>
                  </a:lnTo>
                  <a:lnTo>
                    <a:pt x="12606" y="2589"/>
                  </a:lnTo>
                  <a:lnTo>
                    <a:pt x="18081" y="61"/>
                  </a:lnTo>
                  <a:lnTo>
                    <a:pt x="17960" y="2563"/>
                  </a:lnTo>
                  <a:lnTo>
                    <a:pt x="17960" y="2572"/>
                  </a:lnTo>
                  <a:lnTo>
                    <a:pt x="17976" y="2589"/>
                  </a:lnTo>
                  <a:lnTo>
                    <a:pt x="21554" y="2589"/>
                  </a:lnTo>
                  <a:lnTo>
                    <a:pt x="21554" y="21552"/>
                  </a:lnTo>
                  <a:lnTo>
                    <a:pt x="46" y="21552"/>
                  </a:lnTo>
                  <a:lnTo>
                    <a:pt x="46" y="2589"/>
                  </a:lnTo>
                  <a:lnTo>
                    <a:pt x="0" y="5735"/>
                  </a:lnTo>
                  <a:close/>
                </a:path>
              </a:pathLst>
            </a:custGeom>
            <a:solidFill>
              <a:srgbClr val="80808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5" name="Freeform 28"/>
            <p:cNvSpPr/>
            <p:nvPr/>
          </p:nvSpPr>
          <p:spPr>
            <a:xfrm>
              <a:off x="403225" y="1162050"/>
              <a:ext cx="3087688" cy="28606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4" y="21600"/>
                  </a:lnTo>
                  <a:lnTo>
                    <a:pt x="244" y="258"/>
                  </a:lnTo>
                  <a:lnTo>
                    <a:pt x="21361" y="258"/>
                  </a:lnTo>
                  <a:lnTo>
                    <a:pt x="21361" y="21600"/>
                  </a:lnTo>
                  <a:lnTo>
                    <a:pt x="21600" y="21600"/>
                  </a:lnTo>
                  <a:lnTo>
                    <a:pt x="21600" y="132"/>
                  </a:lnTo>
                  <a:lnTo>
                    <a:pt x="21594" y="84"/>
                  </a:lnTo>
                  <a:lnTo>
                    <a:pt x="21572" y="42"/>
                  </a:lnTo>
                  <a:lnTo>
                    <a:pt x="21533" y="12"/>
                  </a:lnTo>
                  <a:lnTo>
                    <a:pt x="21483" y="0"/>
                  </a:lnTo>
                  <a:lnTo>
                    <a:pt x="122" y="0"/>
                  </a:lnTo>
                  <a:lnTo>
                    <a:pt x="83" y="12"/>
                  </a:lnTo>
                  <a:lnTo>
                    <a:pt x="44" y="42"/>
                  </a:lnTo>
                  <a:lnTo>
                    <a:pt x="11" y="84"/>
                  </a:lnTo>
                  <a:lnTo>
                    <a:pt x="0" y="132"/>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6" name="Freeform 29"/>
            <p:cNvSpPr/>
            <p:nvPr/>
          </p:nvSpPr>
          <p:spPr>
            <a:xfrm>
              <a:off x="1940718" y="1174750"/>
              <a:ext cx="12701" cy="4254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83"/>
                  </a:moveTo>
                  <a:lnTo>
                    <a:pt x="21600" y="161"/>
                  </a:lnTo>
                  <a:lnTo>
                    <a:pt x="19636" y="81"/>
                  </a:lnTo>
                  <a:lnTo>
                    <a:pt x="15709" y="0"/>
                  </a:lnTo>
                  <a:lnTo>
                    <a:pt x="11782" y="0"/>
                  </a:lnTo>
                  <a:lnTo>
                    <a:pt x="0" y="242"/>
                  </a:lnTo>
                  <a:lnTo>
                    <a:pt x="0" y="21479"/>
                  </a:lnTo>
                  <a:lnTo>
                    <a:pt x="3927" y="21560"/>
                  </a:lnTo>
                  <a:lnTo>
                    <a:pt x="7855" y="21600"/>
                  </a:lnTo>
                  <a:lnTo>
                    <a:pt x="19636" y="21600"/>
                  </a:lnTo>
                  <a:lnTo>
                    <a:pt x="21600" y="21560"/>
                  </a:lnTo>
                  <a:lnTo>
                    <a:pt x="21600" y="28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7" name="Freeform 30"/>
            <p:cNvSpPr/>
            <p:nvPr/>
          </p:nvSpPr>
          <p:spPr>
            <a:xfrm>
              <a:off x="415925" y="1589087"/>
              <a:ext cx="3062288"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 y="0"/>
                  </a:moveTo>
                  <a:lnTo>
                    <a:pt x="28" y="0"/>
                  </a:lnTo>
                  <a:lnTo>
                    <a:pt x="17" y="3927"/>
                  </a:lnTo>
                  <a:lnTo>
                    <a:pt x="11" y="7855"/>
                  </a:lnTo>
                  <a:lnTo>
                    <a:pt x="0" y="11782"/>
                  </a:lnTo>
                  <a:lnTo>
                    <a:pt x="0" y="15709"/>
                  </a:lnTo>
                  <a:lnTo>
                    <a:pt x="17" y="21600"/>
                  </a:lnTo>
                  <a:lnTo>
                    <a:pt x="21589" y="21600"/>
                  </a:lnTo>
                  <a:lnTo>
                    <a:pt x="21600" y="19636"/>
                  </a:lnTo>
                  <a:lnTo>
                    <a:pt x="21600" y="7855"/>
                  </a:lnTo>
                  <a:lnTo>
                    <a:pt x="21578" y="0"/>
                  </a:lnTo>
                  <a:lnTo>
                    <a:pt x="3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8" name="Freeform 31"/>
            <p:cNvSpPr/>
            <p:nvPr/>
          </p:nvSpPr>
          <p:spPr>
            <a:xfrm>
              <a:off x="415925" y="2005012"/>
              <a:ext cx="3062288"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 y="0"/>
                  </a:moveTo>
                  <a:lnTo>
                    <a:pt x="28" y="0"/>
                  </a:lnTo>
                  <a:lnTo>
                    <a:pt x="0" y="9818"/>
                  </a:lnTo>
                  <a:lnTo>
                    <a:pt x="0" y="13745"/>
                  </a:lnTo>
                  <a:lnTo>
                    <a:pt x="11" y="17673"/>
                  </a:lnTo>
                  <a:lnTo>
                    <a:pt x="17" y="21600"/>
                  </a:lnTo>
                  <a:lnTo>
                    <a:pt x="21589" y="21600"/>
                  </a:lnTo>
                  <a:lnTo>
                    <a:pt x="21600" y="17673"/>
                  </a:lnTo>
                  <a:lnTo>
                    <a:pt x="21600" y="5891"/>
                  </a:lnTo>
                  <a:lnTo>
                    <a:pt x="21589" y="3927"/>
                  </a:lnTo>
                  <a:lnTo>
                    <a:pt x="21578" y="0"/>
                  </a:lnTo>
                  <a:lnTo>
                    <a:pt x="3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79" name="Freeform 32"/>
            <p:cNvSpPr/>
            <p:nvPr/>
          </p:nvSpPr>
          <p:spPr>
            <a:xfrm>
              <a:off x="415925" y="2421731"/>
              <a:ext cx="3062288"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 y="0"/>
                  </a:moveTo>
                  <a:lnTo>
                    <a:pt x="28" y="0"/>
                  </a:lnTo>
                  <a:lnTo>
                    <a:pt x="17" y="3927"/>
                  </a:lnTo>
                  <a:lnTo>
                    <a:pt x="11" y="7855"/>
                  </a:lnTo>
                  <a:lnTo>
                    <a:pt x="0" y="11782"/>
                  </a:lnTo>
                  <a:lnTo>
                    <a:pt x="0" y="13745"/>
                  </a:lnTo>
                  <a:lnTo>
                    <a:pt x="11" y="17673"/>
                  </a:lnTo>
                  <a:lnTo>
                    <a:pt x="17" y="21600"/>
                  </a:lnTo>
                  <a:lnTo>
                    <a:pt x="21589" y="21600"/>
                  </a:lnTo>
                  <a:lnTo>
                    <a:pt x="21600" y="17673"/>
                  </a:lnTo>
                  <a:lnTo>
                    <a:pt x="21600" y="7855"/>
                  </a:lnTo>
                  <a:lnTo>
                    <a:pt x="21578" y="0"/>
                  </a:lnTo>
                  <a:lnTo>
                    <a:pt x="3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80" name="Freeform 33"/>
            <p:cNvSpPr/>
            <p:nvPr/>
          </p:nvSpPr>
          <p:spPr>
            <a:xfrm>
              <a:off x="415925" y="2837656"/>
              <a:ext cx="3062288"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 y="0"/>
                  </a:moveTo>
                  <a:lnTo>
                    <a:pt x="28" y="0"/>
                  </a:lnTo>
                  <a:lnTo>
                    <a:pt x="17" y="3927"/>
                  </a:lnTo>
                  <a:lnTo>
                    <a:pt x="11" y="7855"/>
                  </a:lnTo>
                  <a:lnTo>
                    <a:pt x="0" y="11782"/>
                  </a:lnTo>
                  <a:lnTo>
                    <a:pt x="0" y="15709"/>
                  </a:lnTo>
                  <a:lnTo>
                    <a:pt x="17" y="21600"/>
                  </a:lnTo>
                  <a:lnTo>
                    <a:pt x="21589" y="21600"/>
                  </a:lnTo>
                  <a:lnTo>
                    <a:pt x="21600" y="19636"/>
                  </a:lnTo>
                  <a:lnTo>
                    <a:pt x="21600" y="7855"/>
                  </a:lnTo>
                  <a:lnTo>
                    <a:pt x="21578" y="0"/>
                  </a:lnTo>
                  <a:lnTo>
                    <a:pt x="3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81" name="Freeform 34"/>
            <p:cNvSpPr/>
            <p:nvPr/>
          </p:nvSpPr>
          <p:spPr>
            <a:xfrm>
              <a:off x="415925" y="3253581"/>
              <a:ext cx="3062288"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 y="0"/>
                  </a:moveTo>
                  <a:lnTo>
                    <a:pt x="28" y="0"/>
                  </a:lnTo>
                  <a:lnTo>
                    <a:pt x="0" y="9818"/>
                  </a:lnTo>
                  <a:lnTo>
                    <a:pt x="0" y="13745"/>
                  </a:lnTo>
                  <a:lnTo>
                    <a:pt x="11" y="17673"/>
                  </a:lnTo>
                  <a:lnTo>
                    <a:pt x="17" y="21600"/>
                  </a:lnTo>
                  <a:lnTo>
                    <a:pt x="21589" y="21600"/>
                  </a:lnTo>
                  <a:lnTo>
                    <a:pt x="21600" y="17673"/>
                  </a:lnTo>
                  <a:lnTo>
                    <a:pt x="21600" y="5891"/>
                  </a:lnTo>
                  <a:lnTo>
                    <a:pt x="21589" y="3927"/>
                  </a:lnTo>
                  <a:lnTo>
                    <a:pt x="21578" y="0"/>
                  </a:lnTo>
                  <a:lnTo>
                    <a:pt x="3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82" name="Rectangle 35"/>
            <p:cNvSpPr/>
            <p:nvPr/>
          </p:nvSpPr>
          <p:spPr>
            <a:xfrm>
              <a:off x="420687" y="3659187"/>
              <a:ext cx="3052763" cy="34926"/>
            </a:xfrm>
            <a:prstGeom prst="rect">
              <a:avLst/>
            </a:pr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83" name="Rectangle 36"/>
            <p:cNvSpPr txBox="1"/>
            <p:nvPr/>
          </p:nvSpPr>
          <p:spPr>
            <a:xfrm>
              <a:off x="782637" y="1314450"/>
              <a:ext cx="391097"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Src </a:t>
              </a:r>
            </a:p>
          </p:txBody>
        </p:sp>
        <p:sp>
          <p:nvSpPr>
            <p:cNvPr id="1284" name="Rectangle 37"/>
            <p:cNvSpPr txBox="1"/>
            <p:nvPr/>
          </p:nvSpPr>
          <p:spPr>
            <a:xfrm>
              <a:off x="1149350" y="1314450"/>
              <a:ext cx="39602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port</a:t>
              </a:r>
            </a:p>
          </p:txBody>
        </p:sp>
        <p:sp>
          <p:nvSpPr>
            <p:cNvPr id="1285" name="Rectangle 38"/>
            <p:cNvSpPr txBox="1"/>
            <p:nvPr/>
          </p:nvSpPr>
          <p:spPr>
            <a:xfrm>
              <a:off x="2225675" y="1314450"/>
              <a:ext cx="77293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Dst port</a:t>
              </a:r>
            </a:p>
          </p:txBody>
        </p:sp>
        <p:sp>
          <p:nvSpPr>
            <p:cNvPr id="1286" name="Rectangle 39"/>
            <p:cNvSpPr txBox="1"/>
            <p:nvPr/>
          </p:nvSpPr>
          <p:spPr>
            <a:xfrm>
              <a:off x="1336675" y="1730375"/>
              <a:ext cx="1071055"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Sequence #</a:t>
              </a:r>
            </a:p>
          </p:txBody>
        </p:sp>
        <p:sp>
          <p:nvSpPr>
            <p:cNvPr id="1287" name="Rectangle 40"/>
            <p:cNvSpPr txBox="1"/>
            <p:nvPr/>
          </p:nvSpPr>
          <p:spPr>
            <a:xfrm>
              <a:off x="1128712" y="2146300"/>
              <a:ext cx="40970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Ack </a:t>
              </a:r>
            </a:p>
          </p:txBody>
        </p:sp>
        <p:sp>
          <p:nvSpPr>
            <p:cNvPr id="1288" name="Rectangle 41"/>
            <p:cNvSpPr txBox="1"/>
            <p:nvPr/>
          </p:nvSpPr>
          <p:spPr>
            <a:xfrm>
              <a:off x="1514475" y="2146300"/>
              <a:ext cx="1071055"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Sequence #</a:t>
              </a:r>
            </a:p>
          </p:txBody>
        </p:sp>
        <p:sp>
          <p:nvSpPr>
            <p:cNvPr id="1289" name="Freeform 42"/>
            <p:cNvSpPr/>
            <p:nvPr/>
          </p:nvSpPr>
          <p:spPr>
            <a:xfrm>
              <a:off x="761206" y="2424112"/>
              <a:ext cx="12701" cy="4238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83"/>
                  </a:moveTo>
                  <a:lnTo>
                    <a:pt x="21600" y="161"/>
                  </a:lnTo>
                  <a:lnTo>
                    <a:pt x="13745" y="0"/>
                  </a:lnTo>
                  <a:lnTo>
                    <a:pt x="9818" y="0"/>
                  </a:lnTo>
                  <a:lnTo>
                    <a:pt x="5891" y="81"/>
                  </a:lnTo>
                  <a:lnTo>
                    <a:pt x="3927" y="161"/>
                  </a:lnTo>
                  <a:lnTo>
                    <a:pt x="0" y="242"/>
                  </a:lnTo>
                  <a:lnTo>
                    <a:pt x="0" y="21479"/>
                  </a:lnTo>
                  <a:lnTo>
                    <a:pt x="5891" y="21600"/>
                  </a:lnTo>
                  <a:lnTo>
                    <a:pt x="17673" y="21600"/>
                  </a:lnTo>
                  <a:lnTo>
                    <a:pt x="21600" y="21560"/>
                  </a:lnTo>
                  <a:lnTo>
                    <a:pt x="21600" y="28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0" name="Rectangle 43"/>
            <p:cNvSpPr txBox="1"/>
            <p:nvPr/>
          </p:nvSpPr>
          <p:spPr>
            <a:xfrm>
              <a:off x="452437" y="2540000"/>
              <a:ext cx="25630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Comic Sans MS"/>
                  <a:ea typeface="Comic Sans MS"/>
                  <a:cs typeface="Comic Sans MS"/>
                  <a:sym typeface="Comic Sans MS"/>
                </a:defRPr>
              </a:lvl1pPr>
            </a:lstStyle>
            <a:p>
              <a:pPr/>
              <a:r>
                <a:t>HLEN</a:t>
              </a:r>
            </a:p>
          </p:txBody>
        </p:sp>
        <p:sp>
          <p:nvSpPr>
            <p:cNvPr id="1291" name="Rectangle 44"/>
            <p:cNvSpPr txBox="1"/>
            <p:nvPr/>
          </p:nvSpPr>
          <p:spPr>
            <a:xfrm>
              <a:off x="550862" y="2670175"/>
              <a:ext cx="12700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Comic Sans MS"/>
                  <a:ea typeface="Comic Sans MS"/>
                  <a:cs typeface="Comic Sans MS"/>
                  <a:sym typeface="Comic Sans MS"/>
                </a:defRPr>
              </a:lvl1pPr>
            </a:lstStyle>
            <a:p>
              <a:pPr/>
              <a:r>
                <a:t>4</a:t>
              </a:r>
            </a:p>
          </p:txBody>
        </p:sp>
        <p:sp>
          <p:nvSpPr>
            <p:cNvPr id="1292" name="Rectangle 45"/>
            <p:cNvSpPr txBox="1"/>
            <p:nvPr/>
          </p:nvSpPr>
          <p:spPr>
            <a:xfrm>
              <a:off x="835025" y="2538412"/>
              <a:ext cx="25214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Comic Sans MS"/>
                  <a:ea typeface="Comic Sans MS"/>
                  <a:cs typeface="Comic Sans MS"/>
                  <a:sym typeface="Comic Sans MS"/>
                </a:defRPr>
              </a:lvl1pPr>
            </a:lstStyle>
            <a:p>
              <a:pPr/>
              <a:r>
                <a:t>RSVD</a:t>
              </a:r>
            </a:p>
          </p:txBody>
        </p:sp>
        <p:sp>
          <p:nvSpPr>
            <p:cNvPr id="1293" name="Rectangle 46"/>
            <p:cNvSpPr txBox="1"/>
            <p:nvPr/>
          </p:nvSpPr>
          <p:spPr>
            <a:xfrm>
              <a:off x="930275" y="2668587"/>
              <a:ext cx="12700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Comic Sans MS"/>
                  <a:ea typeface="Comic Sans MS"/>
                  <a:cs typeface="Comic Sans MS"/>
                  <a:sym typeface="Comic Sans MS"/>
                </a:defRPr>
              </a:lvl1pPr>
            </a:lstStyle>
            <a:p>
              <a:pPr/>
              <a:r>
                <a:t>6</a:t>
              </a:r>
            </a:p>
          </p:txBody>
        </p:sp>
        <p:sp>
          <p:nvSpPr>
            <p:cNvPr id="1294" name="Freeform 47"/>
            <p:cNvSpPr/>
            <p:nvPr/>
          </p:nvSpPr>
          <p:spPr>
            <a:xfrm>
              <a:off x="1108075" y="2424112"/>
              <a:ext cx="12701" cy="4238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83"/>
                  </a:moveTo>
                  <a:lnTo>
                    <a:pt x="21600" y="161"/>
                  </a:lnTo>
                  <a:lnTo>
                    <a:pt x="13745" y="0"/>
                  </a:lnTo>
                  <a:lnTo>
                    <a:pt x="9818" y="0"/>
                  </a:lnTo>
                  <a:lnTo>
                    <a:pt x="5891" y="81"/>
                  </a:lnTo>
                  <a:lnTo>
                    <a:pt x="3927" y="161"/>
                  </a:lnTo>
                  <a:lnTo>
                    <a:pt x="0" y="242"/>
                  </a:lnTo>
                  <a:lnTo>
                    <a:pt x="0" y="21479"/>
                  </a:lnTo>
                  <a:lnTo>
                    <a:pt x="5891" y="21600"/>
                  </a:lnTo>
                  <a:lnTo>
                    <a:pt x="17673" y="21600"/>
                  </a:lnTo>
                  <a:lnTo>
                    <a:pt x="21600" y="21560"/>
                  </a:lnTo>
                  <a:lnTo>
                    <a:pt x="21600" y="28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5" name="Freeform 48"/>
            <p:cNvSpPr/>
            <p:nvPr/>
          </p:nvSpPr>
          <p:spPr>
            <a:xfrm>
              <a:off x="1940718"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9636" y="120"/>
                  </a:lnTo>
                  <a:lnTo>
                    <a:pt x="15709" y="0"/>
                  </a:lnTo>
                  <a:lnTo>
                    <a:pt x="11782" y="0"/>
                  </a:lnTo>
                  <a:lnTo>
                    <a:pt x="3927" y="240"/>
                  </a:lnTo>
                  <a:lnTo>
                    <a:pt x="0" y="300"/>
                  </a:lnTo>
                  <a:lnTo>
                    <a:pt x="0" y="21420"/>
                  </a:lnTo>
                  <a:lnTo>
                    <a:pt x="3927" y="21540"/>
                  </a:lnTo>
                  <a:lnTo>
                    <a:pt x="7855" y="21600"/>
                  </a:lnTo>
                  <a:lnTo>
                    <a:pt x="19636"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6" name="Freeform 49"/>
            <p:cNvSpPr/>
            <p:nvPr/>
          </p:nvSpPr>
          <p:spPr>
            <a:xfrm>
              <a:off x="1246981"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9440" y="120"/>
                  </a:lnTo>
                  <a:lnTo>
                    <a:pt x="15120" y="0"/>
                  </a:lnTo>
                  <a:lnTo>
                    <a:pt x="10800" y="0"/>
                  </a:lnTo>
                  <a:lnTo>
                    <a:pt x="0" y="300"/>
                  </a:lnTo>
                  <a:lnTo>
                    <a:pt x="0" y="21420"/>
                  </a:lnTo>
                  <a:lnTo>
                    <a:pt x="2160" y="21540"/>
                  </a:lnTo>
                  <a:lnTo>
                    <a:pt x="6480" y="21600"/>
                  </a:lnTo>
                  <a:lnTo>
                    <a:pt x="19440"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7" name="Freeform 50"/>
            <p:cNvSpPr/>
            <p:nvPr/>
          </p:nvSpPr>
          <p:spPr>
            <a:xfrm>
              <a:off x="1385887"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7673" y="120"/>
                  </a:lnTo>
                  <a:lnTo>
                    <a:pt x="15709" y="0"/>
                  </a:lnTo>
                  <a:lnTo>
                    <a:pt x="11782" y="0"/>
                  </a:lnTo>
                  <a:lnTo>
                    <a:pt x="3927" y="240"/>
                  </a:lnTo>
                  <a:lnTo>
                    <a:pt x="0" y="300"/>
                  </a:lnTo>
                  <a:lnTo>
                    <a:pt x="0" y="21420"/>
                  </a:lnTo>
                  <a:lnTo>
                    <a:pt x="3927" y="21540"/>
                  </a:lnTo>
                  <a:lnTo>
                    <a:pt x="7855" y="21600"/>
                  </a:lnTo>
                  <a:lnTo>
                    <a:pt x="17673"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8" name="Freeform 51"/>
            <p:cNvSpPr/>
            <p:nvPr/>
          </p:nvSpPr>
          <p:spPr>
            <a:xfrm>
              <a:off x="1524793"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3745" y="0"/>
                  </a:lnTo>
                  <a:lnTo>
                    <a:pt x="11782" y="0"/>
                  </a:lnTo>
                  <a:lnTo>
                    <a:pt x="3927" y="240"/>
                  </a:lnTo>
                  <a:lnTo>
                    <a:pt x="0" y="300"/>
                  </a:lnTo>
                  <a:lnTo>
                    <a:pt x="0" y="21420"/>
                  </a:lnTo>
                  <a:lnTo>
                    <a:pt x="3927" y="21540"/>
                  </a:lnTo>
                  <a:lnTo>
                    <a:pt x="7855" y="21600"/>
                  </a:lnTo>
                  <a:lnTo>
                    <a:pt x="17673"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299" name="Freeform 52"/>
            <p:cNvSpPr/>
            <p:nvPr/>
          </p:nvSpPr>
          <p:spPr>
            <a:xfrm>
              <a:off x="1662906"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3745" y="0"/>
                  </a:lnTo>
                  <a:lnTo>
                    <a:pt x="9818" y="0"/>
                  </a:lnTo>
                  <a:lnTo>
                    <a:pt x="7855" y="120"/>
                  </a:lnTo>
                  <a:lnTo>
                    <a:pt x="3927" y="240"/>
                  </a:lnTo>
                  <a:lnTo>
                    <a:pt x="0" y="300"/>
                  </a:lnTo>
                  <a:lnTo>
                    <a:pt x="0" y="21420"/>
                  </a:lnTo>
                  <a:lnTo>
                    <a:pt x="3927" y="21540"/>
                  </a:lnTo>
                  <a:lnTo>
                    <a:pt x="7855" y="21600"/>
                  </a:lnTo>
                  <a:lnTo>
                    <a:pt x="17673"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00" name="Freeform 53"/>
            <p:cNvSpPr/>
            <p:nvPr/>
          </p:nvSpPr>
          <p:spPr>
            <a:xfrm>
              <a:off x="1801812" y="2562225"/>
              <a:ext cx="12701" cy="285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20"/>
                  </a:moveTo>
                  <a:lnTo>
                    <a:pt x="21600" y="240"/>
                  </a:lnTo>
                  <a:lnTo>
                    <a:pt x="13745" y="0"/>
                  </a:lnTo>
                  <a:lnTo>
                    <a:pt x="9818" y="0"/>
                  </a:lnTo>
                  <a:lnTo>
                    <a:pt x="5891" y="120"/>
                  </a:lnTo>
                  <a:lnTo>
                    <a:pt x="3927" y="240"/>
                  </a:lnTo>
                  <a:lnTo>
                    <a:pt x="0" y="300"/>
                  </a:lnTo>
                  <a:lnTo>
                    <a:pt x="0" y="21420"/>
                  </a:lnTo>
                  <a:lnTo>
                    <a:pt x="5891" y="21600"/>
                  </a:lnTo>
                  <a:lnTo>
                    <a:pt x="17673" y="21600"/>
                  </a:lnTo>
                  <a:lnTo>
                    <a:pt x="21600" y="21540"/>
                  </a:lnTo>
                  <a:lnTo>
                    <a:pt x="21600" y="42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01" name="Rectangle 54"/>
            <p:cNvSpPr txBox="1"/>
            <p:nvPr/>
          </p:nvSpPr>
          <p:spPr>
            <a:xfrm rot="16200000">
              <a:off x="1096776" y="2619189"/>
              <a:ext cx="246436"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URG</a:t>
              </a:r>
            </a:p>
          </p:txBody>
        </p:sp>
        <p:sp>
          <p:nvSpPr>
            <p:cNvPr id="1302" name="Rectangle 55"/>
            <p:cNvSpPr txBox="1"/>
            <p:nvPr/>
          </p:nvSpPr>
          <p:spPr>
            <a:xfrm rot="16200000">
              <a:off x="1240609" y="2624909"/>
              <a:ext cx="234995"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ACK</a:t>
              </a:r>
            </a:p>
          </p:txBody>
        </p:sp>
        <p:sp>
          <p:nvSpPr>
            <p:cNvPr id="1303" name="Rectangle 56"/>
            <p:cNvSpPr txBox="1"/>
            <p:nvPr/>
          </p:nvSpPr>
          <p:spPr>
            <a:xfrm rot="16200000">
              <a:off x="1375013" y="2616439"/>
              <a:ext cx="239236"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PSH</a:t>
              </a:r>
            </a:p>
          </p:txBody>
        </p:sp>
        <p:sp>
          <p:nvSpPr>
            <p:cNvPr id="1304" name="Rectangle 57"/>
            <p:cNvSpPr txBox="1"/>
            <p:nvPr/>
          </p:nvSpPr>
          <p:spPr>
            <a:xfrm rot="16200000">
              <a:off x="1515185" y="2621672"/>
              <a:ext cx="241468"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RST</a:t>
              </a:r>
            </a:p>
          </p:txBody>
        </p:sp>
        <p:sp>
          <p:nvSpPr>
            <p:cNvPr id="1305" name="Rectangle 58"/>
            <p:cNvSpPr txBox="1"/>
            <p:nvPr/>
          </p:nvSpPr>
          <p:spPr>
            <a:xfrm rot="16200000">
              <a:off x="1646209" y="2614584"/>
              <a:ext cx="255644"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SYN</a:t>
              </a:r>
            </a:p>
          </p:txBody>
        </p:sp>
        <p:sp>
          <p:nvSpPr>
            <p:cNvPr id="1306" name="Rectangle 59"/>
            <p:cNvSpPr txBox="1"/>
            <p:nvPr/>
          </p:nvSpPr>
          <p:spPr>
            <a:xfrm rot="16200000">
              <a:off x="1796721" y="2625396"/>
              <a:ext cx="235608"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FIN</a:t>
              </a:r>
            </a:p>
          </p:txBody>
        </p:sp>
        <p:sp>
          <p:nvSpPr>
            <p:cNvPr id="1307" name="Freeform 60"/>
            <p:cNvSpPr/>
            <p:nvPr/>
          </p:nvSpPr>
          <p:spPr>
            <a:xfrm>
              <a:off x="1109662" y="2559844"/>
              <a:ext cx="841376"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3" y="0"/>
                  </a:moveTo>
                  <a:lnTo>
                    <a:pt x="102" y="0"/>
                  </a:lnTo>
                  <a:lnTo>
                    <a:pt x="61" y="3927"/>
                  </a:lnTo>
                  <a:lnTo>
                    <a:pt x="41" y="7855"/>
                  </a:lnTo>
                  <a:lnTo>
                    <a:pt x="0" y="9818"/>
                  </a:lnTo>
                  <a:lnTo>
                    <a:pt x="0" y="13745"/>
                  </a:lnTo>
                  <a:lnTo>
                    <a:pt x="41" y="17673"/>
                  </a:lnTo>
                  <a:lnTo>
                    <a:pt x="61" y="21600"/>
                  </a:lnTo>
                  <a:lnTo>
                    <a:pt x="21580" y="21600"/>
                  </a:lnTo>
                  <a:lnTo>
                    <a:pt x="21600" y="17673"/>
                  </a:lnTo>
                  <a:lnTo>
                    <a:pt x="21600" y="7855"/>
                  </a:lnTo>
                  <a:lnTo>
                    <a:pt x="21580" y="3927"/>
                  </a:lnTo>
                  <a:lnTo>
                    <a:pt x="21539" y="0"/>
                  </a:lnTo>
                  <a:lnTo>
                    <a:pt x="143"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08" name="Freeform 61"/>
            <p:cNvSpPr/>
            <p:nvPr/>
          </p:nvSpPr>
          <p:spPr>
            <a:xfrm>
              <a:off x="1940718" y="2424112"/>
              <a:ext cx="12701" cy="8397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518"/>
                  </a:moveTo>
                  <a:lnTo>
                    <a:pt x="7855" y="21600"/>
                  </a:lnTo>
                  <a:lnTo>
                    <a:pt x="19636" y="21600"/>
                  </a:lnTo>
                  <a:lnTo>
                    <a:pt x="21600" y="21559"/>
                  </a:lnTo>
                  <a:lnTo>
                    <a:pt x="21600" y="82"/>
                  </a:lnTo>
                  <a:lnTo>
                    <a:pt x="19636" y="41"/>
                  </a:lnTo>
                  <a:lnTo>
                    <a:pt x="15709" y="0"/>
                  </a:lnTo>
                  <a:lnTo>
                    <a:pt x="11782" y="0"/>
                  </a:lnTo>
                  <a:lnTo>
                    <a:pt x="0" y="122"/>
                  </a:lnTo>
                  <a:lnTo>
                    <a:pt x="0" y="21518"/>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09" name="Rectangle 62"/>
            <p:cNvSpPr txBox="1"/>
            <p:nvPr/>
          </p:nvSpPr>
          <p:spPr>
            <a:xfrm>
              <a:off x="1376362" y="2454275"/>
              <a:ext cx="288182" cy="165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900">
                  <a:latin typeface="Comic Sans MS"/>
                  <a:ea typeface="Comic Sans MS"/>
                  <a:cs typeface="Comic Sans MS"/>
                  <a:sym typeface="Comic Sans MS"/>
                </a:defRPr>
              </a:lvl1pPr>
            </a:lstStyle>
            <a:p>
              <a:pPr/>
              <a:r>
                <a:t>Flags</a:t>
              </a:r>
            </a:p>
          </p:txBody>
        </p:sp>
        <p:sp>
          <p:nvSpPr>
            <p:cNvPr id="1310" name="Rectangle 63"/>
            <p:cNvSpPr txBox="1"/>
            <p:nvPr/>
          </p:nvSpPr>
          <p:spPr>
            <a:xfrm>
              <a:off x="2139950" y="2532062"/>
              <a:ext cx="1155514"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Window Size</a:t>
              </a:r>
            </a:p>
          </p:txBody>
        </p:sp>
        <p:sp>
          <p:nvSpPr>
            <p:cNvPr id="1311" name="Rectangle 64"/>
            <p:cNvSpPr txBox="1"/>
            <p:nvPr/>
          </p:nvSpPr>
          <p:spPr>
            <a:xfrm>
              <a:off x="642937" y="2957512"/>
              <a:ext cx="882415"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Checksum</a:t>
              </a:r>
            </a:p>
          </p:txBody>
        </p:sp>
        <p:sp>
          <p:nvSpPr>
            <p:cNvPr id="1312" name="Rectangle 65"/>
            <p:cNvSpPr txBox="1"/>
            <p:nvPr/>
          </p:nvSpPr>
          <p:spPr>
            <a:xfrm>
              <a:off x="2238375" y="2957512"/>
              <a:ext cx="40263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Urg </a:t>
              </a:r>
            </a:p>
          </p:txBody>
        </p:sp>
        <p:sp>
          <p:nvSpPr>
            <p:cNvPr id="1313" name="Rectangle 66"/>
            <p:cNvSpPr txBox="1"/>
            <p:nvPr/>
          </p:nvSpPr>
          <p:spPr>
            <a:xfrm>
              <a:off x="2617787" y="2957512"/>
              <a:ext cx="6508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Pointer</a:t>
              </a:r>
            </a:p>
          </p:txBody>
        </p:sp>
        <p:sp>
          <p:nvSpPr>
            <p:cNvPr id="1314" name="Rectangle 67"/>
            <p:cNvSpPr txBox="1"/>
            <p:nvPr/>
          </p:nvSpPr>
          <p:spPr>
            <a:xfrm>
              <a:off x="1406525" y="3373437"/>
              <a:ext cx="1242300"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(TCP Options)</a:t>
              </a:r>
            </a:p>
          </p:txBody>
        </p:sp>
        <p:sp>
          <p:nvSpPr>
            <p:cNvPr id="1315" name="Rectangle 68"/>
            <p:cNvSpPr txBox="1"/>
            <p:nvPr/>
          </p:nvSpPr>
          <p:spPr>
            <a:xfrm>
              <a:off x="366712" y="985837"/>
              <a:ext cx="12897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0</a:t>
              </a:r>
            </a:p>
          </p:txBody>
        </p:sp>
        <p:sp>
          <p:nvSpPr>
            <p:cNvPr id="1316" name="Rectangle 69"/>
            <p:cNvSpPr txBox="1"/>
            <p:nvPr/>
          </p:nvSpPr>
          <p:spPr>
            <a:xfrm>
              <a:off x="1822450" y="985837"/>
              <a:ext cx="214735"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15</a:t>
              </a:r>
            </a:p>
          </p:txBody>
        </p:sp>
        <p:sp>
          <p:nvSpPr>
            <p:cNvPr id="1317" name="Rectangle 70"/>
            <p:cNvSpPr txBox="1"/>
            <p:nvPr/>
          </p:nvSpPr>
          <p:spPr>
            <a:xfrm>
              <a:off x="3349624" y="985837"/>
              <a:ext cx="214735"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latin typeface="Comic Sans MS"/>
                  <a:ea typeface="Comic Sans MS"/>
                  <a:cs typeface="Comic Sans MS"/>
                  <a:sym typeface="Comic Sans MS"/>
                </a:defRPr>
              </a:lvl1pPr>
            </a:lstStyle>
            <a:p>
              <a:pPr/>
              <a:r>
                <a:t>31</a:t>
              </a:r>
            </a:p>
          </p:txBody>
        </p:sp>
        <p:sp>
          <p:nvSpPr>
            <p:cNvPr id="1318" name="Rectangle 71"/>
            <p:cNvSpPr txBox="1"/>
            <p:nvPr/>
          </p:nvSpPr>
          <p:spPr>
            <a:xfrm>
              <a:off x="1336675" y="3862387"/>
              <a:ext cx="1219114"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200">
                  <a:latin typeface="Comic Sans MS"/>
                  <a:ea typeface="Comic Sans MS"/>
                  <a:cs typeface="Comic Sans MS"/>
                  <a:sym typeface="Comic Sans MS"/>
                </a:defRPr>
              </a:lvl1pPr>
            </a:lstStyle>
            <a:p>
              <a:pPr/>
              <a:r>
                <a:t>TCP Data</a:t>
              </a:r>
            </a:p>
          </p:txBody>
        </p:sp>
        <p:sp>
          <p:nvSpPr>
            <p:cNvPr id="1319" name="Freeform 72"/>
            <p:cNvSpPr/>
            <p:nvPr/>
          </p:nvSpPr>
          <p:spPr>
            <a:xfrm>
              <a:off x="403225" y="4005262"/>
              <a:ext cx="34926" cy="312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54"/>
                  </a:moveTo>
                  <a:lnTo>
                    <a:pt x="20618" y="769"/>
                  </a:lnTo>
                  <a:lnTo>
                    <a:pt x="19145" y="385"/>
                  </a:lnTo>
                  <a:lnTo>
                    <a:pt x="15218" y="55"/>
                  </a:lnTo>
                  <a:lnTo>
                    <a:pt x="10800" y="0"/>
                  </a:lnTo>
                  <a:lnTo>
                    <a:pt x="7364" y="55"/>
                  </a:lnTo>
                  <a:lnTo>
                    <a:pt x="3927" y="385"/>
                  </a:lnTo>
                  <a:lnTo>
                    <a:pt x="982" y="769"/>
                  </a:lnTo>
                  <a:lnTo>
                    <a:pt x="0" y="1154"/>
                  </a:lnTo>
                  <a:lnTo>
                    <a:pt x="982" y="1704"/>
                  </a:lnTo>
                  <a:lnTo>
                    <a:pt x="3927" y="2089"/>
                  </a:lnTo>
                  <a:lnTo>
                    <a:pt x="7364" y="2308"/>
                  </a:lnTo>
                  <a:lnTo>
                    <a:pt x="10800" y="2363"/>
                  </a:lnTo>
                  <a:lnTo>
                    <a:pt x="15218" y="2308"/>
                  </a:lnTo>
                  <a:lnTo>
                    <a:pt x="19145" y="2089"/>
                  </a:lnTo>
                  <a:lnTo>
                    <a:pt x="20618" y="1704"/>
                  </a:lnTo>
                  <a:lnTo>
                    <a:pt x="21600" y="1154"/>
                  </a:lnTo>
                  <a:lnTo>
                    <a:pt x="21600" y="5991"/>
                  </a:lnTo>
                  <a:lnTo>
                    <a:pt x="20618" y="5606"/>
                  </a:lnTo>
                  <a:lnTo>
                    <a:pt x="19145" y="5166"/>
                  </a:lnTo>
                  <a:lnTo>
                    <a:pt x="15218" y="4892"/>
                  </a:lnTo>
                  <a:lnTo>
                    <a:pt x="10800" y="4782"/>
                  </a:lnTo>
                  <a:lnTo>
                    <a:pt x="7364" y="4892"/>
                  </a:lnTo>
                  <a:lnTo>
                    <a:pt x="3927" y="5166"/>
                  </a:lnTo>
                  <a:lnTo>
                    <a:pt x="982" y="5606"/>
                  </a:lnTo>
                  <a:lnTo>
                    <a:pt x="0" y="5991"/>
                  </a:lnTo>
                  <a:lnTo>
                    <a:pt x="982" y="6485"/>
                  </a:lnTo>
                  <a:lnTo>
                    <a:pt x="3927" y="6870"/>
                  </a:lnTo>
                  <a:lnTo>
                    <a:pt x="7364" y="7090"/>
                  </a:lnTo>
                  <a:lnTo>
                    <a:pt x="10800" y="7200"/>
                  </a:lnTo>
                  <a:lnTo>
                    <a:pt x="15218" y="7090"/>
                  </a:lnTo>
                  <a:lnTo>
                    <a:pt x="19145" y="6870"/>
                  </a:lnTo>
                  <a:lnTo>
                    <a:pt x="20618" y="6485"/>
                  </a:lnTo>
                  <a:lnTo>
                    <a:pt x="21600" y="5991"/>
                  </a:lnTo>
                  <a:lnTo>
                    <a:pt x="21600" y="1154"/>
                  </a:lnTo>
                  <a:lnTo>
                    <a:pt x="21600" y="10773"/>
                  </a:lnTo>
                  <a:lnTo>
                    <a:pt x="20618" y="10388"/>
                  </a:lnTo>
                  <a:lnTo>
                    <a:pt x="19145" y="10003"/>
                  </a:lnTo>
                  <a:lnTo>
                    <a:pt x="15218" y="9673"/>
                  </a:lnTo>
                  <a:lnTo>
                    <a:pt x="10800" y="9563"/>
                  </a:lnTo>
                  <a:lnTo>
                    <a:pt x="7364" y="9673"/>
                  </a:lnTo>
                  <a:lnTo>
                    <a:pt x="3927" y="10003"/>
                  </a:lnTo>
                  <a:lnTo>
                    <a:pt x="982" y="10388"/>
                  </a:lnTo>
                  <a:lnTo>
                    <a:pt x="0" y="10773"/>
                  </a:lnTo>
                  <a:lnTo>
                    <a:pt x="982" y="11267"/>
                  </a:lnTo>
                  <a:lnTo>
                    <a:pt x="3927" y="11707"/>
                  </a:lnTo>
                  <a:lnTo>
                    <a:pt x="7364" y="11872"/>
                  </a:lnTo>
                  <a:lnTo>
                    <a:pt x="10800" y="11982"/>
                  </a:lnTo>
                  <a:lnTo>
                    <a:pt x="15218" y="11872"/>
                  </a:lnTo>
                  <a:lnTo>
                    <a:pt x="19145" y="11707"/>
                  </a:lnTo>
                  <a:lnTo>
                    <a:pt x="20618" y="11267"/>
                  </a:lnTo>
                  <a:lnTo>
                    <a:pt x="21600" y="10773"/>
                  </a:lnTo>
                  <a:lnTo>
                    <a:pt x="21600" y="1154"/>
                  </a:lnTo>
                  <a:lnTo>
                    <a:pt x="21600" y="15609"/>
                  </a:lnTo>
                  <a:lnTo>
                    <a:pt x="20618" y="15169"/>
                  </a:lnTo>
                  <a:lnTo>
                    <a:pt x="19145" y="14785"/>
                  </a:lnTo>
                  <a:lnTo>
                    <a:pt x="15218" y="14510"/>
                  </a:lnTo>
                  <a:lnTo>
                    <a:pt x="10800" y="14400"/>
                  </a:lnTo>
                  <a:lnTo>
                    <a:pt x="7364" y="14510"/>
                  </a:lnTo>
                  <a:lnTo>
                    <a:pt x="3927" y="14785"/>
                  </a:lnTo>
                  <a:lnTo>
                    <a:pt x="982" y="15169"/>
                  </a:lnTo>
                  <a:lnTo>
                    <a:pt x="0" y="15609"/>
                  </a:lnTo>
                  <a:lnTo>
                    <a:pt x="982" y="16104"/>
                  </a:lnTo>
                  <a:lnTo>
                    <a:pt x="3927" y="16489"/>
                  </a:lnTo>
                  <a:lnTo>
                    <a:pt x="7364" y="16708"/>
                  </a:lnTo>
                  <a:lnTo>
                    <a:pt x="10800" y="16818"/>
                  </a:lnTo>
                  <a:lnTo>
                    <a:pt x="15218" y="16708"/>
                  </a:lnTo>
                  <a:lnTo>
                    <a:pt x="19145" y="16489"/>
                  </a:lnTo>
                  <a:lnTo>
                    <a:pt x="20618" y="16104"/>
                  </a:lnTo>
                  <a:lnTo>
                    <a:pt x="21600" y="15609"/>
                  </a:lnTo>
                  <a:lnTo>
                    <a:pt x="21600" y="1154"/>
                  </a:lnTo>
                  <a:lnTo>
                    <a:pt x="21600" y="20391"/>
                  </a:lnTo>
                  <a:lnTo>
                    <a:pt x="20618" y="20006"/>
                  </a:lnTo>
                  <a:lnTo>
                    <a:pt x="19145" y="19566"/>
                  </a:lnTo>
                  <a:lnTo>
                    <a:pt x="15218" y="19292"/>
                  </a:lnTo>
                  <a:lnTo>
                    <a:pt x="10800" y="19182"/>
                  </a:lnTo>
                  <a:lnTo>
                    <a:pt x="7364" y="19292"/>
                  </a:lnTo>
                  <a:lnTo>
                    <a:pt x="3927" y="19566"/>
                  </a:lnTo>
                  <a:lnTo>
                    <a:pt x="982" y="20006"/>
                  </a:lnTo>
                  <a:lnTo>
                    <a:pt x="0" y="20391"/>
                  </a:lnTo>
                  <a:lnTo>
                    <a:pt x="982" y="20885"/>
                  </a:lnTo>
                  <a:lnTo>
                    <a:pt x="3927" y="21270"/>
                  </a:lnTo>
                  <a:lnTo>
                    <a:pt x="7364" y="21490"/>
                  </a:lnTo>
                  <a:lnTo>
                    <a:pt x="10800" y="21600"/>
                  </a:lnTo>
                  <a:lnTo>
                    <a:pt x="15218" y="21490"/>
                  </a:lnTo>
                  <a:lnTo>
                    <a:pt x="19145" y="21270"/>
                  </a:lnTo>
                  <a:lnTo>
                    <a:pt x="20618" y="20885"/>
                  </a:lnTo>
                  <a:lnTo>
                    <a:pt x="21600" y="20391"/>
                  </a:lnTo>
                  <a:lnTo>
                    <a:pt x="21600" y="1154"/>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20" name="Freeform 73"/>
            <p:cNvSpPr/>
            <p:nvPr/>
          </p:nvSpPr>
          <p:spPr>
            <a:xfrm>
              <a:off x="3455987" y="4005262"/>
              <a:ext cx="34926" cy="312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54"/>
                  </a:moveTo>
                  <a:lnTo>
                    <a:pt x="21098" y="769"/>
                  </a:lnTo>
                  <a:lnTo>
                    <a:pt x="19088" y="385"/>
                  </a:lnTo>
                  <a:lnTo>
                    <a:pt x="15572" y="55"/>
                  </a:lnTo>
                  <a:lnTo>
                    <a:pt x="11051" y="0"/>
                  </a:lnTo>
                  <a:lnTo>
                    <a:pt x="7033" y="55"/>
                  </a:lnTo>
                  <a:lnTo>
                    <a:pt x="3516" y="385"/>
                  </a:lnTo>
                  <a:lnTo>
                    <a:pt x="1005" y="769"/>
                  </a:lnTo>
                  <a:lnTo>
                    <a:pt x="0" y="1154"/>
                  </a:lnTo>
                  <a:lnTo>
                    <a:pt x="1005" y="1704"/>
                  </a:lnTo>
                  <a:lnTo>
                    <a:pt x="3516" y="2089"/>
                  </a:lnTo>
                  <a:lnTo>
                    <a:pt x="7033" y="2308"/>
                  </a:lnTo>
                  <a:lnTo>
                    <a:pt x="11051" y="2363"/>
                  </a:lnTo>
                  <a:lnTo>
                    <a:pt x="15572" y="2308"/>
                  </a:lnTo>
                  <a:lnTo>
                    <a:pt x="19088" y="2089"/>
                  </a:lnTo>
                  <a:lnTo>
                    <a:pt x="21098" y="1704"/>
                  </a:lnTo>
                  <a:lnTo>
                    <a:pt x="21600" y="1154"/>
                  </a:lnTo>
                  <a:lnTo>
                    <a:pt x="21600" y="5991"/>
                  </a:lnTo>
                  <a:lnTo>
                    <a:pt x="21098" y="5606"/>
                  </a:lnTo>
                  <a:lnTo>
                    <a:pt x="19088" y="5166"/>
                  </a:lnTo>
                  <a:lnTo>
                    <a:pt x="15572" y="4892"/>
                  </a:lnTo>
                  <a:lnTo>
                    <a:pt x="11051" y="4782"/>
                  </a:lnTo>
                  <a:lnTo>
                    <a:pt x="7033" y="4892"/>
                  </a:lnTo>
                  <a:lnTo>
                    <a:pt x="3516" y="5166"/>
                  </a:lnTo>
                  <a:lnTo>
                    <a:pt x="1005" y="5606"/>
                  </a:lnTo>
                  <a:lnTo>
                    <a:pt x="0" y="5991"/>
                  </a:lnTo>
                  <a:lnTo>
                    <a:pt x="1005" y="6485"/>
                  </a:lnTo>
                  <a:lnTo>
                    <a:pt x="3516" y="6870"/>
                  </a:lnTo>
                  <a:lnTo>
                    <a:pt x="7033" y="7090"/>
                  </a:lnTo>
                  <a:lnTo>
                    <a:pt x="11051" y="7200"/>
                  </a:lnTo>
                  <a:lnTo>
                    <a:pt x="15572" y="7090"/>
                  </a:lnTo>
                  <a:lnTo>
                    <a:pt x="19088" y="6870"/>
                  </a:lnTo>
                  <a:lnTo>
                    <a:pt x="21098" y="6485"/>
                  </a:lnTo>
                  <a:lnTo>
                    <a:pt x="21600" y="5991"/>
                  </a:lnTo>
                  <a:lnTo>
                    <a:pt x="21600" y="1154"/>
                  </a:lnTo>
                  <a:lnTo>
                    <a:pt x="21600" y="10773"/>
                  </a:lnTo>
                  <a:lnTo>
                    <a:pt x="21098" y="10388"/>
                  </a:lnTo>
                  <a:lnTo>
                    <a:pt x="19088" y="10003"/>
                  </a:lnTo>
                  <a:lnTo>
                    <a:pt x="15572" y="9673"/>
                  </a:lnTo>
                  <a:lnTo>
                    <a:pt x="11051" y="9563"/>
                  </a:lnTo>
                  <a:lnTo>
                    <a:pt x="7033" y="9673"/>
                  </a:lnTo>
                  <a:lnTo>
                    <a:pt x="3516" y="10003"/>
                  </a:lnTo>
                  <a:lnTo>
                    <a:pt x="1005" y="10388"/>
                  </a:lnTo>
                  <a:lnTo>
                    <a:pt x="0" y="10773"/>
                  </a:lnTo>
                  <a:lnTo>
                    <a:pt x="1005" y="11267"/>
                  </a:lnTo>
                  <a:lnTo>
                    <a:pt x="3516" y="11707"/>
                  </a:lnTo>
                  <a:lnTo>
                    <a:pt x="7033" y="11872"/>
                  </a:lnTo>
                  <a:lnTo>
                    <a:pt x="11051" y="11982"/>
                  </a:lnTo>
                  <a:lnTo>
                    <a:pt x="15572" y="11872"/>
                  </a:lnTo>
                  <a:lnTo>
                    <a:pt x="19088" y="11707"/>
                  </a:lnTo>
                  <a:lnTo>
                    <a:pt x="21098" y="11267"/>
                  </a:lnTo>
                  <a:lnTo>
                    <a:pt x="21600" y="10773"/>
                  </a:lnTo>
                  <a:lnTo>
                    <a:pt x="21600" y="1154"/>
                  </a:lnTo>
                  <a:lnTo>
                    <a:pt x="21600" y="15609"/>
                  </a:lnTo>
                  <a:lnTo>
                    <a:pt x="21098" y="15169"/>
                  </a:lnTo>
                  <a:lnTo>
                    <a:pt x="19088" y="14785"/>
                  </a:lnTo>
                  <a:lnTo>
                    <a:pt x="15572" y="14510"/>
                  </a:lnTo>
                  <a:lnTo>
                    <a:pt x="11051" y="14400"/>
                  </a:lnTo>
                  <a:lnTo>
                    <a:pt x="7033" y="14510"/>
                  </a:lnTo>
                  <a:lnTo>
                    <a:pt x="3516" y="14785"/>
                  </a:lnTo>
                  <a:lnTo>
                    <a:pt x="1005" y="15169"/>
                  </a:lnTo>
                  <a:lnTo>
                    <a:pt x="0" y="15609"/>
                  </a:lnTo>
                  <a:lnTo>
                    <a:pt x="1005" y="16104"/>
                  </a:lnTo>
                  <a:lnTo>
                    <a:pt x="3516" y="16489"/>
                  </a:lnTo>
                  <a:lnTo>
                    <a:pt x="7033" y="16708"/>
                  </a:lnTo>
                  <a:lnTo>
                    <a:pt x="11051" y="16818"/>
                  </a:lnTo>
                  <a:lnTo>
                    <a:pt x="15572" y="16708"/>
                  </a:lnTo>
                  <a:lnTo>
                    <a:pt x="19088" y="16489"/>
                  </a:lnTo>
                  <a:lnTo>
                    <a:pt x="21098" y="16104"/>
                  </a:lnTo>
                  <a:lnTo>
                    <a:pt x="21600" y="15609"/>
                  </a:lnTo>
                  <a:lnTo>
                    <a:pt x="21600" y="1154"/>
                  </a:lnTo>
                  <a:lnTo>
                    <a:pt x="21600" y="20391"/>
                  </a:lnTo>
                  <a:lnTo>
                    <a:pt x="21098" y="20006"/>
                  </a:lnTo>
                  <a:lnTo>
                    <a:pt x="19088" y="19566"/>
                  </a:lnTo>
                  <a:lnTo>
                    <a:pt x="15572" y="19292"/>
                  </a:lnTo>
                  <a:lnTo>
                    <a:pt x="11051" y="19182"/>
                  </a:lnTo>
                  <a:lnTo>
                    <a:pt x="7033" y="19292"/>
                  </a:lnTo>
                  <a:lnTo>
                    <a:pt x="3516" y="19566"/>
                  </a:lnTo>
                  <a:lnTo>
                    <a:pt x="1005" y="20006"/>
                  </a:lnTo>
                  <a:lnTo>
                    <a:pt x="0" y="20391"/>
                  </a:lnTo>
                  <a:lnTo>
                    <a:pt x="1005" y="20885"/>
                  </a:lnTo>
                  <a:lnTo>
                    <a:pt x="3516" y="21270"/>
                  </a:lnTo>
                  <a:lnTo>
                    <a:pt x="7033" y="21490"/>
                  </a:lnTo>
                  <a:lnTo>
                    <a:pt x="11051" y="21600"/>
                  </a:lnTo>
                  <a:lnTo>
                    <a:pt x="15572" y="21490"/>
                  </a:lnTo>
                  <a:lnTo>
                    <a:pt x="19088" y="21270"/>
                  </a:lnTo>
                  <a:lnTo>
                    <a:pt x="21098" y="20885"/>
                  </a:lnTo>
                  <a:lnTo>
                    <a:pt x="21600" y="20391"/>
                  </a:lnTo>
                  <a:lnTo>
                    <a:pt x="21600" y="1154"/>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21" name="Freeform 74"/>
            <p:cNvSpPr/>
            <p:nvPr/>
          </p:nvSpPr>
          <p:spPr>
            <a:xfrm>
              <a:off x="3168649" y="1403350"/>
              <a:ext cx="3287713" cy="15001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86" y="7337"/>
                  </a:moveTo>
                  <a:lnTo>
                    <a:pt x="4286" y="21600"/>
                  </a:lnTo>
                  <a:lnTo>
                    <a:pt x="21600" y="21600"/>
                  </a:lnTo>
                  <a:lnTo>
                    <a:pt x="21600" y="7337"/>
                  </a:lnTo>
                  <a:lnTo>
                    <a:pt x="11496" y="7337"/>
                  </a:lnTo>
                  <a:lnTo>
                    <a:pt x="0" y="0"/>
                  </a:lnTo>
                  <a:lnTo>
                    <a:pt x="7169" y="7337"/>
                  </a:lnTo>
                  <a:lnTo>
                    <a:pt x="4286" y="7337"/>
                  </a:lnTo>
                  <a:close/>
                </a:path>
              </a:pathLst>
            </a:custGeom>
            <a:solidFill>
              <a:srgbClr val="B2B2B2"/>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22" name="Freeform 75"/>
            <p:cNvSpPr/>
            <p:nvPr/>
          </p:nvSpPr>
          <p:spPr>
            <a:xfrm>
              <a:off x="3163887" y="1398587"/>
              <a:ext cx="3295650" cy="1509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70" y="9726"/>
                  </a:moveTo>
                  <a:lnTo>
                    <a:pt x="4270" y="21555"/>
                  </a:lnTo>
                  <a:lnTo>
                    <a:pt x="4291" y="21600"/>
                  </a:lnTo>
                  <a:lnTo>
                    <a:pt x="21590" y="21600"/>
                  </a:lnTo>
                  <a:lnTo>
                    <a:pt x="21600" y="21577"/>
                  </a:lnTo>
                  <a:lnTo>
                    <a:pt x="21600" y="7351"/>
                  </a:lnTo>
                  <a:lnTo>
                    <a:pt x="21579" y="7306"/>
                  </a:lnTo>
                  <a:lnTo>
                    <a:pt x="11505" y="7306"/>
                  </a:lnTo>
                  <a:lnTo>
                    <a:pt x="36" y="0"/>
                  </a:lnTo>
                  <a:lnTo>
                    <a:pt x="26" y="0"/>
                  </a:lnTo>
                  <a:lnTo>
                    <a:pt x="21" y="23"/>
                  </a:lnTo>
                  <a:lnTo>
                    <a:pt x="0" y="68"/>
                  </a:lnTo>
                  <a:lnTo>
                    <a:pt x="0" y="91"/>
                  </a:lnTo>
                  <a:lnTo>
                    <a:pt x="10" y="102"/>
                  </a:lnTo>
                  <a:lnTo>
                    <a:pt x="21" y="125"/>
                  </a:lnTo>
                  <a:lnTo>
                    <a:pt x="26" y="125"/>
                  </a:lnTo>
                  <a:lnTo>
                    <a:pt x="7053" y="7306"/>
                  </a:lnTo>
                  <a:lnTo>
                    <a:pt x="4301" y="7306"/>
                  </a:lnTo>
                  <a:lnTo>
                    <a:pt x="4280" y="7351"/>
                  </a:lnTo>
                  <a:lnTo>
                    <a:pt x="4270" y="7363"/>
                  </a:lnTo>
                  <a:lnTo>
                    <a:pt x="4270" y="9726"/>
                  </a:lnTo>
                  <a:lnTo>
                    <a:pt x="4327" y="7431"/>
                  </a:lnTo>
                  <a:lnTo>
                    <a:pt x="7198" y="7431"/>
                  </a:lnTo>
                  <a:lnTo>
                    <a:pt x="7209" y="7408"/>
                  </a:lnTo>
                  <a:lnTo>
                    <a:pt x="7209" y="7351"/>
                  </a:lnTo>
                  <a:lnTo>
                    <a:pt x="7188" y="7306"/>
                  </a:lnTo>
                  <a:lnTo>
                    <a:pt x="369" y="352"/>
                  </a:lnTo>
                  <a:lnTo>
                    <a:pt x="11494" y="7431"/>
                  </a:lnTo>
                  <a:lnTo>
                    <a:pt x="21543" y="7431"/>
                  </a:lnTo>
                  <a:lnTo>
                    <a:pt x="21543" y="21475"/>
                  </a:lnTo>
                  <a:lnTo>
                    <a:pt x="4327" y="21475"/>
                  </a:lnTo>
                  <a:lnTo>
                    <a:pt x="4327" y="7431"/>
                  </a:lnTo>
                  <a:lnTo>
                    <a:pt x="4270" y="9726"/>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23" name="Rectangle 76"/>
            <p:cNvSpPr txBox="1"/>
            <p:nvPr/>
          </p:nvSpPr>
          <p:spPr>
            <a:xfrm>
              <a:off x="4067174" y="1958975"/>
              <a:ext cx="355601"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latin typeface="Comic Sans MS"/>
                  <a:ea typeface="Comic Sans MS"/>
                  <a:cs typeface="Comic Sans MS"/>
                  <a:sym typeface="Comic Sans MS"/>
                </a:defRPr>
              </a:lvl1pPr>
            </a:lstStyle>
            <a:p>
              <a:pPr/>
              <a:r>
                <a:t>Src</a:t>
              </a:r>
            </a:p>
          </p:txBody>
        </p:sp>
        <p:sp>
          <p:nvSpPr>
            <p:cNvPr id="1324" name="Rectangle 77"/>
            <p:cNvSpPr txBox="1"/>
            <p:nvPr/>
          </p:nvSpPr>
          <p:spPr>
            <a:xfrm>
              <a:off x="4418012" y="1958975"/>
              <a:ext cx="1759347"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latin typeface="Comic Sans MS"/>
                  <a:ea typeface="Comic Sans MS"/>
                  <a:cs typeface="Comic Sans MS"/>
                  <a:sym typeface="Comic Sans MS"/>
                </a:defRPr>
              </a:lvl1pPr>
            </a:lstStyle>
            <a:p>
              <a:pPr/>
              <a:r>
                <a:t>/dst port numbers</a:t>
              </a:r>
            </a:p>
          </p:txBody>
        </p:sp>
        <p:sp>
          <p:nvSpPr>
            <p:cNvPr id="1325" name="Rectangle 78"/>
            <p:cNvSpPr txBox="1"/>
            <p:nvPr/>
          </p:nvSpPr>
          <p:spPr>
            <a:xfrm>
              <a:off x="4303712" y="2249487"/>
              <a:ext cx="1640384"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latin typeface="Comic Sans MS"/>
                  <a:ea typeface="Comic Sans MS"/>
                  <a:cs typeface="Comic Sans MS"/>
                  <a:sym typeface="Comic Sans MS"/>
                </a:defRPr>
              </a:lvl1pPr>
            </a:lstStyle>
            <a:p>
              <a:pPr/>
              <a:r>
                <a:t>and IP addresses</a:t>
              </a:r>
            </a:p>
          </p:txBody>
        </p:sp>
        <p:sp>
          <p:nvSpPr>
            <p:cNvPr id="1326" name="Rectangle 79"/>
            <p:cNvSpPr txBox="1"/>
            <p:nvPr/>
          </p:nvSpPr>
          <p:spPr>
            <a:xfrm>
              <a:off x="3981449" y="2540000"/>
              <a:ext cx="2269928" cy="292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600">
                  <a:latin typeface="Comic Sans MS"/>
                  <a:ea typeface="Comic Sans MS"/>
                  <a:cs typeface="Comic Sans MS"/>
                  <a:sym typeface="Comic Sans MS"/>
                </a:defRPr>
              </a:lvl1pPr>
            </a:lstStyle>
            <a:p>
              <a:pPr/>
              <a:r>
                <a:t>uniquely identify socket</a:t>
              </a:r>
            </a:p>
          </p:txBody>
        </p:sp>
      </p:gr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9" name="Rectangle 5"/>
          <p:cNvSpPr txBox="1"/>
          <p:nvPr>
            <p:ph type="title"/>
          </p:nvPr>
        </p:nvSpPr>
        <p:spPr>
          <a:prstGeom prst="rect">
            <a:avLst/>
          </a:prstGeom>
        </p:spPr>
        <p:txBody>
          <a:bodyPr/>
          <a:lstStyle/>
          <a:p>
            <a:pPr/>
            <a:r>
              <a:t>Terminating the Connection</a:t>
            </a:r>
          </a:p>
        </p:txBody>
      </p:sp>
      <p:grpSp>
        <p:nvGrpSpPr>
          <p:cNvPr id="1353" name="Group 8"/>
          <p:cNvGrpSpPr/>
          <p:nvPr/>
        </p:nvGrpSpPr>
        <p:grpSpPr>
          <a:xfrm>
            <a:off x="2598738" y="1600200"/>
            <a:ext cx="4113213" cy="4718050"/>
            <a:chOff x="0" y="0"/>
            <a:chExt cx="4113212" cy="4718050"/>
          </a:xfrm>
        </p:grpSpPr>
        <p:sp>
          <p:nvSpPr>
            <p:cNvPr id="1330" name="AutoShape 7"/>
            <p:cNvSpPr/>
            <p:nvPr/>
          </p:nvSpPr>
          <p:spPr>
            <a:xfrm>
              <a:off x="-1" y="0"/>
              <a:ext cx="4113214" cy="4718050"/>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1" name="Rectangle 9"/>
            <p:cNvSpPr/>
            <p:nvPr/>
          </p:nvSpPr>
          <p:spPr>
            <a:xfrm>
              <a:off x="825500" y="766762"/>
              <a:ext cx="38100" cy="2903538"/>
            </a:xfrm>
            <a:prstGeom prst="rect">
              <a:avLst/>
            </a:pr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2" name="Rectangle 10"/>
            <p:cNvSpPr/>
            <p:nvPr/>
          </p:nvSpPr>
          <p:spPr>
            <a:xfrm>
              <a:off x="3117849" y="766762"/>
              <a:ext cx="38100" cy="2903538"/>
            </a:xfrm>
            <a:prstGeom prst="rect">
              <a:avLst/>
            </a:pr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3" name="Freeform 11"/>
            <p:cNvSpPr/>
            <p:nvPr/>
          </p:nvSpPr>
          <p:spPr>
            <a:xfrm>
              <a:off x="839787" y="915987"/>
              <a:ext cx="2206626" cy="520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 y="0"/>
                  </a:moveTo>
                  <a:lnTo>
                    <a:pt x="47" y="0"/>
                  </a:lnTo>
                  <a:lnTo>
                    <a:pt x="0" y="198"/>
                  </a:lnTo>
                  <a:lnTo>
                    <a:pt x="0" y="263"/>
                  </a:lnTo>
                  <a:lnTo>
                    <a:pt x="31" y="395"/>
                  </a:lnTo>
                  <a:lnTo>
                    <a:pt x="47" y="395"/>
                  </a:lnTo>
                  <a:lnTo>
                    <a:pt x="21553" y="21600"/>
                  </a:lnTo>
                  <a:lnTo>
                    <a:pt x="21584" y="21600"/>
                  </a:lnTo>
                  <a:lnTo>
                    <a:pt x="21600" y="21534"/>
                  </a:lnTo>
                  <a:lnTo>
                    <a:pt x="21600" y="21337"/>
                  </a:lnTo>
                  <a:lnTo>
                    <a:pt x="21569" y="21205"/>
                  </a:lnTo>
                  <a:lnTo>
                    <a:pt x="62"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4" name="Freeform 12"/>
            <p:cNvSpPr/>
            <p:nvPr/>
          </p:nvSpPr>
          <p:spPr>
            <a:xfrm>
              <a:off x="3028949" y="1384300"/>
              <a:ext cx="107951" cy="98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5329"/>
                  </a:lnTo>
                  <a:lnTo>
                    <a:pt x="4447"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5" name="Freeform 13"/>
            <p:cNvSpPr/>
            <p:nvPr/>
          </p:nvSpPr>
          <p:spPr>
            <a:xfrm>
              <a:off x="935037" y="1603375"/>
              <a:ext cx="2206626" cy="522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69" y="394"/>
                  </a:moveTo>
                  <a:lnTo>
                    <a:pt x="21584" y="394"/>
                  </a:lnTo>
                  <a:lnTo>
                    <a:pt x="21600" y="328"/>
                  </a:lnTo>
                  <a:lnTo>
                    <a:pt x="21600" y="131"/>
                  </a:lnTo>
                  <a:lnTo>
                    <a:pt x="21569" y="0"/>
                  </a:lnTo>
                  <a:lnTo>
                    <a:pt x="21553" y="0"/>
                  </a:lnTo>
                  <a:lnTo>
                    <a:pt x="47" y="21206"/>
                  </a:lnTo>
                  <a:lnTo>
                    <a:pt x="0" y="21403"/>
                  </a:lnTo>
                  <a:lnTo>
                    <a:pt x="0" y="21469"/>
                  </a:lnTo>
                  <a:lnTo>
                    <a:pt x="31" y="21600"/>
                  </a:lnTo>
                  <a:lnTo>
                    <a:pt x="62" y="21600"/>
                  </a:lnTo>
                  <a:lnTo>
                    <a:pt x="21569" y="394"/>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6" name="Freeform 14"/>
            <p:cNvSpPr/>
            <p:nvPr/>
          </p:nvSpPr>
          <p:spPr>
            <a:xfrm>
              <a:off x="844550" y="2073275"/>
              <a:ext cx="109538" cy="968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217" y="0"/>
                  </a:moveTo>
                  <a:lnTo>
                    <a:pt x="0" y="15580"/>
                  </a:lnTo>
                  <a:lnTo>
                    <a:pt x="21600" y="21600"/>
                  </a:lnTo>
                  <a:lnTo>
                    <a:pt x="17217"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7" name="Freeform 15"/>
            <p:cNvSpPr/>
            <p:nvPr/>
          </p:nvSpPr>
          <p:spPr>
            <a:xfrm>
              <a:off x="935037" y="2428875"/>
              <a:ext cx="2206626" cy="522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69" y="394"/>
                  </a:moveTo>
                  <a:lnTo>
                    <a:pt x="21584" y="394"/>
                  </a:lnTo>
                  <a:lnTo>
                    <a:pt x="21600" y="328"/>
                  </a:lnTo>
                  <a:lnTo>
                    <a:pt x="21600" y="131"/>
                  </a:lnTo>
                  <a:lnTo>
                    <a:pt x="21569" y="0"/>
                  </a:lnTo>
                  <a:lnTo>
                    <a:pt x="21553" y="0"/>
                  </a:lnTo>
                  <a:lnTo>
                    <a:pt x="47" y="21206"/>
                  </a:lnTo>
                  <a:lnTo>
                    <a:pt x="0" y="21403"/>
                  </a:lnTo>
                  <a:lnTo>
                    <a:pt x="0" y="21469"/>
                  </a:lnTo>
                  <a:lnTo>
                    <a:pt x="31" y="21600"/>
                  </a:lnTo>
                  <a:lnTo>
                    <a:pt x="62" y="21600"/>
                  </a:lnTo>
                  <a:lnTo>
                    <a:pt x="21569" y="394"/>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8" name="Freeform 16"/>
            <p:cNvSpPr/>
            <p:nvPr/>
          </p:nvSpPr>
          <p:spPr>
            <a:xfrm>
              <a:off x="844550" y="2898775"/>
              <a:ext cx="109538" cy="968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217" y="0"/>
                  </a:moveTo>
                  <a:lnTo>
                    <a:pt x="0" y="15934"/>
                  </a:lnTo>
                  <a:lnTo>
                    <a:pt x="21600" y="21600"/>
                  </a:lnTo>
                  <a:lnTo>
                    <a:pt x="17217"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39" name="Rectangle 17"/>
            <p:cNvSpPr txBox="1"/>
            <p:nvPr/>
          </p:nvSpPr>
          <p:spPr>
            <a:xfrm>
              <a:off x="95249" y="3810000"/>
              <a:ext cx="3921970" cy="419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solidFill>
                    <a:srgbClr val="000099"/>
                  </a:solidFill>
                  <a:latin typeface="Comic Sans MS"/>
                  <a:ea typeface="Comic Sans MS"/>
                  <a:cs typeface="Comic Sans MS"/>
                  <a:sym typeface="Comic Sans MS"/>
                </a:defRPr>
              </a:lvl1pPr>
            </a:lstStyle>
            <a:p>
              <a:pPr/>
              <a:r>
                <a:t>Connection Close/Teardown</a:t>
              </a:r>
            </a:p>
          </p:txBody>
        </p:sp>
        <p:sp>
          <p:nvSpPr>
            <p:cNvPr id="1340" name="Rectangle 18"/>
            <p:cNvSpPr txBox="1"/>
            <p:nvPr/>
          </p:nvSpPr>
          <p:spPr>
            <a:xfrm>
              <a:off x="573087" y="4237037"/>
              <a:ext cx="2970660"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solidFill>
                    <a:srgbClr val="000099"/>
                  </a:solidFill>
                  <a:latin typeface="Comic Sans MS"/>
                  <a:ea typeface="Comic Sans MS"/>
                  <a:cs typeface="Comic Sans MS"/>
                  <a:sym typeface="Comic Sans MS"/>
                </a:defRPr>
              </a:lvl1pPr>
            </a:lstStyle>
            <a:p>
              <a:pPr/>
              <a:r>
                <a:t>2 x 2-way handshake</a:t>
              </a:r>
            </a:p>
          </p:txBody>
        </p:sp>
        <p:sp>
          <p:nvSpPr>
            <p:cNvPr id="1341" name="Rectangle 19"/>
            <p:cNvSpPr txBox="1"/>
            <p:nvPr/>
          </p:nvSpPr>
          <p:spPr>
            <a:xfrm>
              <a:off x="385762" y="50799"/>
              <a:ext cx="1159719"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(Active)</a:t>
              </a:r>
            </a:p>
          </p:txBody>
        </p:sp>
        <p:sp>
          <p:nvSpPr>
            <p:cNvPr id="1342" name="Rectangle 20"/>
            <p:cNvSpPr txBox="1"/>
            <p:nvPr/>
          </p:nvSpPr>
          <p:spPr>
            <a:xfrm>
              <a:off x="385762" y="476250"/>
              <a:ext cx="835423" cy="419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Client</a:t>
              </a:r>
            </a:p>
          </p:txBody>
        </p:sp>
        <p:sp>
          <p:nvSpPr>
            <p:cNvPr id="1343" name="Rectangle 21"/>
            <p:cNvSpPr txBox="1"/>
            <p:nvPr/>
          </p:nvSpPr>
          <p:spPr>
            <a:xfrm>
              <a:off x="2573337" y="50799"/>
              <a:ext cx="1247974" cy="419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(Passive)</a:t>
              </a:r>
            </a:p>
          </p:txBody>
        </p:sp>
        <p:sp>
          <p:nvSpPr>
            <p:cNvPr id="1344" name="Rectangle 22"/>
            <p:cNvSpPr txBox="1"/>
            <p:nvPr/>
          </p:nvSpPr>
          <p:spPr>
            <a:xfrm>
              <a:off x="2573337" y="476250"/>
              <a:ext cx="999133" cy="419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400">
                  <a:latin typeface="Comic Sans MS"/>
                  <a:ea typeface="Comic Sans MS"/>
                  <a:cs typeface="Comic Sans MS"/>
                  <a:sym typeface="Comic Sans MS"/>
                </a:defRPr>
              </a:lvl1pPr>
            </a:lstStyle>
            <a:p>
              <a:pPr/>
              <a:r>
                <a:t>Server</a:t>
              </a:r>
            </a:p>
          </p:txBody>
        </p:sp>
        <p:sp>
          <p:nvSpPr>
            <p:cNvPr id="1345" name="Rectangle 23"/>
            <p:cNvSpPr txBox="1"/>
            <p:nvPr/>
          </p:nvSpPr>
          <p:spPr>
            <a:xfrm>
              <a:off x="1700212" y="814387"/>
              <a:ext cx="335174"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Fin</a:t>
              </a:r>
            </a:p>
          </p:txBody>
        </p:sp>
        <p:sp>
          <p:nvSpPr>
            <p:cNvPr id="1346" name="Rectangle 24"/>
            <p:cNvSpPr txBox="1"/>
            <p:nvPr/>
          </p:nvSpPr>
          <p:spPr>
            <a:xfrm>
              <a:off x="1165224" y="1501775"/>
              <a:ext cx="933241"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(Data +) </a:t>
              </a:r>
            </a:p>
          </p:txBody>
        </p:sp>
        <p:sp>
          <p:nvSpPr>
            <p:cNvPr id="1347" name="Rectangle 25"/>
            <p:cNvSpPr txBox="1"/>
            <p:nvPr/>
          </p:nvSpPr>
          <p:spPr>
            <a:xfrm>
              <a:off x="2089149" y="1501775"/>
              <a:ext cx="420788"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Ack</a:t>
              </a:r>
            </a:p>
          </p:txBody>
        </p:sp>
        <p:sp>
          <p:nvSpPr>
            <p:cNvPr id="1348" name="Rectangle 26"/>
            <p:cNvSpPr txBox="1"/>
            <p:nvPr/>
          </p:nvSpPr>
          <p:spPr>
            <a:xfrm>
              <a:off x="1625599" y="2341562"/>
              <a:ext cx="335175"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Fin</a:t>
              </a:r>
            </a:p>
          </p:txBody>
        </p:sp>
        <p:sp>
          <p:nvSpPr>
            <p:cNvPr id="1349" name="Freeform 27"/>
            <p:cNvSpPr/>
            <p:nvPr/>
          </p:nvSpPr>
          <p:spPr>
            <a:xfrm>
              <a:off x="609600" y="2289175"/>
              <a:ext cx="2743200" cy="12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 y="0"/>
                  </a:moveTo>
                  <a:lnTo>
                    <a:pt x="37" y="0"/>
                  </a:lnTo>
                  <a:lnTo>
                    <a:pt x="0" y="10800"/>
                  </a:lnTo>
                  <a:lnTo>
                    <a:pt x="0" y="14400"/>
                  </a:lnTo>
                  <a:lnTo>
                    <a:pt x="25" y="21600"/>
                  </a:lnTo>
                  <a:lnTo>
                    <a:pt x="62" y="21600"/>
                  </a:lnTo>
                  <a:lnTo>
                    <a:pt x="75" y="18000"/>
                  </a:lnTo>
                  <a:lnTo>
                    <a:pt x="75" y="7200"/>
                  </a:lnTo>
                  <a:lnTo>
                    <a:pt x="50" y="0"/>
                  </a:lnTo>
                  <a:lnTo>
                    <a:pt x="187" y="0"/>
                  </a:lnTo>
                  <a:lnTo>
                    <a:pt x="150" y="10800"/>
                  </a:lnTo>
                  <a:lnTo>
                    <a:pt x="150" y="14400"/>
                  </a:lnTo>
                  <a:lnTo>
                    <a:pt x="175" y="21600"/>
                  </a:lnTo>
                  <a:lnTo>
                    <a:pt x="212" y="21600"/>
                  </a:lnTo>
                  <a:lnTo>
                    <a:pt x="225" y="18000"/>
                  </a:lnTo>
                  <a:lnTo>
                    <a:pt x="225" y="7200"/>
                  </a:lnTo>
                  <a:lnTo>
                    <a:pt x="200" y="0"/>
                  </a:lnTo>
                  <a:lnTo>
                    <a:pt x="50" y="0"/>
                  </a:lnTo>
                  <a:lnTo>
                    <a:pt x="337" y="0"/>
                  </a:lnTo>
                  <a:lnTo>
                    <a:pt x="300" y="10800"/>
                  </a:lnTo>
                  <a:lnTo>
                    <a:pt x="300" y="14400"/>
                  </a:lnTo>
                  <a:lnTo>
                    <a:pt x="325" y="21600"/>
                  </a:lnTo>
                  <a:lnTo>
                    <a:pt x="362" y="21600"/>
                  </a:lnTo>
                  <a:lnTo>
                    <a:pt x="375" y="18000"/>
                  </a:lnTo>
                  <a:lnTo>
                    <a:pt x="375" y="7200"/>
                  </a:lnTo>
                  <a:lnTo>
                    <a:pt x="350" y="0"/>
                  </a:lnTo>
                  <a:lnTo>
                    <a:pt x="50" y="0"/>
                  </a:lnTo>
                  <a:lnTo>
                    <a:pt x="487" y="0"/>
                  </a:lnTo>
                  <a:lnTo>
                    <a:pt x="450" y="10800"/>
                  </a:lnTo>
                  <a:lnTo>
                    <a:pt x="450" y="14400"/>
                  </a:lnTo>
                  <a:lnTo>
                    <a:pt x="475" y="21600"/>
                  </a:lnTo>
                  <a:lnTo>
                    <a:pt x="512" y="21600"/>
                  </a:lnTo>
                  <a:lnTo>
                    <a:pt x="525" y="18000"/>
                  </a:lnTo>
                  <a:lnTo>
                    <a:pt x="525" y="7200"/>
                  </a:lnTo>
                  <a:lnTo>
                    <a:pt x="500" y="0"/>
                  </a:lnTo>
                  <a:lnTo>
                    <a:pt x="50" y="0"/>
                  </a:lnTo>
                  <a:lnTo>
                    <a:pt x="637" y="0"/>
                  </a:lnTo>
                  <a:lnTo>
                    <a:pt x="600" y="10800"/>
                  </a:lnTo>
                  <a:lnTo>
                    <a:pt x="600" y="14400"/>
                  </a:lnTo>
                  <a:lnTo>
                    <a:pt x="625" y="21600"/>
                  </a:lnTo>
                  <a:lnTo>
                    <a:pt x="662" y="21600"/>
                  </a:lnTo>
                  <a:lnTo>
                    <a:pt x="675" y="18000"/>
                  </a:lnTo>
                  <a:lnTo>
                    <a:pt x="675" y="7200"/>
                  </a:lnTo>
                  <a:lnTo>
                    <a:pt x="650" y="0"/>
                  </a:lnTo>
                  <a:lnTo>
                    <a:pt x="50" y="0"/>
                  </a:lnTo>
                  <a:lnTo>
                    <a:pt x="787" y="0"/>
                  </a:lnTo>
                  <a:lnTo>
                    <a:pt x="750" y="10800"/>
                  </a:lnTo>
                  <a:lnTo>
                    <a:pt x="750" y="14400"/>
                  </a:lnTo>
                  <a:lnTo>
                    <a:pt x="775" y="21600"/>
                  </a:lnTo>
                  <a:lnTo>
                    <a:pt x="812" y="21600"/>
                  </a:lnTo>
                  <a:lnTo>
                    <a:pt x="825" y="18000"/>
                  </a:lnTo>
                  <a:lnTo>
                    <a:pt x="825" y="7200"/>
                  </a:lnTo>
                  <a:lnTo>
                    <a:pt x="800" y="0"/>
                  </a:lnTo>
                  <a:lnTo>
                    <a:pt x="50" y="0"/>
                  </a:lnTo>
                  <a:lnTo>
                    <a:pt x="937" y="0"/>
                  </a:lnTo>
                  <a:lnTo>
                    <a:pt x="900" y="10800"/>
                  </a:lnTo>
                  <a:lnTo>
                    <a:pt x="900" y="14400"/>
                  </a:lnTo>
                  <a:lnTo>
                    <a:pt x="925" y="21600"/>
                  </a:lnTo>
                  <a:lnTo>
                    <a:pt x="962" y="21600"/>
                  </a:lnTo>
                  <a:lnTo>
                    <a:pt x="975" y="18000"/>
                  </a:lnTo>
                  <a:lnTo>
                    <a:pt x="975" y="7200"/>
                  </a:lnTo>
                  <a:lnTo>
                    <a:pt x="950" y="0"/>
                  </a:lnTo>
                  <a:lnTo>
                    <a:pt x="50" y="0"/>
                  </a:lnTo>
                  <a:lnTo>
                    <a:pt x="1087" y="0"/>
                  </a:lnTo>
                  <a:lnTo>
                    <a:pt x="1050" y="10800"/>
                  </a:lnTo>
                  <a:lnTo>
                    <a:pt x="1050" y="14400"/>
                  </a:lnTo>
                  <a:lnTo>
                    <a:pt x="1075" y="21600"/>
                  </a:lnTo>
                  <a:lnTo>
                    <a:pt x="1112" y="21600"/>
                  </a:lnTo>
                  <a:lnTo>
                    <a:pt x="1125" y="18000"/>
                  </a:lnTo>
                  <a:lnTo>
                    <a:pt x="1125" y="7200"/>
                  </a:lnTo>
                  <a:lnTo>
                    <a:pt x="1100" y="0"/>
                  </a:lnTo>
                  <a:lnTo>
                    <a:pt x="50" y="0"/>
                  </a:lnTo>
                  <a:lnTo>
                    <a:pt x="1237" y="0"/>
                  </a:lnTo>
                  <a:lnTo>
                    <a:pt x="1200" y="10800"/>
                  </a:lnTo>
                  <a:lnTo>
                    <a:pt x="1200" y="14400"/>
                  </a:lnTo>
                  <a:lnTo>
                    <a:pt x="1225" y="21600"/>
                  </a:lnTo>
                  <a:lnTo>
                    <a:pt x="1262" y="21600"/>
                  </a:lnTo>
                  <a:lnTo>
                    <a:pt x="1287" y="18000"/>
                  </a:lnTo>
                  <a:lnTo>
                    <a:pt x="1287" y="7200"/>
                  </a:lnTo>
                  <a:lnTo>
                    <a:pt x="1262" y="3600"/>
                  </a:lnTo>
                  <a:lnTo>
                    <a:pt x="1250" y="0"/>
                  </a:lnTo>
                  <a:lnTo>
                    <a:pt x="50" y="0"/>
                  </a:lnTo>
                  <a:lnTo>
                    <a:pt x="1400" y="0"/>
                  </a:lnTo>
                  <a:lnTo>
                    <a:pt x="1362" y="10800"/>
                  </a:lnTo>
                  <a:lnTo>
                    <a:pt x="1362" y="14400"/>
                  </a:lnTo>
                  <a:lnTo>
                    <a:pt x="1387" y="21600"/>
                  </a:lnTo>
                  <a:lnTo>
                    <a:pt x="1425" y="21600"/>
                  </a:lnTo>
                  <a:lnTo>
                    <a:pt x="1437" y="18000"/>
                  </a:lnTo>
                  <a:lnTo>
                    <a:pt x="1437" y="7200"/>
                  </a:lnTo>
                  <a:lnTo>
                    <a:pt x="1412" y="0"/>
                  </a:lnTo>
                  <a:lnTo>
                    <a:pt x="50" y="0"/>
                  </a:lnTo>
                  <a:lnTo>
                    <a:pt x="1550" y="0"/>
                  </a:lnTo>
                  <a:lnTo>
                    <a:pt x="1512" y="10800"/>
                  </a:lnTo>
                  <a:lnTo>
                    <a:pt x="1512" y="14400"/>
                  </a:lnTo>
                  <a:lnTo>
                    <a:pt x="1537" y="21600"/>
                  </a:lnTo>
                  <a:lnTo>
                    <a:pt x="1575" y="21600"/>
                  </a:lnTo>
                  <a:lnTo>
                    <a:pt x="1587" y="18000"/>
                  </a:lnTo>
                  <a:lnTo>
                    <a:pt x="1587" y="7200"/>
                  </a:lnTo>
                  <a:lnTo>
                    <a:pt x="1562" y="0"/>
                  </a:lnTo>
                  <a:lnTo>
                    <a:pt x="50" y="0"/>
                  </a:lnTo>
                  <a:lnTo>
                    <a:pt x="1700" y="0"/>
                  </a:lnTo>
                  <a:lnTo>
                    <a:pt x="1662" y="10800"/>
                  </a:lnTo>
                  <a:lnTo>
                    <a:pt x="1662" y="14400"/>
                  </a:lnTo>
                  <a:lnTo>
                    <a:pt x="1687" y="21600"/>
                  </a:lnTo>
                  <a:lnTo>
                    <a:pt x="1725" y="21600"/>
                  </a:lnTo>
                  <a:lnTo>
                    <a:pt x="1737" y="18000"/>
                  </a:lnTo>
                  <a:lnTo>
                    <a:pt x="1737" y="7200"/>
                  </a:lnTo>
                  <a:lnTo>
                    <a:pt x="1712" y="0"/>
                  </a:lnTo>
                  <a:lnTo>
                    <a:pt x="50" y="0"/>
                  </a:lnTo>
                  <a:lnTo>
                    <a:pt x="1850" y="0"/>
                  </a:lnTo>
                  <a:lnTo>
                    <a:pt x="1812" y="10800"/>
                  </a:lnTo>
                  <a:lnTo>
                    <a:pt x="1812" y="14400"/>
                  </a:lnTo>
                  <a:lnTo>
                    <a:pt x="1837" y="21600"/>
                  </a:lnTo>
                  <a:lnTo>
                    <a:pt x="1875" y="21600"/>
                  </a:lnTo>
                  <a:lnTo>
                    <a:pt x="1887" y="18000"/>
                  </a:lnTo>
                  <a:lnTo>
                    <a:pt x="1887" y="7200"/>
                  </a:lnTo>
                  <a:lnTo>
                    <a:pt x="1862" y="0"/>
                  </a:lnTo>
                  <a:lnTo>
                    <a:pt x="50" y="0"/>
                  </a:lnTo>
                  <a:lnTo>
                    <a:pt x="2000" y="0"/>
                  </a:lnTo>
                  <a:lnTo>
                    <a:pt x="1962" y="10800"/>
                  </a:lnTo>
                  <a:lnTo>
                    <a:pt x="1962" y="14400"/>
                  </a:lnTo>
                  <a:lnTo>
                    <a:pt x="1987" y="21600"/>
                  </a:lnTo>
                  <a:lnTo>
                    <a:pt x="2025" y="21600"/>
                  </a:lnTo>
                  <a:lnTo>
                    <a:pt x="2037" y="18000"/>
                  </a:lnTo>
                  <a:lnTo>
                    <a:pt x="2037" y="7200"/>
                  </a:lnTo>
                  <a:lnTo>
                    <a:pt x="2012" y="0"/>
                  </a:lnTo>
                  <a:lnTo>
                    <a:pt x="50" y="0"/>
                  </a:lnTo>
                  <a:lnTo>
                    <a:pt x="2150" y="0"/>
                  </a:lnTo>
                  <a:lnTo>
                    <a:pt x="2112" y="10800"/>
                  </a:lnTo>
                  <a:lnTo>
                    <a:pt x="2112" y="14400"/>
                  </a:lnTo>
                  <a:lnTo>
                    <a:pt x="2137" y="21600"/>
                  </a:lnTo>
                  <a:lnTo>
                    <a:pt x="2175" y="21600"/>
                  </a:lnTo>
                  <a:lnTo>
                    <a:pt x="2187" y="18000"/>
                  </a:lnTo>
                  <a:lnTo>
                    <a:pt x="2187" y="7200"/>
                  </a:lnTo>
                  <a:lnTo>
                    <a:pt x="2162" y="0"/>
                  </a:lnTo>
                  <a:lnTo>
                    <a:pt x="50" y="0"/>
                  </a:lnTo>
                  <a:lnTo>
                    <a:pt x="2300" y="0"/>
                  </a:lnTo>
                  <a:lnTo>
                    <a:pt x="2262" y="10800"/>
                  </a:lnTo>
                  <a:lnTo>
                    <a:pt x="2262" y="14400"/>
                  </a:lnTo>
                  <a:lnTo>
                    <a:pt x="2287" y="21600"/>
                  </a:lnTo>
                  <a:lnTo>
                    <a:pt x="2325" y="21600"/>
                  </a:lnTo>
                  <a:lnTo>
                    <a:pt x="2337" y="18000"/>
                  </a:lnTo>
                  <a:lnTo>
                    <a:pt x="2337" y="7200"/>
                  </a:lnTo>
                  <a:lnTo>
                    <a:pt x="2312" y="0"/>
                  </a:lnTo>
                  <a:lnTo>
                    <a:pt x="50" y="0"/>
                  </a:lnTo>
                  <a:lnTo>
                    <a:pt x="2450" y="0"/>
                  </a:lnTo>
                  <a:lnTo>
                    <a:pt x="2412" y="10800"/>
                  </a:lnTo>
                  <a:lnTo>
                    <a:pt x="2412" y="14400"/>
                  </a:lnTo>
                  <a:lnTo>
                    <a:pt x="2437" y="21600"/>
                  </a:lnTo>
                  <a:lnTo>
                    <a:pt x="2475" y="21600"/>
                  </a:lnTo>
                  <a:lnTo>
                    <a:pt x="2487" y="18000"/>
                  </a:lnTo>
                  <a:lnTo>
                    <a:pt x="2487" y="7200"/>
                  </a:lnTo>
                  <a:lnTo>
                    <a:pt x="2462" y="0"/>
                  </a:lnTo>
                  <a:lnTo>
                    <a:pt x="50" y="0"/>
                  </a:lnTo>
                  <a:lnTo>
                    <a:pt x="2600" y="0"/>
                  </a:lnTo>
                  <a:lnTo>
                    <a:pt x="2562" y="10800"/>
                  </a:lnTo>
                  <a:lnTo>
                    <a:pt x="2562" y="14400"/>
                  </a:lnTo>
                  <a:lnTo>
                    <a:pt x="2587" y="21600"/>
                  </a:lnTo>
                  <a:lnTo>
                    <a:pt x="2625" y="21600"/>
                  </a:lnTo>
                  <a:lnTo>
                    <a:pt x="2637" y="18000"/>
                  </a:lnTo>
                  <a:lnTo>
                    <a:pt x="2637" y="7200"/>
                  </a:lnTo>
                  <a:lnTo>
                    <a:pt x="2612" y="0"/>
                  </a:lnTo>
                  <a:lnTo>
                    <a:pt x="50" y="0"/>
                  </a:lnTo>
                  <a:lnTo>
                    <a:pt x="2750" y="0"/>
                  </a:lnTo>
                  <a:lnTo>
                    <a:pt x="2712" y="10800"/>
                  </a:lnTo>
                  <a:lnTo>
                    <a:pt x="2712" y="14400"/>
                  </a:lnTo>
                  <a:lnTo>
                    <a:pt x="2737" y="21600"/>
                  </a:lnTo>
                  <a:lnTo>
                    <a:pt x="2775" y="21600"/>
                  </a:lnTo>
                  <a:lnTo>
                    <a:pt x="2787" y="18000"/>
                  </a:lnTo>
                  <a:lnTo>
                    <a:pt x="2787" y="7200"/>
                  </a:lnTo>
                  <a:lnTo>
                    <a:pt x="2762" y="0"/>
                  </a:lnTo>
                  <a:lnTo>
                    <a:pt x="50" y="0"/>
                  </a:lnTo>
                  <a:lnTo>
                    <a:pt x="2900" y="0"/>
                  </a:lnTo>
                  <a:lnTo>
                    <a:pt x="2862" y="10800"/>
                  </a:lnTo>
                  <a:lnTo>
                    <a:pt x="2862" y="14400"/>
                  </a:lnTo>
                  <a:lnTo>
                    <a:pt x="2887" y="21600"/>
                  </a:lnTo>
                  <a:lnTo>
                    <a:pt x="2925" y="21600"/>
                  </a:lnTo>
                  <a:lnTo>
                    <a:pt x="2937" y="18000"/>
                  </a:lnTo>
                  <a:lnTo>
                    <a:pt x="2937" y="7200"/>
                  </a:lnTo>
                  <a:lnTo>
                    <a:pt x="2912" y="0"/>
                  </a:lnTo>
                  <a:lnTo>
                    <a:pt x="50" y="0"/>
                  </a:lnTo>
                  <a:lnTo>
                    <a:pt x="3050" y="0"/>
                  </a:lnTo>
                  <a:lnTo>
                    <a:pt x="3012" y="10800"/>
                  </a:lnTo>
                  <a:lnTo>
                    <a:pt x="3012" y="14400"/>
                  </a:lnTo>
                  <a:lnTo>
                    <a:pt x="3037" y="21600"/>
                  </a:lnTo>
                  <a:lnTo>
                    <a:pt x="3075" y="21600"/>
                  </a:lnTo>
                  <a:lnTo>
                    <a:pt x="3087" y="18000"/>
                  </a:lnTo>
                  <a:lnTo>
                    <a:pt x="3087" y="7200"/>
                  </a:lnTo>
                  <a:lnTo>
                    <a:pt x="3062" y="0"/>
                  </a:lnTo>
                  <a:lnTo>
                    <a:pt x="50" y="0"/>
                  </a:lnTo>
                  <a:lnTo>
                    <a:pt x="3200" y="0"/>
                  </a:lnTo>
                  <a:lnTo>
                    <a:pt x="3162" y="10800"/>
                  </a:lnTo>
                  <a:lnTo>
                    <a:pt x="3162" y="14400"/>
                  </a:lnTo>
                  <a:lnTo>
                    <a:pt x="3187" y="21600"/>
                  </a:lnTo>
                  <a:lnTo>
                    <a:pt x="3225" y="21600"/>
                  </a:lnTo>
                  <a:lnTo>
                    <a:pt x="3237" y="18000"/>
                  </a:lnTo>
                  <a:lnTo>
                    <a:pt x="3237" y="7200"/>
                  </a:lnTo>
                  <a:lnTo>
                    <a:pt x="3212" y="0"/>
                  </a:lnTo>
                  <a:lnTo>
                    <a:pt x="50" y="0"/>
                  </a:lnTo>
                  <a:lnTo>
                    <a:pt x="3350" y="0"/>
                  </a:lnTo>
                  <a:lnTo>
                    <a:pt x="3313" y="10800"/>
                  </a:lnTo>
                  <a:lnTo>
                    <a:pt x="3313" y="14400"/>
                  </a:lnTo>
                  <a:lnTo>
                    <a:pt x="3338" y="21600"/>
                  </a:lnTo>
                  <a:lnTo>
                    <a:pt x="3375" y="21600"/>
                  </a:lnTo>
                  <a:lnTo>
                    <a:pt x="3388" y="18000"/>
                  </a:lnTo>
                  <a:lnTo>
                    <a:pt x="3388" y="7200"/>
                  </a:lnTo>
                  <a:lnTo>
                    <a:pt x="3363" y="0"/>
                  </a:lnTo>
                  <a:lnTo>
                    <a:pt x="50" y="0"/>
                  </a:lnTo>
                  <a:lnTo>
                    <a:pt x="3500" y="0"/>
                  </a:lnTo>
                  <a:lnTo>
                    <a:pt x="3463" y="10800"/>
                  </a:lnTo>
                  <a:lnTo>
                    <a:pt x="3463" y="14400"/>
                  </a:lnTo>
                  <a:lnTo>
                    <a:pt x="3488" y="21600"/>
                  </a:lnTo>
                  <a:lnTo>
                    <a:pt x="3525" y="21600"/>
                  </a:lnTo>
                  <a:lnTo>
                    <a:pt x="3538" y="18000"/>
                  </a:lnTo>
                  <a:lnTo>
                    <a:pt x="3538" y="7200"/>
                  </a:lnTo>
                  <a:lnTo>
                    <a:pt x="3513" y="0"/>
                  </a:lnTo>
                  <a:lnTo>
                    <a:pt x="50" y="0"/>
                  </a:lnTo>
                  <a:lnTo>
                    <a:pt x="3650" y="0"/>
                  </a:lnTo>
                  <a:lnTo>
                    <a:pt x="3613" y="10800"/>
                  </a:lnTo>
                  <a:lnTo>
                    <a:pt x="3613" y="14400"/>
                  </a:lnTo>
                  <a:lnTo>
                    <a:pt x="3638" y="21600"/>
                  </a:lnTo>
                  <a:lnTo>
                    <a:pt x="3675" y="21600"/>
                  </a:lnTo>
                  <a:lnTo>
                    <a:pt x="3688" y="18000"/>
                  </a:lnTo>
                  <a:lnTo>
                    <a:pt x="3688" y="7200"/>
                  </a:lnTo>
                  <a:lnTo>
                    <a:pt x="3663" y="0"/>
                  </a:lnTo>
                  <a:lnTo>
                    <a:pt x="50" y="0"/>
                  </a:lnTo>
                  <a:lnTo>
                    <a:pt x="3800" y="0"/>
                  </a:lnTo>
                  <a:lnTo>
                    <a:pt x="3763" y="10800"/>
                  </a:lnTo>
                  <a:lnTo>
                    <a:pt x="3763" y="14400"/>
                  </a:lnTo>
                  <a:lnTo>
                    <a:pt x="3788" y="21600"/>
                  </a:lnTo>
                  <a:lnTo>
                    <a:pt x="3825" y="21600"/>
                  </a:lnTo>
                  <a:lnTo>
                    <a:pt x="3838" y="18000"/>
                  </a:lnTo>
                  <a:lnTo>
                    <a:pt x="3838" y="7200"/>
                  </a:lnTo>
                  <a:lnTo>
                    <a:pt x="3813" y="0"/>
                  </a:lnTo>
                  <a:lnTo>
                    <a:pt x="50" y="0"/>
                  </a:lnTo>
                  <a:lnTo>
                    <a:pt x="3950" y="0"/>
                  </a:lnTo>
                  <a:lnTo>
                    <a:pt x="3913" y="10800"/>
                  </a:lnTo>
                  <a:lnTo>
                    <a:pt x="3913" y="14400"/>
                  </a:lnTo>
                  <a:lnTo>
                    <a:pt x="3938" y="21600"/>
                  </a:lnTo>
                  <a:lnTo>
                    <a:pt x="3975" y="21600"/>
                  </a:lnTo>
                  <a:lnTo>
                    <a:pt x="3988" y="18000"/>
                  </a:lnTo>
                  <a:lnTo>
                    <a:pt x="3988" y="7200"/>
                  </a:lnTo>
                  <a:lnTo>
                    <a:pt x="3963" y="0"/>
                  </a:lnTo>
                  <a:lnTo>
                    <a:pt x="50" y="0"/>
                  </a:lnTo>
                  <a:lnTo>
                    <a:pt x="4100" y="0"/>
                  </a:lnTo>
                  <a:lnTo>
                    <a:pt x="4063" y="10800"/>
                  </a:lnTo>
                  <a:lnTo>
                    <a:pt x="4063" y="14400"/>
                  </a:lnTo>
                  <a:lnTo>
                    <a:pt x="4088" y="21600"/>
                  </a:lnTo>
                  <a:lnTo>
                    <a:pt x="4125" y="21600"/>
                  </a:lnTo>
                  <a:lnTo>
                    <a:pt x="4137" y="18000"/>
                  </a:lnTo>
                  <a:lnTo>
                    <a:pt x="4137" y="7200"/>
                  </a:lnTo>
                  <a:lnTo>
                    <a:pt x="4113" y="0"/>
                  </a:lnTo>
                  <a:lnTo>
                    <a:pt x="50" y="0"/>
                  </a:lnTo>
                  <a:lnTo>
                    <a:pt x="4250" y="0"/>
                  </a:lnTo>
                  <a:lnTo>
                    <a:pt x="4212" y="10800"/>
                  </a:lnTo>
                  <a:lnTo>
                    <a:pt x="4212" y="14400"/>
                  </a:lnTo>
                  <a:lnTo>
                    <a:pt x="4237" y="21600"/>
                  </a:lnTo>
                  <a:lnTo>
                    <a:pt x="4275" y="21600"/>
                  </a:lnTo>
                  <a:lnTo>
                    <a:pt x="4287" y="18000"/>
                  </a:lnTo>
                  <a:lnTo>
                    <a:pt x="4287" y="7200"/>
                  </a:lnTo>
                  <a:lnTo>
                    <a:pt x="4262" y="0"/>
                  </a:lnTo>
                  <a:lnTo>
                    <a:pt x="50" y="0"/>
                  </a:lnTo>
                  <a:lnTo>
                    <a:pt x="4400" y="0"/>
                  </a:lnTo>
                  <a:lnTo>
                    <a:pt x="4362" y="10800"/>
                  </a:lnTo>
                  <a:lnTo>
                    <a:pt x="4362" y="14400"/>
                  </a:lnTo>
                  <a:lnTo>
                    <a:pt x="4387" y="21600"/>
                  </a:lnTo>
                  <a:lnTo>
                    <a:pt x="4425" y="21600"/>
                  </a:lnTo>
                  <a:lnTo>
                    <a:pt x="4437" y="18000"/>
                  </a:lnTo>
                  <a:lnTo>
                    <a:pt x="4437" y="7200"/>
                  </a:lnTo>
                  <a:lnTo>
                    <a:pt x="4412" y="0"/>
                  </a:lnTo>
                  <a:lnTo>
                    <a:pt x="50" y="0"/>
                  </a:lnTo>
                  <a:lnTo>
                    <a:pt x="4550" y="0"/>
                  </a:lnTo>
                  <a:lnTo>
                    <a:pt x="4512" y="10800"/>
                  </a:lnTo>
                  <a:lnTo>
                    <a:pt x="4512" y="14400"/>
                  </a:lnTo>
                  <a:lnTo>
                    <a:pt x="4537" y="21600"/>
                  </a:lnTo>
                  <a:lnTo>
                    <a:pt x="4575" y="21600"/>
                  </a:lnTo>
                  <a:lnTo>
                    <a:pt x="4587" y="18000"/>
                  </a:lnTo>
                  <a:lnTo>
                    <a:pt x="4587" y="7200"/>
                  </a:lnTo>
                  <a:lnTo>
                    <a:pt x="4562" y="0"/>
                  </a:lnTo>
                  <a:lnTo>
                    <a:pt x="50" y="0"/>
                  </a:lnTo>
                  <a:lnTo>
                    <a:pt x="4700" y="0"/>
                  </a:lnTo>
                  <a:lnTo>
                    <a:pt x="4662" y="10800"/>
                  </a:lnTo>
                  <a:lnTo>
                    <a:pt x="4662" y="14400"/>
                  </a:lnTo>
                  <a:lnTo>
                    <a:pt x="4687" y="21600"/>
                  </a:lnTo>
                  <a:lnTo>
                    <a:pt x="4725" y="21600"/>
                  </a:lnTo>
                  <a:lnTo>
                    <a:pt x="4737" y="18000"/>
                  </a:lnTo>
                  <a:lnTo>
                    <a:pt x="4737" y="7200"/>
                  </a:lnTo>
                  <a:lnTo>
                    <a:pt x="4712" y="0"/>
                  </a:lnTo>
                  <a:lnTo>
                    <a:pt x="50" y="0"/>
                  </a:lnTo>
                  <a:lnTo>
                    <a:pt x="4850" y="0"/>
                  </a:lnTo>
                  <a:lnTo>
                    <a:pt x="4812" y="10800"/>
                  </a:lnTo>
                  <a:lnTo>
                    <a:pt x="4812" y="14400"/>
                  </a:lnTo>
                  <a:lnTo>
                    <a:pt x="4837" y="21600"/>
                  </a:lnTo>
                  <a:lnTo>
                    <a:pt x="4875" y="21600"/>
                  </a:lnTo>
                  <a:lnTo>
                    <a:pt x="4887" y="18000"/>
                  </a:lnTo>
                  <a:lnTo>
                    <a:pt x="4887" y="7200"/>
                  </a:lnTo>
                  <a:lnTo>
                    <a:pt x="4862" y="0"/>
                  </a:lnTo>
                  <a:lnTo>
                    <a:pt x="50" y="0"/>
                  </a:lnTo>
                  <a:lnTo>
                    <a:pt x="5000" y="0"/>
                  </a:lnTo>
                  <a:lnTo>
                    <a:pt x="4962" y="10800"/>
                  </a:lnTo>
                  <a:lnTo>
                    <a:pt x="4962" y="14400"/>
                  </a:lnTo>
                  <a:lnTo>
                    <a:pt x="4987" y="21600"/>
                  </a:lnTo>
                  <a:lnTo>
                    <a:pt x="5025" y="21600"/>
                  </a:lnTo>
                  <a:lnTo>
                    <a:pt x="5037" y="18000"/>
                  </a:lnTo>
                  <a:lnTo>
                    <a:pt x="5037" y="7200"/>
                  </a:lnTo>
                  <a:lnTo>
                    <a:pt x="5012" y="0"/>
                  </a:lnTo>
                  <a:lnTo>
                    <a:pt x="50" y="0"/>
                  </a:lnTo>
                  <a:lnTo>
                    <a:pt x="5150" y="0"/>
                  </a:lnTo>
                  <a:lnTo>
                    <a:pt x="5112" y="10800"/>
                  </a:lnTo>
                  <a:lnTo>
                    <a:pt x="5112" y="14400"/>
                  </a:lnTo>
                  <a:lnTo>
                    <a:pt x="5137" y="21600"/>
                  </a:lnTo>
                  <a:lnTo>
                    <a:pt x="5175" y="21600"/>
                  </a:lnTo>
                  <a:lnTo>
                    <a:pt x="5187" y="18000"/>
                  </a:lnTo>
                  <a:lnTo>
                    <a:pt x="5187" y="7200"/>
                  </a:lnTo>
                  <a:lnTo>
                    <a:pt x="5162" y="0"/>
                  </a:lnTo>
                  <a:lnTo>
                    <a:pt x="50" y="0"/>
                  </a:lnTo>
                  <a:lnTo>
                    <a:pt x="5300" y="0"/>
                  </a:lnTo>
                  <a:lnTo>
                    <a:pt x="5262" y="10800"/>
                  </a:lnTo>
                  <a:lnTo>
                    <a:pt x="5262" y="14400"/>
                  </a:lnTo>
                  <a:lnTo>
                    <a:pt x="5287" y="21600"/>
                  </a:lnTo>
                  <a:lnTo>
                    <a:pt x="5337" y="21600"/>
                  </a:lnTo>
                  <a:lnTo>
                    <a:pt x="5350" y="18000"/>
                  </a:lnTo>
                  <a:lnTo>
                    <a:pt x="5350" y="7200"/>
                  </a:lnTo>
                  <a:lnTo>
                    <a:pt x="5337" y="3600"/>
                  </a:lnTo>
                  <a:lnTo>
                    <a:pt x="5312" y="0"/>
                  </a:lnTo>
                  <a:lnTo>
                    <a:pt x="50" y="0"/>
                  </a:lnTo>
                  <a:lnTo>
                    <a:pt x="5462" y="0"/>
                  </a:lnTo>
                  <a:lnTo>
                    <a:pt x="5425" y="10800"/>
                  </a:lnTo>
                  <a:lnTo>
                    <a:pt x="5425" y="14400"/>
                  </a:lnTo>
                  <a:lnTo>
                    <a:pt x="5450" y="21600"/>
                  </a:lnTo>
                  <a:lnTo>
                    <a:pt x="5487" y="21600"/>
                  </a:lnTo>
                  <a:lnTo>
                    <a:pt x="5500" y="18000"/>
                  </a:lnTo>
                  <a:lnTo>
                    <a:pt x="5500" y="7200"/>
                  </a:lnTo>
                  <a:lnTo>
                    <a:pt x="5475" y="0"/>
                  </a:lnTo>
                  <a:lnTo>
                    <a:pt x="50" y="0"/>
                  </a:lnTo>
                  <a:lnTo>
                    <a:pt x="5612" y="0"/>
                  </a:lnTo>
                  <a:lnTo>
                    <a:pt x="5575" y="10800"/>
                  </a:lnTo>
                  <a:lnTo>
                    <a:pt x="5575" y="14400"/>
                  </a:lnTo>
                  <a:lnTo>
                    <a:pt x="5600" y="21600"/>
                  </a:lnTo>
                  <a:lnTo>
                    <a:pt x="5637" y="21600"/>
                  </a:lnTo>
                  <a:lnTo>
                    <a:pt x="5650" y="18000"/>
                  </a:lnTo>
                  <a:lnTo>
                    <a:pt x="5650" y="7200"/>
                  </a:lnTo>
                  <a:lnTo>
                    <a:pt x="5625" y="0"/>
                  </a:lnTo>
                  <a:lnTo>
                    <a:pt x="50" y="0"/>
                  </a:lnTo>
                  <a:lnTo>
                    <a:pt x="5762" y="0"/>
                  </a:lnTo>
                  <a:lnTo>
                    <a:pt x="5725" y="10800"/>
                  </a:lnTo>
                  <a:lnTo>
                    <a:pt x="5725" y="14400"/>
                  </a:lnTo>
                  <a:lnTo>
                    <a:pt x="5750" y="21600"/>
                  </a:lnTo>
                  <a:lnTo>
                    <a:pt x="5787" y="21600"/>
                  </a:lnTo>
                  <a:lnTo>
                    <a:pt x="5800" y="18000"/>
                  </a:lnTo>
                  <a:lnTo>
                    <a:pt x="5800" y="7200"/>
                  </a:lnTo>
                  <a:lnTo>
                    <a:pt x="5775" y="0"/>
                  </a:lnTo>
                  <a:lnTo>
                    <a:pt x="50" y="0"/>
                  </a:lnTo>
                  <a:lnTo>
                    <a:pt x="5913" y="0"/>
                  </a:lnTo>
                  <a:lnTo>
                    <a:pt x="5875" y="10800"/>
                  </a:lnTo>
                  <a:lnTo>
                    <a:pt x="5875" y="14400"/>
                  </a:lnTo>
                  <a:lnTo>
                    <a:pt x="5900" y="21600"/>
                  </a:lnTo>
                  <a:lnTo>
                    <a:pt x="5938" y="21600"/>
                  </a:lnTo>
                  <a:lnTo>
                    <a:pt x="5950" y="18000"/>
                  </a:lnTo>
                  <a:lnTo>
                    <a:pt x="5950" y="7200"/>
                  </a:lnTo>
                  <a:lnTo>
                    <a:pt x="5925" y="0"/>
                  </a:lnTo>
                  <a:lnTo>
                    <a:pt x="50" y="0"/>
                  </a:lnTo>
                  <a:lnTo>
                    <a:pt x="6063" y="0"/>
                  </a:lnTo>
                  <a:lnTo>
                    <a:pt x="6025" y="10800"/>
                  </a:lnTo>
                  <a:lnTo>
                    <a:pt x="6025" y="14400"/>
                  </a:lnTo>
                  <a:lnTo>
                    <a:pt x="6050" y="21600"/>
                  </a:lnTo>
                  <a:lnTo>
                    <a:pt x="6088" y="21600"/>
                  </a:lnTo>
                  <a:lnTo>
                    <a:pt x="6100" y="18000"/>
                  </a:lnTo>
                  <a:lnTo>
                    <a:pt x="6100" y="7200"/>
                  </a:lnTo>
                  <a:lnTo>
                    <a:pt x="6075" y="0"/>
                  </a:lnTo>
                  <a:lnTo>
                    <a:pt x="50" y="0"/>
                  </a:lnTo>
                  <a:lnTo>
                    <a:pt x="6213" y="0"/>
                  </a:lnTo>
                  <a:lnTo>
                    <a:pt x="6175" y="10800"/>
                  </a:lnTo>
                  <a:lnTo>
                    <a:pt x="6175" y="14400"/>
                  </a:lnTo>
                  <a:lnTo>
                    <a:pt x="6200" y="21600"/>
                  </a:lnTo>
                  <a:lnTo>
                    <a:pt x="6238" y="21600"/>
                  </a:lnTo>
                  <a:lnTo>
                    <a:pt x="6250" y="18000"/>
                  </a:lnTo>
                  <a:lnTo>
                    <a:pt x="6250" y="7200"/>
                  </a:lnTo>
                  <a:lnTo>
                    <a:pt x="6225" y="0"/>
                  </a:lnTo>
                  <a:lnTo>
                    <a:pt x="50" y="0"/>
                  </a:lnTo>
                  <a:lnTo>
                    <a:pt x="6363" y="0"/>
                  </a:lnTo>
                  <a:lnTo>
                    <a:pt x="6325" y="10800"/>
                  </a:lnTo>
                  <a:lnTo>
                    <a:pt x="6325" y="14400"/>
                  </a:lnTo>
                  <a:lnTo>
                    <a:pt x="6350" y="21600"/>
                  </a:lnTo>
                  <a:lnTo>
                    <a:pt x="6388" y="21600"/>
                  </a:lnTo>
                  <a:lnTo>
                    <a:pt x="6400" y="18000"/>
                  </a:lnTo>
                  <a:lnTo>
                    <a:pt x="6400" y="7200"/>
                  </a:lnTo>
                  <a:lnTo>
                    <a:pt x="6375" y="0"/>
                  </a:lnTo>
                  <a:lnTo>
                    <a:pt x="50" y="0"/>
                  </a:lnTo>
                  <a:lnTo>
                    <a:pt x="6513" y="0"/>
                  </a:lnTo>
                  <a:lnTo>
                    <a:pt x="6475" y="10800"/>
                  </a:lnTo>
                  <a:lnTo>
                    <a:pt x="6475" y="14400"/>
                  </a:lnTo>
                  <a:lnTo>
                    <a:pt x="6500" y="21600"/>
                  </a:lnTo>
                  <a:lnTo>
                    <a:pt x="6538" y="21600"/>
                  </a:lnTo>
                  <a:lnTo>
                    <a:pt x="6550" y="18000"/>
                  </a:lnTo>
                  <a:lnTo>
                    <a:pt x="6550" y="7200"/>
                  </a:lnTo>
                  <a:lnTo>
                    <a:pt x="6525" y="0"/>
                  </a:lnTo>
                  <a:lnTo>
                    <a:pt x="50" y="0"/>
                  </a:lnTo>
                  <a:lnTo>
                    <a:pt x="6663" y="0"/>
                  </a:lnTo>
                  <a:lnTo>
                    <a:pt x="6625" y="10800"/>
                  </a:lnTo>
                  <a:lnTo>
                    <a:pt x="6625" y="14400"/>
                  </a:lnTo>
                  <a:lnTo>
                    <a:pt x="6650" y="21600"/>
                  </a:lnTo>
                  <a:lnTo>
                    <a:pt x="6688" y="21600"/>
                  </a:lnTo>
                  <a:lnTo>
                    <a:pt x="6700" y="18000"/>
                  </a:lnTo>
                  <a:lnTo>
                    <a:pt x="6700" y="7200"/>
                  </a:lnTo>
                  <a:lnTo>
                    <a:pt x="6675" y="0"/>
                  </a:lnTo>
                  <a:lnTo>
                    <a:pt x="50" y="0"/>
                  </a:lnTo>
                  <a:lnTo>
                    <a:pt x="6813" y="0"/>
                  </a:lnTo>
                  <a:lnTo>
                    <a:pt x="6775" y="10800"/>
                  </a:lnTo>
                  <a:lnTo>
                    <a:pt x="6775" y="14400"/>
                  </a:lnTo>
                  <a:lnTo>
                    <a:pt x="6800" y="21600"/>
                  </a:lnTo>
                  <a:lnTo>
                    <a:pt x="6838" y="21600"/>
                  </a:lnTo>
                  <a:lnTo>
                    <a:pt x="6850" y="18000"/>
                  </a:lnTo>
                  <a:lnTo>
                    <a:pt x="6850" y="7200"/>
                  </a:lnTo>
                  <a:lnTo>
                    <a:pt x="6825" y="0"/>
                  </a:lnTo>
                  <a:lnTo>
                    <a:pt x="50" y="0"/>
                  </a:lnTo>
                  <a:lnTo>
                    <a:pt x="6963" y="0"/>
                  </a:lnTo>
                  <a:lnTo>
                    <a:pt x="6925" y="10800"/>
                  </a:lnTo>
                  <a:lnTo>
                    <a:pt x="6925" y="14400"/>
                  </a:lnTo>
                  <a:lnTo>
                    <a:pt x="6950" y="21600"/>
                  </a:lnTo>
                  <a:lnTo>
                    <a:pt x="6988" y="21600"/>
                  </a:lnTo>
                  <a:lnTo>
                    <a:pt x="7000" y="18000"/>
                  </a:lnTo>
                  <a:lnTo>
                    <a:pt x="7000" y="7200"/>
                  </a:lnTo>
                  <a:lnTo>
                    <a:pt x="6975" y="0"/>
                  </a:lnTo>
                  <a:lnTo>
                    <a:pt x="50" y="0"/>
                  </a:lnTo>
                  <a:lnTo>
                    <a:pt x="7113" y="0"/>
                  </a:lnTo>
                  <a:lnTo>
                    <a:pt x="7075" y="10800"/>
                  </a:lnTo>
                  <a:lnTo>
                    <a:pt x="7075" y="14400"/>
                  </a:lnTo>
                  <a:lnTo>
                    <a:pt x="7100" y="21600"/>
                  </a:lnTo>
                  <a:lnTo>
                    <a:pt x="7138" y="21600"/>
                  </a:lnTo>
                  <a:lnTo>
                    <a:pt x="7150" y="18000"/>
                  </a:lnTo>
                  <a:lnTo>
                    <a:pt x="7150" y="7200"/>
                  </a:lnTo>
                  <a:lnTo>
                    <a:pt x="7125" y="0"/>
                  </a:lnTo>
                  <a:lnTo>
                    <a:pt x="50" y="0"/>
                  </a:lnTo>
                  <a:lnTo>
                    <a:pt x="7263" y="0"/>
                  </a:lnTo>
                  <a:lnTo>
                    <a:pt x="7225" y="10800"/>
                  </a:lnTo>
                  <a:lnTo>
                    <a:pt x="7225" y="14400"/>
                  </a:lnTo>
                  <a:lnTo>
                    <a:pt x="7250" y="21600"/>
                  </a:lnTo>
                  <a:lnTo>
                    <a:pt x="7288" y="21600"/>
                  </a:lnTo>
                  <a:lnTo>
                    <a:pt x="7300" y="18000"/>
                  </a:lnTo>
                  <a:lnTo>
                    <a:pt x="7300" y="7200"/>
                  </a:lnTo>
                  <a:lnTo>
                    <a:pt x="7275" y="0"/>
                  </a:lnTo>
                  <a:lnTo>
                    <a:pt x="50" y="0"/>
                  </a:lnTo>
                  <a:lnTo>
                    <a:pt x="7413" y="0"/>
                  </a:lnTo>
                  <a:lnTo>
                    <a:pt x="7375" y="10800"/>
                  </a:lnTo>
                  <a:lnTo>
                    <a:pt x="7375" y="14400"/>
                  </a:lnTo>
                  <a:lnTo>
                    <a:pt x="7400" y="21600"/>
                  </a:lnTo>
                  <a:lnTo>
                    <a:pt x="7438" y="21600"/>
                  </a:lnTo>
                  <a:lnTo>
                    <a:pt x="7450" y="18000"/>
                  </a:lnTo>
                  <a:lnTo>
                    <a:pt x="7450" y="7200"/>
                  </a:lnTo>
                  <a:lnTo>
                    <a:pt x="7425" y="0"/>
                  </a:lnTo>
                  <a:lnTo>
                    <a:pt x="50" y="0"/>
                  </a:lnTo>
                  <a:lnTo>
                    <a:pt x="7563" y="0"/>
                  </a:lnTo>
                  <a:lnTo>
                    <a:pt x="7525" y="10800"/>
                  </a:lnTo>
                  <a:lnTo>
                    <a:pt x="7525" y="14400"/>
                  </a:lnTo>
                  <a:lnTo>
                    <a:pt x="7550" y="21600"/>
                  </a:lnTo>
                  <a:lnTo>
                    <a:pt x="7588" y="21600"/>
                  </a:lnTo>
                  <a:lnTo>
                    <a:pt x="7600" y="18000"/>
                  </a:lnTo>
                  <a:lnTo>
                    <a:pt x="7600" y="7200"/>
                  </a:lnTo>
                  <a:lnTo>
                    <a:pt x="7575" y="0"/>
                  </a:lnTo>
                  <a:lnTo>
                    <a:pt x="50" y="0"/>
                  </a:lnTo>
                  <a:lnTo>
                    <a:pt x="7713" y="0"/>
                  </a:lnTo>
                  <a:lnTo>
                    <a:pt x="7675" y="10800"/>
                  </a:lnTo>
                  <a:lnTo>
                    <a:pt x="7675" y="14400"/>
                  </a:lnTo>
                  <a:lnTo>
                    <a:pt x="7700" y="21600"/>
                  </a:lnTo>
                  <a:lnTo>
                    <a:pt x="7738" y="21600"/>
                  </a:lnTo>
                  <a:lnTo>
                    <a:pt x="7750" y="18000"/>
                  </a:lnTo>
                  <a:lnTo>
                    <a:pt x="7750" y="7200"/>
                  </a:lnTo>
                  <a:lnTo>
                    <a:pt x="7725" y="0"/>
                  </a:lnTo>
                  <a:lnTo>
                    <a:pt x="50" y="0"/>
                  </a:lnTo>
                  <a:lnTo>
                    <a:pt x="7863" y="0"/>
                  </a:lnTo>
                  <a:lnTo>
                    <a:pt x="7825" y="10800"/>
                  </a:lnTo>
                  <a:lnTo>
                    <a:pt x="7825" y="14400"/>
                  </a:lnTo>
                  <a:lnTo>
                    <a:pt x="7850" y="21600"/>
                  </a:lnTo>
                  <a:lnTo>
                    <a:pt x="7888" y="21600"/>
                  </a:lnTo>
                  <a:lnTo>
                    <a:pt x="7900" y="18000"/>
                  </a:lnTo>
                  <a:lnTo>
                    <a:pt x="7900" y="7200"/>
                  </a:lnTo>
                  <a:lnTo>
                    <a:pt x="7875" y="0"/>
                  </a:lnTo>
                  <a:lnTo>
                    <a:pt x="50" y="0"/>
                  </a:lnTo>
                  <a:lnTo>
                    <a:pt x="8013" y="0"/>
                  </a:lnTo>
                  <a:lnTo>
                    <a:pt x="7975" y="10800"/>
                  </a:lnTo>
                  <a:lnTo>
                    <a:pt x="7975" y="14400"/>
                  </a:lnTo>
                  <a:lnTo>
                    <a:pt x="8000" y="21600"/>
                  </a:lnTo>
                  <a:lnTo>
                    <a:pt x="8038" y="21600"/>
                  </a:lnTo>
                  <a:lnTo>
                    <a:pt x="8050" y="18000"/>
                  </a:lnTo>
                  <a:lnTo>
                    <a:pt x="8050" y="7200"/>
                  </a:lnTo>
                  <a:lnTo>
                    <a:pt x="8025" y="0"/>
                  </a:lnTo>
                  <a:lnTo>
                    <a:pt x="50" y="0"/>
                  </a:lnTo>
                  <a:lnTo>
                    <a:pt x="8163" y="0"/>
                  </a:lnTo>
                  <a:lnTo>
                    <a:pt x="8125" y="10800"/>
                  </a:lnTo>
                  <a:lnTo>
                    <a:pt x="8125" y="14400"/>
                  </a:lnTo>
                  <a:lnTo>
                    <a:pt x="8150" y="21600"/>
                  </a:lnTo>
                  <a:lnTo>
                    <a:pt x="8188" y="21600"/>
                  </a:lnTo>
                  <a:lnTo>
                    <a:pt x="8200" y="18000"/>
                  </a:lnTo>
                  <a:lnTo>
                    <a:pt x="8200" y="7200"/>
                  </a:lnTo>
                  <a:lnTo>
                    <a:pt x="8175" y="0"/>
                  </a:lnTo>
                  <a:lnTo>
                    <a:pt x="50" y="0"/>
                  </a:lnTo>
                  <a:lnTo>
                    <a:pt x="8312" y="0"/>
                  </a:lnTo>
                  <a:lnTo>
                    <a:pt x="8275" y="10800"/>
                  </a:lnTo>
                  <a:lnTo>
                    <a:pt x="8275" y="14400"/>
                  </a:lnTo>
                  <a:lnTo>
                    <a:pt x="8300" y="21600"/>
                  </a:lnTo>
                  <a:lnTo>
                    <a:pt x="8337" y="21600"/>
                  </a:lnTo>
                  <a:lnTo>
                    <a:pt x="8350" y="18000"/>
                  </a:lnTo>
                  <a:lnTo>
                    <a:pt x="8350" y="7200"/>
                  </a:lnTo>
                  <a:lnTo>
                    <a:pt x="8325" y="0"/>
                  </a:lnTo>
                  <a:lnTo>
                    <a:pt x="50" y="0"/>
                  </a:lnTo>
                  <a:lnTo>
                    <a:pt x="8462" y="0"/>
                  </a:lnTo>
                  <a:lnTo>
                    <a:pt x="8425" y="10800"/>
                  </a:lnTo>
                  <a:lnTo>
                    <a:pt x="8425" y="14400"/>
                  </a:lnTo>
                  <a:lnTo>
                    <a:pt x="8450" y="21600"/>
                  </a:lnTo>
                  <a:lnTo>
                    <a:pt x="8487" y="21600"/>
                  </a:lnTo>
                  <a:lnTo>
                    <a:pt x="8500" y="18000"/>
                  </a:lnTo>
                  <a:lnTo>
                    <a:pt x="8500" y="7200"/>
                  </a:lnTo>
                  <a:lnTo>
                    <a:pt x="8475" y="0"/>
                  </a:lnTo>
                  <a:lnTo>
                    <a:pt x="50" y="0"/>
                  </a:lnTo>
                  <a:lnTo>
                    <a:pt x="8612" y="0"/>
                  </a:lnTo>
                  <a:lnTo>
                    <a:pt x="8575" y="10800"/>
                  </a:lnTo>
                  <a:lnTo>
                    <a:pt x="8575" y="14400"/>
                  </a:lnTo>
                  <a:lnTo>
                    <a:pt x="8600" y="21600"/>
                  </a:lnTo>
                  <a:lnTo>
                    <a:pt x="8637" y="21600"/>
                  </a:lnTo>
                  <a:lnTo>
                    <a:pt x="8650" y="18000"/>
                  </a:lnTo>
                  <a:lnTo>
                    <a:pt x="8650" y="7200"/>
                  </a:lnTo>
                  <a:lnTo>
                    <a:pt x="8625" y="0"/>
                  </a:lnTo>
                  <a:lnTo>
                    <a:pt x="50" y="0"/>
                  </a:lnTo>
                  <a:lnTo>
                    <a:pt x="8762" y="0"/>
                  </a:lnTo>
                  <a:lnTo>
                    <a:pt x="8725" y="10800"/>
                  </a:lnTo>
                  <a:lnTo>
                    <a:pt x="8725" y="14400"/>
                  </a:lnTo>
                  <a:lnTo>
                    <a:pt x="8750" y="21600"/>
                  </a:lnTo>
                  <a:lnTo>
                    <a:pt x="8787" y="21600"/>
                  </a:lnTo>
                  <a:lnTo>
                    <a:pt x="8800" y="18000"/>
                  </a:lnTo>
                  <a:lnTo>
                    <a:pt x="8800" y="7200"/>
                  </a:lnTo>
                  <a:lnTo>
                    <a:pt x="8775" y="0"/>
                  </a:lnTo>
                  <a:lnTo>
                    <a:pt x="50" y="0"/>
                  </a:lnTo>
                  <a:lnTo>
                    <a:pt x="8912" y="0"/>
                  </a:lnTo>
                  <a:lnTo>
                    <a:pt x="8875" y="10800"/>
                  </a:lnTo>
                  <a:lnTo>
                    <a:pt x="8875" y="14400"/>
                  </a:lnTo>
                  <a:lnTo>
                    <a:pt x="8900" y="21600"/>
                  </a:lnTo>
                  <a:lnTo>
                    <a:pt x="8937" y="21600"/>
                  </a:lnTo>
                  <a:lnTo>
                    <a:pt x="8950" y="18000"/>
                  </a:lnTo>
                  <a:lnTo>
                    <a:pt x="8950" y="7200"/>
                  </a:lnTo>
                  <a:lnTo>
                    <a:pt x="8925" y="0"/>
                  </a:lnTo>
                  <a:lnTo>
                    <a:pt x="50" y="0"/>
                  </a:lnTo>
                  <a:lnTo>
                    <a:pt x="9062" y="0"/>
                  </a:lnTo>
                  <a:lnTo>
                    <a:pt x="9025" y="10800"/>
                  </a:lnTo>
                  <a:lnTo>
                    <a:pt x="9025" y="14400"/>
                  </a:lnTo>
                  <a:lnTo>
                    <a:pt x="9050" y="21600"/>
                  </a:lnTo>
                  <a:lnTo>
                    <a:pt x="9087" y="21600"/>
                  </a:lnTo>
                  <a:lnTo>
                    <a:pt x="9100" y="18000"/>
                  </a:lnTo>
                  <a:lnTo>
                    <a:pt x="9100" y="7200"/>
                  </a:lnTo>
                  <a:lnTo>
                    <a:pt x="9075" y="0"/>
                  </a:lnTo>
                  <a:lnTo>
                    <a:pt x="50" y="0"/>
                  </a:lnTo>
                  <a:lnTo>
                    <a:pt x="9212" y="0"/>
                  </a:lnTo>
                  <a:lnTo>
                    <a:pt x="9175" y="10800"/>
                  </a:lnTo>
                  <a:lnTo>
                    <a:pt x="9175" y="14400"/>
                  </a:lnTo>
                  <a:lnTo>
                    <a:pt x="9200" y="21600"/>
                  </a:lnTo>
                  <a:lnTo>
                    <a:pt x="9237" y="21600"/>
                  </a:lnTo>
                  <a:lnTo>
                    <a:pt x="9250" y="18000"/>
                  </a:lnTo>
                  <a:lnTo>
                    <a:pt x="9250" y="7200"/>
                  </a:lnTo>
                  <a:lnTo>
                    <a:pt x="9225" y="0"/>
                  </a:lnTo>
                  <a:lnTo>
                    <a:pt x="50" y="0"/>
                  </a:lnTo>
                  <a:lnTo>
                    <a:pt x="9362" y="0"/>
                  </a:lnTo>
                  <a:lnTo>
                    <a:pt x="9325" y="10800"/>
                  </a:lnTo>
                  <a:lnTo>
                    <a:pt x="9325" y="14400"/>
                  </a:lnTo>
                  <a:lnTo>
                    <a:pt x="9350" y="21600"/>
                  </a:lnTo>
                  <a:lnTo>
                    <a:pt x="9400" y="21600"/>
                  </a:lnTo>
                  <a:lnTo>
                    <a:pt x="9412" y="18000"/>
                  </a:lnTo>
                  <a:lnTo>
                    <a:pt x="9412" y="7200"/>
                  </a:lnTo>
                  <a:lnTo>
                    <a:pt x="9387" y="0"/>
                  </a:lnTo>
                  <a:lnTo>
                    <a:pt x="50" y="0"/>
                  </a:lnTo>
                  <a:lnTo>
                    <a:pt x="9525" y="0"/>
                  </a:lnTo>
                  <a:lnTo>
                    <a:pt x="9487" y="10800"/>
                  </a:lnTo>
                  <a:lnTo>
                    <a:pt x="9487" y="14400"/>
                  </a:lnTo>
                  <a:lnTo>
                    <a:pt x="9512" y="21600"/>
                  </a:lnTo>
                  <a:lnTo>
                    <a:pt x="9550" y="21600"/>
                  </a:lnTo>
                  <a:lnTo>
                    <a:pt x="9562" y="18000"/>
                  </a:lnTo>
                  <a:lnTo>
                    <a:pt x="9562" y="7200"/>
                  </a:lnTo>
                  <a:lnTo>
                    <a:pt x="9537" y="0"/>
                  </a:lnTo>
                  <a:lnTo>
                    <a:pt x="50" y="0"/>
                  </a:lnTo>
                  <a:lnTo>
                    <a:pt x="9675" y="0"/>
                  </a:lnTo>
                  <a:lnTo>
                    <a:pt x="9637" y="10800"/>
                  </a:lnTo>
                  <a:lnTo>
                    <a:pt x="9637" y="14400"/>
                  </a:lnTo>
                  <a:lnTo>
                    <a:pt x="9662" y="21600"/>
                  </a:lnTo>
                  <a:lnTo>
                    <a:pt x="9700" y="21600"/>
                  </a:lnTo>
                  <a:lnTo>
                    <a:pt x="9712" y="18000"/>
                  </a:lnTo>
                  <a:lnTo>
                    <a:pt x="9712" y="7200"/>
                  </a:lnTo>
                  <a:lnTo>
                    <a:pt x="9687" y="0"/>
                  </a:lnTo>
                  <a:lnTo>
                    <a:pt x="50" y="0"/>
                  </a:lnTo>
                  <a:lnTo>
                    <a:pt x="9825" y="0"/>
                  </a:lnTo>
                  <a:lnTo>
                    <a:pt x="9787" y="10800"/>
                  </a:lnTo>
                  <a:lnTo>
                    <a:pt x="9787" y="14400"/>
                  </a:lnTo>
                  <a:lnTo>
                    <a:pt x="9812" y="21600"/>
                  </a:lnTo>
                  <a:lnTo>
                    <a:pt x="9850" y="21600"/>
                  </a:lnTo>
                  <a:lnTo>
                    <a:pt x="9862" y="18000"/>
                  </a:lnTo>
                  <a:lnTo>
                    <a:pt x="9862" y="7200"/>
                  </a:lnTo>
                  <a:lnTo>
                    <a:pt x="9837" y="0"/>
                  </a:lnTo>
                  <a:lnTo>
                    <a:pt x="50" y="0"/>
                  </a:lnTo>
                  <a:lnTo>
                    <a:pt x="9975" y="0"/>
                  </a:lnTo>
                  <a:lnTo>
                    <a:pt x="9937" y="10800"/>
                  </a:lnTo>
                  <a:lnTo>
                    <a:pt x="9937" y="14400"/>
                  </a:lnTo>
                  <a:lnTo>
                    <a:pt x="9962" y="21600"/>
                  </a:lnTo>
                  <a:lnTo>
                    <a:pt x="10000" y="21600"/>
                  </a:lnTo>
                  <a:lnTo>
                    <a:pt x="10012" y="18000"/>
                  </a:lnTo>
                  <a:lnTo>
                    <a:pt x="10012" y="7200"/>
                  </a:lnTo>
                  <a:lnTo>
                    <a:pt x="9987" y="0"/>
                  </a:lnTo>
                  <a:lnTo>
                    <a:pt x="50" y="0"/>
                  </a:lnTo>
                  <a:lnTo>
                    <a:pt x="10125" y="0"/>
                  </a:lnTo>
                  <a:lnTo>
                    <a:pt x="10087" y="10800"/>
                  </a:lnTo>
                  <a:lnTo>
                    <a:pt x="10087" y="14400"/>
                  </a:lnTo>
                  <a:lnTo>
                    <a:pt x="10112" y="21600"/>
                  </a:lnTo>
                  <a:lnTo>
                    <a:pt x="10150" y="21600"/>
                  </a:lnTo>
                  <a:lnTo>
                    <a:pt x="10162" y="18000"/>
                  </a:lnTo>
                  <a:lnTo>
                    <a:pt x="10162" y="7200"/>
                  </a:lnTo>
                  <a:lnTo>
                    <a:pt x="10137" y="0"/>
                  </a:lnTo>
                  <a:lnTo>
                    <a:pt x="50" y="0"/>
                  </a:lnTo>
                  <a:lnTo>
                    <a:pt x="10275" y="0"/>
                  </a:lnTo>
                  <a:lnTo>
                    <a:pt x="10237" y="10800"/>
                  </a:lnTo>
                  <a:lnTo>
                    <a:pt x="10237" y="14400"/>
                  </a:lnTo>
                  <a:lnTo>
                    <a:pt x="10262" y="21600"/>
                  </a:lnTo>
                  <a:lnTo>
                    <a:pt x="10300" y="21600"/>
                  </a:lnTo>
                  <a:lnTo>
                    <a:pt x="10312" y="18000"/>
                  </a:lnTo>
                  <a:lnTo>
                    <a:pt x="10312" y="7200"/>
                  </a:lnTo>
                  <a:lnTo>
                    <a:pt x="10287" y="0"/>
                  </a:lnTo>
                  <a:lnTo>
                    <a:pt x="50" y="0"/>
                  </a:lnTo>
                  <a:lnTo>
                    <a:pt x="10425" y="0"/>
                  </a:lnTo>
                  <a:lnTo>
                    <a:pt x="10387" y="10800"/>
                  </a:lnTo>
                  <a:lnTo>
                    <a:pt x="10387" y="14400"/>
                  </a:lnTo>
                  <a:lnTo>
                    <a:pt x="10412" y="21600"/>
                  </a:lnTo>
                  <a:lnTo>
                    <a:pt x="10450" y="21600"/>
                  </a:lnTo>
                  <a:lnTo>
                    <a:pt x="10462" y="18000"/>
                  </a:lnTo>
                  <a:lnTo>
                    <a:pt x="10462" y="7200"/>
                  </a:lnTo>
                  <a:lnTo>
                    <a:pt x="10437" y="0"/>
                  </a:lnTo>
                  <a:lnTo>
                    <a:pt x="50" y="0"/>
                  </a:lnTo>
                  <a:lnTo>
                    <a:pt x="10575" y="0"/>
                  </a:lnTo>
                  <a:lnTo>
                    <a:pt x="10537" y="10800"/>
                  </a:lnTo>
                  <a:lnTo>
                    <a:pt x="10537" y="14400"/>
                  </a:lnTo>
                  <a:lnTo>
                    <a:pt x="10562" y="21600"/>
                  </a:lnTo>
                  <a:lnTo>
                    <a:pt x="10600" y="21600"/>
                  </a:lnTo>
                  <a:lnTo>
                    <a:pt x="10612" y="18000"/>
                  </a:lnTo>
                  <a:lnTo>
                    <a:pt x="10612" y="7200"/>
                  </a:lnTo>
                  <a:lnTo>
                    <a:pt x="10587" y="0"/>
                  </a:lnTo>
                  <a:lnTo>
                    <a:pt x="50" y="0"/>
                  </a:lnTo>
                  <a:lnTo>
                    <a:pt x="10725" y="0"/>
                  </a:lnTo>
                  <a:lnTo>
                    <a:pt x="10687" y="10800"/>
                  </a:lnTo>
                  <a:lnTo>
                    <a:pt x="10687" y="14400"/>
                  </a:lnTo>
                  <a:lnTo>
                    <a:pt x="10712" y="21600"/>
                  </a:lnTo>
                  <a:lnTo>
                    <a:pt x="10750" y="21600"/>
                  </a:lnTo>
                  <a:lnTo>
                    <a:pt x="10762" y="18000"/>
                  </a:lnTo>
                  <a:lnTo>
                    <a:pt x="10762" y="7200"/>
                  </a:lnTo>
                  <a:lnTo>
                    <a:pt x="10737" y="0"/>
                  </a:lnTo>
                  <a:lnTo>
                    <a:pt x="50" y="0"/>
                  </a:lnTo>
                  <a:lnTo>
                    <a:pt x="10875" y="0"/>
                  </a:lnTo>
                  <a:lnTo>
                    <a:pt x="10838" y="10800"/>
                  </a:lnTo>
                  <a:lnTo>
                    <a:pt x="10838" y="14400"/>
                  </a:lnTo>
                  <a:lnTo>
                    <a:pt x="10863" y="21600"/>
                  </a:lnTo>
                  <a:lnTo>
                    <a:pt x="10900" y="21600"/>
                  </a:lnTo>
                  <a:lnTo>
                    <a:pt x="10913" y="18000"/>
                  </a:lnTo>
                  <a:lnTo>
                    <a:pt x="10913" y="7200"/>
                  </a:lnTo>
                  <a:lnTo>
                    <a:pt x="10888" y="0"/>
                  </a:lnTo>
                  <a:lnTo>
                    <a:pt x="50" y="0"/>
                  </a:lnTo>
                  <a:lnTo>
                    <a:pt x="11025" y="0"/>
                  </a:lnTo>
                  <a:lnTo>
                    <a:pt x="10988" y="10800"/>
                  </a:lnTo>
                  <a:lnTo>
                    <a:pt x="10988" y="14400"/>
                  </a:lnTo>
                  <a:lnTo>
                    <a:pt x="11013" y="21600"/>
                  </a:lnTo>
                  <a:lnTo>
                    <a:pt x="11050" y="21600"/>
                  </a:lnTo>
                  <a:lnTo>
                    <a:pt x="11063" y="18000"/>
                  </a:lnTo>
                  <a:lnTo>
                    <a:pt x="11063" y="7200"/>
                  </a:lnTo>
                  <a:lnTo>
                    <a:pt x="11038" y="0"/>
                  </a:lnTo>
                  <a:lnTo>
                    <a:pt x="50" y="0"/>
                  </a:lnTo>
                  <a:lnTo>
                    <a:pt x="11175" y="0"/>
                  </a:lnTo>
                  <a:lnTo>
                    <a:pt x="11138" y="10800"/>
                  </a:lnTo>
                  <a:lnTo>
                    <a:pt x="11138" y="14400"/>
                  </a:lnTo>
                  <a:lnTo>
                    <a:pt x="11163" y="21600"/>
                  </a:lnTo>
                  <a:lnTo>
                    <a:pt x="11200" y="21600"/>
                  </a:lnTo>
                  <a:lnTo>
                    <a:pt x="11213" y="18000"/>
                  </a:lnTo>
                  <a:lnTo>
                    <a:pt x="11213" y="7200"/>
                  </a:lnTo>
                  <a:lnTo>
                    <a:pt x="11188" y="0"/>
                  </a:lnTo>
                  <a:lnTo>
                    <a:pt x="50" y="0"/>
                  </a:lnTo>
                  <a:lnTo>
                    <a:pt x="11325" y="0"/>
                  </a:lnTo>
                  <a:lnTo>
                    <a:pt x="11288" y="10800"/>
                  </a:lnTo>
                  <a:lnTo>
                    <a:pt x="11288" y="14400"/>
                  </a:lnTo>
                  <a:lnTo>
                    <a:pt x="11313" y="21600"/>
                  </a:lnTo>
                  <a:lnTo>
                    <a:pt x="11350" y="21600"/>
                  </a:lnTo>
                  <a:lnTo>
                    <a:pt x="11363" y="18000"/>
                  </a:lnTo>
                  <a:lnTo>
                    <a:pt x="11363" y="7200"/>
                  </a:lnTo>
                  <a:lnTo>
                    <a:pt x="11338" y="0"/>
                  </a:lnTo>
                  <a:lnTo>
                    <a:pt x="50" y="0"/>
                  </a:lnTo>
                  <a:lnTo>
                    <a:pt x="11475" y="0"/>
                  </a:lnTo>
                  <a:lnTo>
                    <a:pt x="11438" y="10800"/>
                  </a:lnTo>
                  <a:lnTo>
                    <a:pt x="11438" y="14400"/>
                  </a:lnTo>
                  <a:lnTo>
                    <a:pt x="11463" y="21600"/>
                  </a:lnTo>
                  <a:lnTo>
                    <a:pt x="11500" y="21600"/>
                  </a:lnTo>
                  <a:lnTo>
                    <a:pt x="11513" y="18000"/>
                  </a:lnTo>
                  <a:lnTo>
                    <a:pt x="11513" y="7200"/>
                  </a:lnTo>
                  <a:lnTo>
                    <a:pt x="11488" y="0"/>
                  </a:lnTo>
                  <a:lnTo>
                    <a:pt x="50" y="0"/>
                  </a:lnTo>
                  <a:lnTo>
                    <a:pt x="11625" y="0"/>
                  </a:lnTo>
                  <a:lnTo>
                    <a:pt x="11588" y="10800"/>
                  </a:lnTo>
                  <a:lnTo>
                    <a:pt x="11588" y="14400"/>
                  </a:lnTo>
                  <a:lnTo>
                    <a:pt x="11613" y="21600"/>
                  </a:lnTo>
                  <a:lnTo>
                    <a:pt x="11650" y="21600"/>
                  </a:lnTo>
                  <a:lnTo>
                    <a:pt x="11663" y="18000"/>
                  </a:lnTo>
                  <a:lnTo>
                    <a:pt x="11663" y="7200"/>
                  </a:lnTo>
                  <a:lnTo>
                    <a:pt x="11638" y="0"/>
                  </a:lnTo>
                  <a:lnTo>
                    <a:pt x="50" y="0"/>
                  </a:lnTo>
                  <a:lnTo>
                    <a:pt x="11775" y="0"/>
                  </a:lnTo>
                  <a:lnTo>
                    <a:pt x="11738" y="10800"/>
                  </a:lnTo>
                  <a:lnTo>
                    <a:pt x="11738" y="14400"/>
                  </a:lnTo>
                  <a:lnTo>
                    <a:pt x="11763" y="21600"/>
                  </a:lnTo>
                  <a:lnTo>
                    <a:pt x="11800" y="21600"/>
                  </a:lnTo>
                  <a:lnTo>
                    <a:pt x="11813" y="18000"/>
                  </a:lnTo>
                  <a:lnTo>
                    <a:pt x="11813" y="7200"/>
                  </a:lnTo>
                  <a:lnTo>
                    <a:pt x="11788" y="0"/>
                  </a:lnTo>
                  <a:lnTo>
                    <a:pt x="50" y="0"/>
                  </a:lnTo>
                  <a:lnTo>
                    <a:pt x="11925" y="0"/>
                  </a:lnTo>
                  <a:lnTo>
                    <a:pt x="11888" y="10800"/>
                  </a:lnTo>
                  <a:lnTo>
                    <a:pt x="11888" y="14400"/>
                  </a:lnTo>
                  <a:lnTo>
                    <a:pt x="11913" y="21600"/>
                  </a:lnTo>
                  <a:lnTo>
                    <a:pt x="11950" y="21600"/>
                  </a:lnTo>
                  <a:lnTo>
                    <a:pt x="11963" y="18000"/>
                  </a:lnTo>
                  <a:lnTo>
                    <a:pt x="11963" y="7200"/>
                  </a:lnTo>
                  <a:lnTo>
                    <a:pt x="11938" y="0"/>
                  </a:lnTo>
                  <a:lnTo>
                    <a:pt x="50" y="0"/>
                  </a:lnTo>
                  <a:lnTo>
                    <a:pt x="12075" y="0"/>
                  </a:lnTo>
                  <a:lnTo>
                    <a:pt x="12038" y="10800"/>
                  </a:lnTo>
                  <a:lnTo>
                    <a:pt x="12038" y="14400"/>
                  </a:lnTo>
                  <a:lnTo>
                    <a:pt x="12063" y="21600"/>
                  </a:lnTo>
                  <a:lnTo>
                    <a:pt x="12100" y="21600"/>
                  </a:lnTo>
                  <a:lnTo>
                    <a:pt x="12113" y="18000"/>
                  </a:lnTo>
                  <a:lnTo>
                    <a:pt x="12113" y="7200"/>
                  </a:lnTo>
                  <a:lnTo>
                    <a:pt x="12088" y="0"/>
                  </a:lnTo>
                  <a:lnTo>
                    <a:pt x="50" y="0"/>
                  </a:lnTo>
                  <a:lnTo>
                    <a:pt x="12225" y="0"/>
                  </a:lnTo>
                  <a:lnTo>
                    <a:pt x="12188" y="10800"/>
                  </a:lnTo>
                  <a:lnTo>
                    <a:pt x="12188" y="14400"/>
                  </a:lnTo>
                  <a:lnTo>
                    <a:pt x="12213" y="21600"/>
                  </a:lnTo>
                  <a:lnTo>
                    <a:pt x="12250" y="21600"/>
                  </a:lnTo>
                  <a:lnTo>
                    <a:pt x="12263" y="18000"/>
                  </a:lnTo>
                  <a:lnTo>
                    <a:pt x="12263" y="7200"/>
                  </a:lnTo>
                  <a:lnTo>
                    <a:pt x="12238" y="0"/>
                  </a:lnTo>
                  <a:lnTo>
                    <a:pt x="50" y="0"/>
                  </a:lnTo>
                  <a:lnTo>
                    <a:pt x="12375" y="0"/>
                  </a:lnTo>
                  <a:lnTo>
                    <a:pt x="12338" y="10800"/>
                  </a:lnTo>
                  <a:lnTo>
                    <a:pt x="12338" y="14400"/>
                  </a:lnTo>
                  <a:lnTo>
                    <a:pt x="12363" y="21600"/>
                  </a:lnTo>
                  <a:lnTo>
                    <a:pt x="12400" y="21600"/>
                  </a:lnTo>
                  <a:lnTo>
                    <a:pt x="12413" y="18000"/>
                  </a:lnTo>
                  <a:lnTo>
                    <a:pt x="12413" y="7200"/>
                  </a:lnTo>
                  <a:lnTo>
                    <a:pt x="12388" y="0"/>
                  </a:lnTo>
                  <a:lnTo>
                    <a:pt x="50" y="0"/>
                  </a:lnTo>
                  <a:lnTo>
                    <a:pt x="12525" y="0"/>
                  </a:lnTo>
                  <a:lnTo>
                    <a:pt x="12488" y="10800"/>
                  </a:lnTo>
                  <a:lnTo>
                    <a:pt x="12488" y="14400"/>
                  </a:lnTo>
                  <a:lnTo>
                    <a:pt x="12513" y="21600"/>
                  </a:lnTo>
                  <a:lnTo>
                    <a:pt x="12550" y="21600"/>
                  </a:lnTo>
                  <a:lnTo>
                    <a:pt x="12563" y="18000"/>
                  </a:lnTo>
                  <a:lnTo>
                    <a:pt x="12563" y="7200"/>
                  </a:lnTo>
                  <a:lnTo>
                    <a:pt x="12538" y="0"/>
                  </a:lnTo>
                  <a:lnTo>
                    <a:pt x="50" y="0"/>
                  </a:lnTo>
                  <a:lnTo>
                    <a:pt x="12675" y="0"/>
                  </a:lnTo>
                  <a:lnTo>
                    <a:pt x="12638" y="10800"/>
                  </a:lnTo>
                  <a:lnTo>
                    <a:pt x="12638" y="14400"/>
                  </a:lnTo>
                  <a:lnTo>
                    <a:pt x="12663" y="21600"/>
                  </a:lnTo>
                  <a:lnTo>
                    <a:pt x="12700" y="21600"/>
                  </a:lnTo>
                  <a:lnTo>
                    <a:pt x="12713" y="18000"/>
                  </a:lnTo>
                  <a:lnTo>
                    <a:pt x="12713" y="7200"/>
                  </a:lnTo>
                  <a:lnTo>
                    <a:pt x="12688" y="0"/>
                  </a:lnTo>
                  <a:lnTo>
                    <a:pt x="50" y="0"/>
                  </a:lnTo>
                  <a:lnTo>
                    <a:pt x="12825" y="0"/>
                  </a:lnTo>
                  <a:lnTo>
                    <a:pt x="12788" y="10800"/>
                  </a:lnTo>
                  <a:lnTo>
                    <a:pt x="12788" y="14400"/>
                  </a:lnTo>
                  <a:lnTo>
                    <a:pt x="12813" y="21600"/>
                  </a:lnTo>
                  <a:lnTo>
                    <a:pt x="12850" y="21600"/>
                  </a:lnTo>
                  <a:lnTo>
                    <a:pt x="12863" y="18000"/>
                  </a:lnTo>
                  <a:lnTo>
                    <a:pt x="12863" y="7200"/>
                  </a:lnTo>
                  <a:lnTo>
                    <a:pt x="12838" y="0"/>
                  </a:lnTo>
                  <a:lnTo>
                    <a:pt x="50" y="0"/>
                  </a:lnTo>
                  <a:lnTo>
                    <a:pt x="12975" y="0"/>
                  </a:lnTo>
                  <a:lnTo>
                    <a:pt x="12938" y="10800"/>
                  </a:lnTo>
                  <a:lnTo>
                    <a:pt x="12938" y="14400"/>
                  </a:lnTo>
                  <a:lnTo>
                    <a:pt x="12963" y="21600"/>
                  </a:lnTo>
                  <a:lnTo>
                    <a:pt x="13000" y="21600"/>
                  </a:lnTo>
                  <a:lnTo>
                    <a:pt x="13013" y="18000"/>
                  </a:lnTo>
                  <a:lnTo>
                    <a:pt x="13013" y="7200"/>
                  </a:lnTo>
                  <a:lnTo>
                    <a:pt x="12988" y="0"/>
                  </a:lnTo>
                  <a:lnTo>
                    <a:pt x="50" y="0"/>
                  </a:lnTo>
                  <a:lnTo>
                    <a:pt x="13125" y="0"/>
                  </a:lnTo>
                  <a:lnTo>
                    <a:pt x="13088" y="10800"/>
                  </a:lnTo>
                  <a:lnTo>
                    <a:pt x="13088" y="14400"/>
                  </a:lnTo>
                  <a:lnTo>
                    <a:pt x="13113" y="21600"/>
                  </a:lnTo>
                  <a:lnTo>
                    <a:pt x="13150" y="21600"/>
                  </a:lnTo>
                  <a:lnTo>
                    <a:pt x="13163" y="18000"/>
                  </a:lnTo>
                  <a:lnTo>
                    <a:pt x="13163" y="7200"/>
                  </a:lnTo>
                  <a:lnTo>
                    <a:pt x="13138" y="0"/>
                  </a:lnTo>
                  <a:lnTo>
                    <a:pt x="50" y="0"/>
                  </a:lnTo>
                  <a:lnTo>
                    <a:pt x="13275" y="0"/>
                  </a:lnTo>
                  <a:lnTo>
                    <a:pt x="13238" y="10800"/>
                  </a:lnTo>
                  <a:lnTo>
                    <a:pt x="13238" y="14400"/>
                  </a:lnTo>
                  <a:lnTo>
                    <a:pt x="13263" y="21600"/>
                  </a:lnTo>
                  <a:lnTo>
                    <a:pt x="13300" y="21600"/>
                  </a:lnTo>
                  <a:lnTo>
                    <a:pt x="13313" y="18000"/>
                  </a:lnTo>
                  <a:lnTo>
                    <a:pt x="13313" y="7200"/>
                  </a:lnTo>
                  <a:lnTo>
                    <a:pt x="13288" y="0"/>
                  </a:lnTo>
                  <a:lnTo>
                    <a:pt x="50" y="0"/>
                  </a:lnTo>
                  <a:lnTo>
                    <a:pt x="13438" y="0"/>
                  </a:lnTo>
                  <a:lnTo>
                    <a:pt x="13425" y="3600"/>
                  </a:lnTo>
                  <a:lnTo>
                    <a:pt x="13400" y="7200"/>
                  </a:lnTo>
                  <a:lnTo>
                    <a:pt x="13388" y="10800"/>
                  </a:lnTo>
                  <a:lnTo>
                    <a:pt x="13388" y="14400"/>
                  </a:lnTo>
                  <a:lnTo>
                    <a:pt x="13400" y="18000"/>
                  </a:lnTo>
                  <a:lnTo>
                    <a:pt x="13425" y="21600"/>
                  </a:lnTo>
                  <a:lnTo>
                    <a:pt x="13463" y="21600"/>
                  </a:lnTo>
                  <a:lnTo>
                    <a:pt x="13475" y="18000"/>
                  </a:lnTo>
                  <a:lnTo>
                    <a:pt x="13475" y="7200"/>
                  </a:lnTo>
                  <a:lnTo>
                    <a:pt x="13450" y="0"/>
                  </a:lnTo>
                  <a:lnTo>
                    <a:pt x="50" y="0"/>
                  </a:lnTo>
                  <a:lnTo>
                    <a:pt x="13588" y="0"/>
                  </a:lnTo>
                  <a:lnTo>
                    <a:pt x="13550" y="10800"/>
                  </a:lnTo>
                  <a:lnTo>
                    <a:pt x="13550" y="14400"/>
                  </a:lnTo>
                  <a:lnTo>
                    <a:pt x="13575" y="21600"/>
                  </a:lnTo>
                  <a:lnTo>
                    <a:pt x="13613" y="21600"/>
                  </a:lnTo>
                  <a:lnTo>
                    <a:pt x="13625" y="18000"/>
                  </a:lnTo>
                  <a:lnTo>
                    <a:pt x="13625" y="7200"/>
                  </a:lnTo>
                  <a:lnTo>
                    <a:pt x="13600" y="0"/>
                  </a:lnTo>
                  <a:lnTo>
                    <a:pt x="50" y="0"/>
                  </a:lnTo>
                  <a:lnTo>
                    <a:pt x="13738" y="0"/>
                  </a:lnTo>
                  <a:lnTo>
                    <a:pt x="13700" y="10800"/>
                  </a:lnTo>
                  <a:lnTo>
                    <a:pt x="13700" y="14400"/>
                  </a:lnTo>
                  <a:lnTo>
                    <a:pt x="13725" y="21600"/>
                  </a:lnTo>
                  <a:lnTo>
                    <a:pt x="13763" y="21600"/>
                  </a:lnTo>
                  <a:lnTo>
                    <a:pt x="13775" y="18000"/>
                  </a:lnTo>
                  <a:lnTo>
                    <a:pt x="13775" y="7200"/>
                  </a:lnTo>
                  <a:lnTo>
                    <a:pt x="13750" y="0"/>
                  </a:lnTo>
                  <a:lnTo>
                    <a:pt x="50" y="0"/>
                  </a:lnTo>
                  <a:lnTo>
                    <a:pt x="13888" y="0"/>
                  </a:lnTo>
                  <a:lnTo>
                    <a:pt x="13850" y="10800"/>
                  </a:lnTo>
                  <a:lnTo>
                    <a:pt x="13850" y="14400"/>
                  </a:lnTo>
                  <a:lnTo>
                    <a:pt x="13875" y="21600"/>
                  </a:lnTo>
                  <a:lnTo>
                    <a:pt x="13913" y="21600"/>
                  </a:lnTo>
                  <a:lnTo>
                    <a:pt x="13925" y="18000"/>
                  </a:lnTo>
                  <a:lnTo>
                    <a:pt x="13925" y="7200"/>
                  </a:lnTo>
                  <a:lnTo>
                    <a:pt x="13900" y="0"/>
                  </a:lnTo>
                  <a:lnTo>
                    <a:pt x="50" y="0"/>
                  </a:lnTo>
                  <a:lnTo>
                    <a:pt x="14038" y="0"/>
                  </a:lnTo>
                  <a:lnTo>
                    <a:pt x="14000" y="10800"/>
                  </a:lnTo>
                  <a:lnTo>
                    <a:pt x="14000" y="14400"/>
                  </a:lnTo>
                  <a:lnTo>
                    <a:pt x="14025" y="21600"/>
                  </a:lnTo>
                  <a:lnTo>
                    <a:pt x="14063" y="21600"/>
                  </a:lnTo>
                  <a:lnTo>
                    <a:pt x="14075" y="18000"/>
                  </a:lnTo>
                  <a:lnTo>
                    <a:pt x="14075" y="7200"/>
                  </a:lnTo>
                  <a:lnTo>
                    <a:pt x="14050" y="0"/>
                  </a:lnTo>
                  <a:lnTo>
                    <a:pt x="50" y="0"/>
                  </a:lnTo>
                  <a:lnTo>
                    <a:pt x="14188" y="0"/>
                  </a:lnTo>
                  <a:lnTo>
                    <a:pt x="14150" y="10800"/>
                  </a:lnTo>
                  <a:lnTo>
                    <a:pt x="14150" y="14400"/>
                  </a:lnTo>
                  <a:lnTo>
                    <a:pt x="14175" y="21600"/>
                  </a:lnTo>
                  <a:lnTo>
                    <a:pt x="14213" y="21600"/>
                  </a:lnTo>
                  <a:lnTo>
                    <a:pt x="14225" y="18000"/>
                  </a:lnTo>
                  <a:lnTo>
                    <a:pt x="14225" y="7200"/>
                  </a:lnTo>
                  <a:lnTo>
                    <a:pt x="14200" y="0"/>
                  </a:lnTo>
                  <a:lnTo>
                    <a:pt x="50" y="0"/>
                  </a:lnTo>
                  <a:lnTo>
                    <a:pt x="14338" y="0"/>
                  </a:lnTo>
                  <a:lnTo>
                    <a:pt x="14300" y="10800"/>
                  </a:lnTo>
                  <a:lnTo>
                    <a:pt x="14300" y="14400"/>
                  </a:lnTo>
                  <a:lnTo>
                    <a:pt x="14325" y="21600"/>
                  </a:lnTo>
                  <a:lnTo>
                    <a:pt x="14363" y="21600"/>
                  </a:lnTo>
                  <a:lnTo>
                    <a:pt x="14375" y="18000"/>
                  </a:lnTo>
                  <a:lnTo>
                    <a:pt x="14375" y="7200"/>
                  </a:lnTo>
                  <a:lnTo>
                    <a:pt x="14350" y="0"/>
                  </a:lnTo>
                  <a:lnTo>
                    <a:pt x="50" y="0"/>
                  </a:lnTo>
                  <a:lnTo>
                    <a:pt x="14488" y="0"/>
                  </a:lnTo>
                  <a:lnTo>
                    <a:pt x="14450" y="10800"/>
                  </a:lnTo>
                  <a:lnTo>
                    <a:pt x="14450" y="14400"/>
                  </a:lnTo>
                  <a:lnTo>
                    <a:pt x="14475" y="21600"/>
                  </a:lnTo>
                  <a:lnTo>
                    <a:pt x="14513" y="21600"/>
                  </a:lnTo>
                  <a:lnTo>
                    <a:pt x="14525" y="18000"/>
                  </a:lnTo>
                  <a:lnTo>
                    <a:pt x="14525" y="7200"/>
                  </a:lnTo>
                  <a:lnTo>
                    <a:pt x="14500" y="0"/>
                  </a:lnTo>
                  <a:lnTo>
                    <a:pt x="50" y="0"/>
                  </a:lnTo>
                  <a:lnTo>
                    <a:pt x="14638" y="0"/>
                  </a:lnTo>
                  <a:lnTo>
                    <a:pt x="14600" y="10800"/>
                  </a:lnTo>
                  <a:lnTo>
                    <a:pt x="14600" y="14400"/>
                  </a:lnTo>
                  <a:lnTo>
                    <a:pt x="14625" y="21600"/>
                  </a:lnTo>
                  <a:lnTo>
                    <a:pt x="14663" y="21600"/>
                  </a:lnTo>
                  <a:lnTo>
                    <a:pt x="14675" y="18000"/>
                  </a:lnTo>
                  <a:lnTo>
                    <a:pt x="14675" y="7200"/>
                  </a:lnTo>
                  <a:lnTo>
                    <a:pt x="14650" y="0"/>
                  </a:lnTo>
                  <a:lnTo>
                    <a:pt x="50" y="0"/>
                  </a:lnTo>
                  <a:lnTo>
                    <a:pt x="14788" y="0"/>
                  </a:lnTo>
                  <a:lnTo>
                    <a:pt x="14750" y="10800"/>
                  </a:lnTo>
                  <a:lnTo>
                    <a:pt x="14750" y="14400"/>
                  </a:lnTo>
                  <a:lnTo>
                    <a:pt x="14775" y="21600"/>
                  </a:lnTo>
                  <a:lnTo>
                    <a:pt x="14813" y="21600"/>
                  </a:lnTo>
                  <a:lnTo>
                    <a:pt x="14825" y="18000"/>
                  </a:lnTo>
                  <a:lnTo>
                    <a:pt x="14825" y="7200"/>
                  </a:lnTo>
                  <a:lnTo>
                    <a:pt x="14800" y="0"/>
                  </a:lnTo>
                  <a:lnTo>
                    <a:pt x="50" y="0"/>
                  </a:lnTo>
                  <a:lnTo>
                    <a:pt x="14938" y="0"/>
                  </a:lnTo>
                  <a:lnTo>
                    <a:pt x="14900" y="10800"/>
                  </a:lnTo>
                  <a:lnTo>
                    <a:pt x="14900" y="14400"/>
                  </a:lnTo>
                  <a:lnTo>
                    <a:pt x="14925" y="21600"/>
                  </a:lnTo>
                  <a:lnTo>
                    <a:pt x="14963" y="21600"/>
                  </a:lnTo>
                  <a:lnTo>
                    <a:pt x="14975" y="18000"/>
                  </a:lnTo>
                  <a:lnTo>
                    <a:pt x="14975" y="7200"/>
                  </a:lnTo>
                  <a:lnTo>
                    <a:pt x="14950" y="0"/>
                  </a:lnTo>
                  <a:lnTo>
                    <a:pt x="50" y="0"/>
                  </a:lnTo>
                  <a:lnTo>
                    <a:pt x="15088" y="0"/>
                  </a:lnTo>
                  <a:lnTo>
                    <a:pt x="15050" y="10800"/>
                  </a:lnTo>
                  <a:lnTo>
                    <a:pt x="15050" y="14400"/>
                  </a:lnTo>
                  <a:lnTo>
                    <a:pt x="15075" y="21600"/>
                  </a:lnTo>
                  <a:lnTo>
                    <a:pt x="15113" y="21600"/>
                  </a:lnTo>
                  <a:lnTo>
                    <a:pt x="15125" y="18000"/>
                  </a:lnTo>
                  <a:lnTo>
                    <a:pt x="15125" y="7200"/>
                  </a:lnTo>
                  <a:lnTo>
                    <a:pt x="15100" y="0"/>
                  </a:lnTo>
                  <a:lnTo>
                    <a:pt x="50" y="0"/>
                  </a:lnTo>
                  <a:lnTo>
                    <a:pt x="15238" y="0"/>
                  </a:lnTo>
                  <a:lnTo>
                    <a:pt x="15200" y="10800"/>
                  </a:lnTo>
                  <a:lnTo>
                    <a:pt x="15200" y="14400"/>
                  </a:lnTo>
                  <a:lnTo>
                    <a:pt x="15225" y="21600"/>
                  </a:lnTo>
                  <a:lnTo>
                    <a:pt x="15263" y="21600"/>
                  </a:lnTo>
                  <a:lnTo>
                    <a:pt x="15275" y="18000"/>
                  </a:lnTo>
                  <a:lnTo>
                    <a:pt x="15275" y="7200"/>
                  </a:lnTo>
                  <a:lnTo>
                    <a:pt x="15250" y="0"/>
                  </a:lnTo>
                  <a:lnTo>
                    <a:pt x="50" y="0"/>
                  </a:lnTo>
                  <a:lnTo>
                    <a:pt x="15388" y="0"/>
                  </a:lnTo>
                  <a:lnTo>
                    <a:pt x="15350" y="10800"/>
                  </a:lnTo>
                  <a:lnTo>
                    <a:pt x="15350" y="14400"/>
                  </a:lnTo>
                  <a:lnTo>
                    <a:pt x="15375" y="21600"/>
                  </a:lnTo>
                  <a:lnTo>
                    <a:pt x="15413" y="21600"/>
                  </a:lnTo>
                  <a:lnTo>
                    <a:pt x="15425" y="18000"/>
                  </a:lnTo>
                  <a:lnTo>
                    <a:pt x="15425" y="7200"/>
                  </a:lnTo>
                  <a:lnTo>
                    <a:pt x="15400" y="0"/>
                  </a:lnTo>
                  <a:lnTo>
                    <a:pt x="50" y="0"/>
                  </a:lnTo>
                  <a:lnTo>
                    <a:pt x="15538" y="0"/>
                  </a:lnTo>
                  <a:lnTo>
                    <a:pt x="15500" y="10800"/>
                  </a:lnTo>
                  <a:lnTo>
                    <a:pt x="15500" y="14400"/>
                  </a:lnTo>
                  <a:lnTo>
                    <a:pt x="15525" y="21600"/>
                  </a:lnTo>
                  <a:lnTo>
                    <a:pt x="15563" y="21600"/>
                  </a:lnTo>
                  <a:lnTo>
                    <a:pt x="15575" y="18000"/>
                  </a:lnTo>
                  <a:lnTo>
                    <a:pt x="15575" y="7200"/>
                  </a:lnTo>
                  <a:lnTo>
                    <a:pt x="15550" y="0"/>
                  </a:lnTo>
                  <a:lnTo>
                    <a:pt x="50" y="0"/>
                  </a:lnTo>
                  <a:lnTo>
                    <a:pt x="15688" y="0"/>
                  </a:lnTo>
                  <a:lnTo>
                    <a:pt x="15650" y="10800"/>
                  </a:lnTo>
                  <a:lnTo>
                    <a:pt x="15650" y="14400"/>
                  </a:lnTo>
                  <a:lnTo>
                    <a:pt x="15675" y="21600"/>
                  </a:lnTo>
                  <a:lnTo>
                    <a:pt x="15713" y="21600"/>
                  </a:lnTo>
                  <a:lnTo>
                    <a:pt x="15725" y="18000"/>
                  </a:lnTo>
                  <a:lnTo>
                    <a:pt x="15725" y="7200"/>
                  </a:lnTo>
                  <a:lnTo>
                    <a:pt x="15700" y="0"/>
                  </a:lnTo>
                  <a:lnTo>
                    <a:pt x="50" y="0"/>
                  </a:lnTo>
                  <a:lnTo>
                    <a:pt x="15838" y="0"/>
                  </a:lnTo>
                  <a:lnTo>
                    <a:pt x="15800" y="10800"/>
                  </a:lnTo>
                  <a:lnTo>
                    <a:pt x="15800" y="14400"/>
                  </a:lnTo>
                  <a:lnTo>
                    <a:pt x="15825" y="21600"/>
                  </a:lnTo>
                  <a:lnTo>
                    <a:pt x="15863" y="21600"/>
                  </a:lnTo>
                  <a:lnTo>
                    <a:pt x="15875" y="18000"/>
                  </a:lnTo>
                  <a:lnTo>
                    <a:pt x="15875" y="7200"/>
                  </a:lnTo>
                  <a:lnTo>
                    <a:pt x="15850" y="0"/>
                  </a:lnTo>
                  <a:lnTo>
                    <a:pt x="50" y="0"/>
                  </a:lnTo>
                  <a:lnTo>
                    <a:pt x="15988" y="0"/>
                  </a:lnTo>
                  <a:lnTo>
                    <a:pt x="15950" y="10800"/>
                  </a:lnTo>
                  <a:lnTo>
                    <a:pt x="15950" y="14400"/>
                  </a:lnTo>
                  <a:lnTo>
                    <a:pt x="15975" y="21600"/>
                  </a:lnTo>
                  <a:lnTo>
                    <a:pt x="16013" y="21600"/>
                  </a:lnTo>
                  <a:lnTo>
                    <a:pt x="16025" y="18000"/>
                  </a:lnTo>
                  <a:lnTo>
                    <a:pt x="16025" y="7200"/>
                  </a:lnTo>
                  <a:lnTo>
                    <a:pt x="16000" y="0"/>
                  </a:lnTo>
                  <a:lnTo>
                    <a:pt x="50" y="0"/>
                  </a:lnTo>
                  <a:lnTo>
                    <a:pt x="16138" y="0"/>
                  </a:lnTo>
                  <a:lnTo>
                    <a:pt x="16100" y="10800"/>
                  </a:lnTo>
                  <a:lnTo>
                    <a:pt x="16100" y="14400"/>
                  </a:lnTo>
                  <a:lnTo>
                    <a:pt x="16125" y="21600"/>
                  </a:lnTo>
                  <a:lnTo>
                    <a:pt x="16163" y="21600"/>
                  </a:lnTo>
                  <a:lnTo>
                    <a:pt x="16175" y="18000"/>
                  </a:lnTo>
                  <a:lnTo>
                    <a:pt x="16175" y="7200"/>
                  </a:lnTo>
                  <a:lnTo>
                    <a:pt x="16150" y="0"/>
                  </a:lnTo>
                  <a:lnTo>
                    <a:pt x="50" y="0"/>
                  </a:lnTo>
                  <a:lnTo>
                    <a:pt x="16288" y="0"/>
                  </a:lnTo>
                  <a:lnTo>
                    <a:pt x="16250" y="10800"/>
                  </a:lnTo>
                  <a:lnTo>
                    <a:pt x="16250" y="14400"/>
                  </a:lnTo>
                  <a:lnTo>
                    <a:pt x="16275" y="21600"/>
                  </a:lnTo>
                  <a:lnTo>
                    <a:pt x="16313" y="21600"/>
                  </a:lnTo>
                  <a:lnTo>
                    <a:pt x="16325" y="18000"/>
                  </a:lnTo>
                  <a:lnTo>
                    <a:pt x="16325" y="7200"/>
                  </a:lnTo>
                  <a:lnTo>
                    <a:pt x="16300" y="0"/>
                  </a:lnTo>
                  <a:lnTo>
                    <a:pt x="50" y="0"/>
                  </a:lnTo>
                  <a:lnTo>
                    <a:pt x="16438" y="0"/>
                  </a:lnTo>
                  <a:lnTo>
                    <a:pt x="16400" y="10800"/>
                  </a:lnTo>
                  <a:lnTo>
                    <a:pt x="16400" y="14400"/>
                  </a:lnTo>
                  <a:lnTo>
                    <a:pt x="16425" y="21600"/>
                  </a:lnTo>
                  <a:lnTo>
                    <a:pt x="16462" y="21600"/>
                  </a:lnTo>
                  <a:lnTo>
                    <a:pt x="16475" y="18000"/>
                  </a:lnTo>
                  <a:lnTo>
                    <a:pt x="16475" y="7200"/>
                  </a:lnTo>
                  <a:lnTo>
                    <a:pt x="16450" y="0"/>
                  </a:lnTo>
                  <a:lnTo>
                    <a:pt x="50" y="0"/>
                  </a:lnTo>
                  <a:lnTo>
                    <a:pt x="16587" y="0"/>
                  </a:lnTo>
                  <a:lnTo>
                    <a:pt x="16550" y="10800"/>
                  </a:lnTo>
                  <a:lnTo>
                    <a:pt x="16550" y="14400"/>
                  </a:lnTo>
                  <a:lnTo>
                    <a:pt x="16575" y="21600"/>
                  </a:lnTo>
                  <a:lnTo>
                    <a:pt x="16612" y="21600"/>
                  </a:lnTo>
                  <a:lnTo>
                    <a:pt x="16625" y="18000"/>
                  </a:lnTo>
                  <a:lnTo>
                    <a:pt x="16625" y="7200"/>
                  </a:lnTo>
                  <a:lnTo>
                    <a:pt x="16600" y="0"/>
                  </a:lnTo>
                  <a:lnTo>
                    <a:pt x="50" y="0"/>
                  </a:lnTo>
                  <a:lnTo>
                    <a:pt x="16737" y="0"/>
                  </a:lnTo>
                  <a:lnTo>
                    <a:pt x="16700" y="10800"/>
                  </a:lnTo>
                  <a:lnTo>
                    <a:pt x="16700" y="14400"/>
                  </a:lnTo>
                  <a:lnTo>
                    <a:pt x="16725" y="21600"/>
                  </a:lnTo>
                  <a:lnTo>
                    <a:pt x="16762" y="21600"/>
                  </a:lnTo>
                  <a:lnTo>
                    <a:pt x="16775" y="18000"/>
                  </a:lnTo>
                  <a:lnTo>
                    <a:pt x="16775" y="7200"/>
                  </a:lnTo>
                  <a:lnTo>
                    <a:pt x="16750" y="0"/>
                  </a:lnTo>
                  <a:lnTo>
                    <a:pt x="50" y="0"/>
                  </a:lnTo>
                  <a:lnTo>
                    <a:pt x="16887" y="0"/>
                  </a:lnTo>
                  <a:lnTo>
                    <a:pt x="16850" y="10800"/>
                  </a:lnTo>
                  <a:lnTo>
                    <a:pt x="16850" y="14400"/>
                  </a:lnTo>
                  <a:lnTo>
                    <a:pt x="16875" y="21600"/>
                  </a:lnTo>
                  <a:lnTo>
                    <a:pt x="16912" y="21600"/>
                  </a:lnTo>
                  <a:lnTo>
                    <a:pt x="16925" y="18000"/>
                  </a:lnTo>
                  <a:lnTo>
                    <a:pt x="16925" y="7200"/>
                  </a:lnTo>
                  <a:lnTo>
                    <a:pt x="16900" y="0"/>
                  </a:lnTo>
                  <a:lnTo>
                    <a:pt x="50" y="0"/>
                  </a:lnTo>
                  <a:lnTo>
                    <a:pt x="17037" y="0"/>
                  </a:lnTo>
                  <a:lnTo>
                    <a:pt x="17000" y="10800"/>
                  </a:lnTo>
                  <a:lnTo>
                    <a:pt x="17000" y="14400"/>
                  </a:lnTo>
                  <a:lnTo>
                    <a:pt x="17025" y="21600"/>
                  </a:lnTo>
                  <a:lnTo>
                    <a:pt x="17062" y="21600"/>
                  </a:lnTo>
                  <a:lnTo>
                    <a:pt x="17075" y="18000"/>
                  </a:lnTo>
                  <a:lnTo>
                    <a:pt x="17075" y="7200"/>
                  </a:lnTo>
                  <a:lnTo>
                    <a:pt x="17050" y="0"/>
                  </a:lnTo>
                  <a:lnTo>
                    <a:pt x="50" y="0"/>
                  </a:lnTo>
                  <a:lnTo>
                    <a:pt x="17187" y="0"/>
                  </a:lnTo>
                  <a:lnTo>
                    <a:pt x="17150" y="10800"/>
                  </a:lnTo>
                  <a:lnTo>
                    <a:pt x="17150" y="14400"/>
                  </a:lnTo>
                  <a:lnTo>
                    <a:pt x="17175" y="21600"/>
                  </a:lnTo>
                  <a:lnTo>
                    <a:pt x="17212" y="21600"/>
                  </a:lnTo>
                  <a:lnTo>
                    <a:pt x="17225" y="18000"/>
                  </a:lnTo>
                  <a:lnTo>
                    <a:pt x="17225" y="7200"/>
                  </a:lnTo>
                  <a:lnTo>
                    <a:pt x="17200" y="0"/>
                  </a:lnTo>
                  <a:lnTo>
                    <a:pt x="50" y="0"/>
                  </a:lnTo>
                  <a:lnTo>
                    <a:pt x="17337" y="0"/>
                  </a:lnTo>
                  <a:lnTo>
                    <a:pt x="17300" y="10800"/>
                  </a:lnTo>
                  <a:lnTo>
                    <a:pt x="17300" y="14400"/>
                  </a:lnTo>
                  <a:lnTo>
                    <a:pt x="17325" y="21600"/>
                  </a:lnTo>
                  <a:lnTo>
                    <a:pt x="17362" y="21600"/>
                  </a:lnTo>
                  <a:lnTo>
                    <a:pt x="17375" y="18000"/>
                  </a:lnTo>
                  <a:lnTo>
                    <a:pt x="17375" y="7200"/>
                  </a:lnTo>
                  <a:lnTo>
                    <a:pt x="17350" y="0"/>
                  </a:lnTo>
                  <a:lnTo>
                    <a:pt x="50" y="0"/>
                  </a:lnTo>
                  <a:lnTo>
                    <a:pt x="17500" y="0"/>
                  </a:lnTo>
                  <a:lnTo>
                    <a:pt x="17475" y="7200"/>
                  </a:lnTo>
                  <a:lnTo>
                    <a:pt x="17450" y="10800"/>
                  </a:lnTo>
                  <a:lnTo>
                    <a:pt x="17450" y="14400"/>
                  </a:lnTo>
                  <a:lnTo>
                    <a:pt x="17475" y="18000"/>
                  </a:lnTo>
                  <a:lnTo>
                    <a:pt x="17487" y="21600"/>
                  </a:lnTo>
                  <a:lnTo>
                    <a:pt x="17525" y="21600"/>
                  </a:lnTo>
                  <a:lnTo>
                    <a:pt x="17537" y="18000"/>
                  </a:lnTo>
                  <a:lnTo>
                    <a:pt x="17537" y="7200"/>
                  </a:lnTo>
                  <a:lnTo>
                    <a:pt x="17512" y="0"/>
                  </a:lnTo>
                  <a:lnTo>
                    <a:pt x="50" y="0"/>
                  </a:lnTo>
                  <a:lnTo>
                    <a:pt x="17650" y="0"/>
                  </a:lnTo>
                  <a:lnTo>
                    <a:pt x="17612" y="10800"/>
                  </a:lnTo>
                  <a:lnTo>
                    <a:pt x="17612" y="14400"/>
                  </a:lnTo>
                  <a:lnTo>
                    <a:pt x="17637" y="21600"/>
                  </a:lnTo>
                  <a:lnTo>
                    <a:pt x="17675" y="21600"/>
                  </a:lnTo>
                  <a:lnTo>
                    <a:pt x="17687" y="18000"/>
                  </a:lnTo>
                  <a:lnTo>
                    <a:pt x="17687" y="7200"/>
                  </a:lnTo>
                  <a:lnTo>
                    <a:pt x="17662" y="0"/>
                  </a:lnTo>
                  <a:lnTo>
                    <a:pt x="50" y="0"/>
                  </a:lnTo>
                  <a:lnTo>
                    <a:pt x="17800" y="0"/>
                  </a:lnTo>
                  <a:lnTo>
                    <a:pt x="17762" y="10800"/>
                  </a:lnTo>
                  <a:lnTo>
                    <a:pt x="17762" y="14400"/>
                  </a:lnTo>
                  <a:lnTo>
                    <a:pt x="17787" y="21600"/>
                  </a:lnTo>
                  <a:lnTo>
                    <a:pt x="17825" y="21600"/>
                  </a:lnTo>
                  <a:lnTo>
                    <a:pt x="17837" y="18000"/>
                  </a:lnTo>
                  <a:lnTo>
                    <a:pt x="17837" y="7200"/>
                  </a:lnTo>
                  <a:lnTo>
                    <a:pt x="17812" y="0"/>
                  </a:lnTo>
                  <a:lnTo>
                    <a:pt x="50" y="0"/>
                  </a:lnTo>
                  <a:lnTo>
                    <a:pt x="17950" y="0"/>
                  </a:lnTo>
                  <a:lnTo>
                    <a:pt x="17912" y="10800"/>
                  </a:lnTo>
                  <a:lnTo>
                    <a:pt x="17912" y="14400"/>
                  </a:lnTo>
                  <a:lnTo>
                    <a:pt x="17937" y="21600"/>
                  </a:lnTo>
                  <a:lnTo>
                    <a:pt x="17975" y="21600"/>
                  </a:lnTo>
                  <a:lnTo>
                    <a:pt x="17987" y="18000"/>
                  </a:lnTo>
                  <a:lnTo>
                    <a:pt x="17987" y="7200"/>
                  </a:lnTo>
                  <a:lnTo>
                    <a:pt x="17962" y="0"/>
                  </a:lnTo>
                  <a:lnTo>
                    <a:pt x="50" y="0"/>
                  </a:lnTo>
                  <a:lnTo>
                    <a:pt x="18100" y="0"/>
                  </a:lnTo>
                  <a:lnTo>
                    <a:pt x="18062" y="10800"/>
                  </a:lnTo>
                  <a:lnTo>
                    <a:pt x="18062" y="14400"/>
                  </a:lnTo>
                  <a:lnTo>
                    <a:pt x="18087" y="21600"/>
                  </a:lnTo>
                  <a:lnTo>
                    <a:pt x="18125" y="21600"/>
                  </a:lnTo>
                  <a:lnTo>
                    <a:pt x="18137" y="18000"/>
                  </a:lnTo>
                  <a:lnTo>
                    <a:pt x="18137" y="7200"/>
                  </a:lnTo>
                  <a:lnTo>
                    <a:pt x="18112" y="0"/>
                  </a:lnTo>
                  <a:lnTo>
                    <a:pt x="50" y="0"/>
                  </a:lnTo>
                  <a:lnTo>
                    <a:pt x="18250" y="0"/>
                  </a:lnTo>
                  <a:lnTo>
                    <a:pt x="18212" y="10800"/>
                  </a:lnTo>
                  <a:lnTo>
                    <a:pt x="18212" y="14400"/>
                  </a:lnTo>
                  <a:lnTo>
                    <a:pt x="18237" y="21600"/>
                  </a:lnTo>
                  <a:lnTo>
                    <a:pt x="18275" y="21600"/>
                  </a:lnTo>
                  <a:lnTo>
                    <a:pt x="18287" y="18000"/>
                  </a:lnTo>
                  <a:lnTo>
                    <a:pt x="18287" y="7200"/>
                  </a:lnTo>
                  <a:lnTo>
                    <a:pt x="18262" y="0"/>
                  </a:lnTo>
                  <a:lnTo>
                    <a:pt x="50" y="0"/>
                  </a:lnTo>
                  <a:lnTo>
                    <a:pt x="18400" y="0"/>
                  </a:lnTo>
                  <a:lnTo>
                    <a:pt x="18362" y="10800"/>
                  </a:lnTo>
                  <a:lnTo>
                    <a:pt x="18362" y="14400"/>
                  </a:lnTo>
                  <a:lnTo>
                    <a:pt x="18387" y="21600"/>
                  </a:lnTo>
                  <a:lnTo>
                    <a:pt x="18425" y="21600"/>
                  </a:lnTo>
                  <a:lnTo>
                    <a:pt x="18437" y="18000"/>
                  </a:lnTo>
                  <a:lnTo>
                    <a:pt x="18437" y="7200"/>
                  </a:lnTo>
                  <a:lnTo>
                    <a:pt x="18412" y="0"/>
                  </a:lnTo>
                  <a:lnTo>
                    <a:pt x="50" y="0"/>
                  </a:lnTo>
                  <a:lnTo>
                    <a:pt x="18550" y="0"/>
                  </a:lnTo>
                  <a:lnTo>
                    <a:pt x="18512" y="10800"/>
                  </a:lnTo>
                  <a:lnTo>
                    <a:pt x="18512" y="14400"/>
                  </a:lnTo>
                  <a:lnTo>
                    <a:pt x="18537" y="21600"/>
                  </a:lnTo>
                  <a:lnTo>
                    <a:pt x="18575" y="21600"/>
                  </a:lnTo>
                  <a:lnTo>
                    <a:pt x="18587" y="18000"/>
                  </a:lnTo>
                  <a:lnTo>
                    <a:pt x="18587" y="7200"/>
                  </a:lnTo>
                  <a:lnTo>
                    <a:pt x="18562" y="0"/>
                  </a:lnTo>
                  <a:lnTo>
                    <a:pt x="50" y="0"/>
                  </a:lnTo>
                  <a:lnTo>
                    <a:pt x="18700" y="0"/>
                  </a:lnTo>
                  <a:lnTo>
                    <a:pt x="18662" y="10800"/>
                  </a:lnTo>
                  <a:lnTo>
                    <a:pt x="18662" y="14400"/>
                  </a:lnTo>
                  <a:lnTo>
                    <a:pt x="18687" y="21600"/>
                  </a:lnTo>
                  <a:lnTo>
                    <a:pt x="18725" y="21600"/>
                  </a:lnTo>
                  <a:lnTo>
                    <a:pt x="18737" y="18000"/>
                  </a:lnTo>
                  <a:lnTo>
                    <a:pt x="18737" y="7200"/>
                  </a:lnTo>
                  <a:lnTo>
                    <a:pt x="18712" y="0"/>
                  </a:lnTo>
                  <a:lnTo>
                    <a:pt x="50" y="0"/>
                  </a:lnTo>
                  <a:lnTo>
                    <a:pt x="18850" y="0"/>
                  </a:lnTo>
                  <a:lnTo>
                    <a:pt x="18812" y="10800"/>
                  </a:lnTo>
                  <a:lnTo>
                    <a:pt x="18812" y="14400"/>
                  </a:lnTo>
                  <a:lnTo>
                    <a:pt x="18837" y="21600"/>
                  </a:lnTo>
                  <a:lnTo>
                    <a:pt x="18875" y="21600"/>
                  </a:lnTo>
                  <a:lnTo>
                    <a:pt x="18887" y="18000"/>
                  </a:lnTo>
                  <a:lnTo>
                    <a:pt x="18887" y="7200"/>
                  </a:lnTo>
                  <a:lnTo>
                    <a:pt x="18862" y="0"/>
                  </a:lnTo>
                  <a:lnTo>
                    <a:pt x="50" y="0"/>
                  </a:lnTo>
                  <a:lnTo>
                    <a:pt x="19000" y="0"/>
                  </a:lnTo>
                  <a:lnTo>
                    <a:pt x="18962" y="10800"/>
                  </a:lnTo>
                  <a:lnTo>
                    <a:pt x="18962" y="14400"/>
                  </a:lnTo>
                  <a:lnTo>
                    <a:pt x="18987" y="21600"/>
                  </a:lnTo>
                  <a:lnTo>
                    <a:pt x="19025" y="21600"/>
                  </a:lnTo>
                  <a:lnTo>
                    <a:pt x="19037" y="18000"/>
                  </a:lnTo>
                  <a:lnTo>
                    <a:pt x="19037" y="7200"/>
                  </a:lnTo>
                  <a:lnTo>
                    <a:pt x="19012" y="0"/>
                  </a:lnTo>
                  <a:lnTo>
                    <a:pt x="50" y="0"/>
                  </a:lnTo>
                  <a:lnTo>
                    <a:pt x="19150" y="0"/>
                  </a:lnTo>
                  <a:lnTo>
                    <a:pt x="19112" y="10800"/>
                  </a:lnTo>
                  <a:lnTo>
                    <a:pt x="19112" y="14400"/>
                  </a:lnTo>
                  <a:lnTo>
                    <a:pt x="19137" y="21600"/>
                  </a:lnTo>
                  <a:lnTo>
                    <a:pt x="19175" y="21600"/>
                  </a:lnTo>
                  <a:lnTo>
                    <a:pt x="19187" y="18000"/>
                  </a:lnTo>
                  <a:lnTo>
                    <a:pt x="19187" y="7200"/>
                  </a:lnTo>
                  <a:lnTo>
                    <a:pt x="19162" y="0"/>
                  </a:lnTo>
                  <a:lnTo>
                    <a:pt x="50" y="0"/>
                  </a:lnTo>
                  <a:lnTo>
                    <a:pt x="19300" y="0"/>
                  </a:lnTo>
                  <a:lnTo>
                    <a:pt x="19262" y="10800"/>
                  </a:lnTo>
                  <a:lnTo>
                    <a:pt x="19262" y="14400"/>
                  </a:lnTo>
                  <a:lnTo>
                    <a:pt x="19287" y="21600"/>
                  </a:lnTo>
                  <a:lnTo>
                    <a:pt x="19325" y="21600"/>
                  </a:lnTo>
                  <a:lnTo>
                    <a:pt x="19337" y="18000"/>
                  </a:lnTo>
                  <a:lnTo>
                    <a:pt x="19337" y="7200"/>
                  </a:lnTo>
                  <a:lnTo>
                    <a:pt x="19312" y="0"/>
                  </a:lnTo>
                  <a:lnTo>
                    <a:pt x="50" y="0"/>
                  </a:lnTo>
                  <a:lnTo>
                    <a:pt x="19450" y="0"/>
                  </a:lnTo>
                  <a:lnTo>
                    <a:pt x="19412" y="10800"/>
                  </a:lnTo>
                  <a:lnTo>
                    <a:pt x="19412" y="14400"/>
                  </a:lnTo>
                  <a:lnTo>
                    <a:pt x="19437" y="21600"/>
                  </a:lnTo>
                  <a:lnTo>
                    <a:pt x="19475" y="21600"/>
                  </a:lnTo>
                  <a:lnTo>
                    <a:pt x="19487" y="18000"/>
                  </a:lnTo>
                  <a:lnTo>
                    <a:pt x="19487" y="7200"/>
                  </a:lnTo>
                  <a:lnTo>
                    <a:pt x="19462" y="0"/>
                  </a:lnTo>
                  <a:lnTo>
                    <a:pt x="50" y="0"/>
                  </a:lnTo>
                  <a:lnTo>
                    <a:pt x="19600" y="0"/>
                  </a:lnTo>
                  <a:lnTo>
                    <a:pt x="19562" y="10800"/>
                  </a:lnTo>
                  <a:lnTo>
                    <a:pt x="19562" y="14400"/>
                  </a:lnTo>
                  <a:lnTo>
                    <a:pt x="19587" y="21600"/>
                  </a:lnTo>
                  <a:lnTo>
                    <a:pt x="19625" y="21600"/>
                  </a:lnTo>
                  <a:lnTo>
                    <a:pt x="19637" y="18000"/>
                  </a:lnTo>
                  <a:lnTo>
                    <a:pt x="19637" y="7200"/>
                  </a:lnTo>
                  <a:lnTo>
                    <a:pt x="19612" y="0"/>
                  </a:lnTo>
                  <a:lnTo>
                    <a:pt x="50" y="0"/>
                  </a:lnTo>
                  <a:lnTo>
                    <a:pt x="19750" y="0"/>
                  </a:lnTo>
                  <a:lnTo>
                    <a:pt x="19712" y="10800"/>
                  </a:lnTo>
                  <a:lnTo>
                    <a:pt x="19712" y="14400"/>
                  </a:lnTo>
                  <a:lnTo>
                    <a:pt x="19737" y="21600"/>
                  </a:lnTo>
                  <a:lnTo>
                    <a:pt x="19775" y="21600"/>
                  </a:lnTo>
                  <a:lnTo>
                    <a:pt x="19787" y="18000"/>
                  </a:lnTo>
                  <a:lnTo>
                    <a:pt x="19787" y="7200"/>
                  </a:lnTo>
                  <a:lnTo>
                    <a:pt x="19762" y="0"/>
                  </a:lnTo>
                  <a:lnTo>
                    <a:pt x="50" y="0"/>
                  </a:lnTo>
                  <a:lnTo>
                    <a:pt x="19900" y="0"/>
                  </a:lnTo>
                  <a:lnTo>
                    <a:pt x="19862" y="10800"/>
                  </a:lnTo>
                  <a:lnTo>
                    <a:pt x="19862" y="14400"/>
                  </a:lnTo>
                  <a:lnTo>
                    <a:pt x="19887" y="21600"/>
                  </a:lnTo>
                  <a:lnTo>
                    <a:pt x="19925" y="21600"/>
                  </a:lnTo>
                  <a:lnTo>
                    <a:pt x="19937" y="18000"/>
                  </a:lnTo>
                  <a:lnTo>
                    <a:pt x="19937" y="7200"/>
                  </a:lnTo>
                  <a:lnTo>
                    <a:pt x="19912" y="0"/>
                  </a:lnTo>
                  <a:lnTo>
                    <a:pt x="50" y="0"/>
                  </a:lnTo>
                  <a:lnTo>
                    <a:pt x="20050" y="0"/>
                  </a:lnTo>
                  <a:lnTo>
                    <a:pt x="20012" y="10800"/>
                  </a:lnTo>
                  <a:lnTo>
                    <a:pt x="20012" y="14400"/>
                  </a:lnTo>
                  <a:lnTo>
                    <a:pt x="20037" y="21600"/>
                  </a:lnTo>
                  <a:lnTo>
                    <a:pt x="20075" y="21600"/>
                  </a:lnTo>
                  <a:lnTo>
                    <a:pt x="20087" y="18000"/>
                  </a:lnTo>
                  <a:lnTo>
                    <a:pt x="20087" y="7200"/>
                  </a:lnTo>
                  <a:lnTo>
                    <a:pt x="20062" y="0"/>
                  </a:lnTo>
                  <a:lnTo>
                    <a:pt x="50" y="0"/>
                  </a:lnTo>
                  <a:lnTo>
                    <a:pt x="20200" y="0"/>
                  </a:lnTo>
                  <a:lnTo>
                    <a:pt x="20162" y="10800"/>
                  </a:lnTo>
                  <a:lnTo>
                    <a:pt x="20162" y="14400"/>
                  </a:lnTo>
                  <a:lnTo>
                    <a:pt x="20187" y="21600"/>
                  </a:lnTo>
                  <a:lnTo>
                    <a:pt x="20225" y="21600"/>
                  </a:lnTo>
                  <a:lnTo>
                    <a:pt x="20237" y="18000"/>
                  </a:lnTo>
                  <a:lnTo>
                    <a:pt x="20237" y="7200"/>
                  </a:lnTo>
                  <a:lnTo>
                    <a:pt x="20212" y="0"/>
                  </a:lnTo>
                  <a:lnTo>
                    <a:pt x="50" y="0"/>
                  </a:lnTo>
                  <a:lnTo>
                    <a:pt x="20350" y="0"/>
                  </a:lnTo>
                  <a:lnTo>
                    <a:pt x="20312" y="10800"/>
                  </a:lnTo>
                  <a:lnTo>
                    <a:pt x="20312" y="14400"/>
                  </a:lnTo>
                  <a:lnTo>
                    <a:pt x="20337" y="21600"/>
                  </a:lnTo>
                  <a:lnTo>
                    <a:pt x="20375" y="21600"/>
                  </a:lnTo>
                  <a:lnTo>
                    <a:pt x="20387" y="18000"/>
                  </a:lnTo>
                  <a:lnTo>
                    <a:pt x="20387" y="7200"/>
                  </a:lnTo>
                  <a:lnTo>
                    <a:pt x="20362" y="0"/>
                  </a:lnTo>
                  <a:lnTo>
                    <a:pt x="50" y="0"/>
                  </a:lnTo>
                  <a:lnTo>
                    <a:pt x="20500" y="0"/>
                  </a:lnTo>
                  <a:lnTo>
                    <a:pt x="20462" y="10800"/>
                  </a:lnTo>
                  <a:lnTo>
                    <a:pt x="20462" y="14400"/>
                  </a:lnTo>
                  <a:lnTo>
                    <a:pt x="20487" y="21600"/>
                  </a:lnTo>
                  <a:lnTo>
                    <a:pt x="20525" y="21600"/>
                  </a:lnTo>
                  <a:lnTo>
                    <a:pt x="20537" y="18000"/>
                  </a:lnTo>
                  <a:lnTo>
                    <a:pt x="20537" y="7200"/>
                  </a:lnTo>
                  <a:lnTo>
                    <a:pt x="20512" y="0"/>
                  </a:lnTo>
                  <a:lnTo>
                    <a:pt x="50" y="0"/>
                  </a:lnTo>
                  <a:lnTo>
                    <a:pt x="20650" y="0"/>
                  </a:lnTo>
                  <a:lnTo>
                    <a:pt x="20612" y="10800"/>
                  </a:lnTo>
                  <a:lnTo>
                    <a:pt x="20612" y="14400"/>
                  </a:lnTo>
                  <a:lnTo>
                    <a:pt x="20637" y="21600"/>
                  </a:lnTo>
                  <a:lnTo>
                    <a:pt x="20675" y="21600"/>
                  </a:lnTo>
                  <a:lnTo>
                    <a:pt x="20687" y="18000"/>
                  </a:lnTo>
                  <a:lnTo>
                    <a:pt x="20687" y="7200"/>
                  </a:lnTo>
                  <a:lnTo>
                    <a:pt x="20662" y="0"/>
                  </a:lnTo>
                  <a:lnTo>
                    <a:pt x="50" y="0"/>
                  </a:lnTo>
                  <a:lnTo>
                    <a:pt x="20800" y="0"/>
                  </a:lnTo>
                  <a:lnTo>
                    <a:pt x="20762" y="10800"/>
                  </a:lnTo>
                  <a:lnTo>
                    <a:pt x="20762" y="14400"/>
                  </a:lnTo>
                  <a:lnTo>
                    <a:pt x="20787" y="21600"/>
                  </a:lnTo>
                  <a:lnTo>
                    <a:pt x="20825" y="21600"/>
                  </a:lnTo>
                  <a:lnTo>
                    <a:pt x="20838" y="18000"/>
                  </a:lnTo>
                  <a:lnTo>
                    <a:pt x="20838" y="7200"/>
                  </a:lnTo>
                  <a:lnTo>
                    <a:pt x="20813" y="0"/>
                  </a:lnTo>
                  <a:lnTo>
                    <a:pt x="50" y="0"/>
                  </a:lnTo>
                  <a:lnTo>
                    <a:pt x="20950" y="0"/>
                  </a:lnTo>
                  <a:lnTo>
                    <a:pt x="20913" y="10800"/>
                  </a:lnTo>
                  <a:lnTo>
                    <a:pt x="20913" y="14400"/>
                  </a:lnTo>
                  <a:lnTo>
                    <a:pt x="20938" y="21600"/>
                  </a:lnTo>
                  <a:lnTo>
                    <a:pt x="20975" y="21600"/>
                  </a:lnTo>
                  <a:lnTo>
                    <a:pt x="20988" y="18000"/>
                  </a:lnTo>
                  <a:lnTo>
                    <a:pt x="20988" y="7200"/>
                  </a:lnTo>
                  <a:lnTo>
                    <a:pt x="20963" y="0"/>
                  </a:lnTo>
                  <a:lnTo>
                    <a:pt x="50" y="0"/>
                  </a:lnTo>
                  <a:lnTo>
                    <a:pt x="21100" y="0"/>
                  </a:lnTo>
                  <a:lnTo>
                    <a:pt x="21063" y="10800"/>
                  </a:lnTo>
                  <a:lnTo>
                    <a:pt x="21063" y="14400"/>
                  </a:lnTo>
                  <a:lnTo>
                    <a:pt x="21088" y="21600"/>
                  </a:lnTo>
                  <a:lnTo>
                    <a:pt x="21125" y="21600"/>
                  </a:lnTo>
                  <a:lnTo>
                    <a:pt x="21138" y="18000"/>
                  </a:lnTo>
                  <a:lnTo>
                    <a:pt x="21138" y="7200"/>
                  </a:lnTo>
                  <a:lnTo>
                    <a:pt x="21113" y="0"/>
                  </a:lnTo>
                  <a:lnTo>
                    <a:pt x="50" y="0"/>
                  </a:lnTo>
                  <a:lnTo>
                    <a:pt x="21250" y="0"/>
                  </a:lnTo>
                  <a:lnTo>
                    <a:pt x="21213" y="10800"/>
                  </a:lnTo>
                  <a:lnTo>
                    <a:pt x="21213" y="14400"/>
                  </a:lnTo>
                  <a:lnTo>
                    <a:pt x="21238" y="21600"/>
                  </a:lnTo>
                  <a:lnTo>
                    <a:pt x="21275" y="21600"/>
                  </a:lnTo>
                  <a:lnTo>
                    <a:pt x="21288" y="18000"/>
                  </a:lnTo>
                  <a:lnTo>
                    <a:pt x="21288" y="7200"/>
                  </a:lnTo>
                  <a:lnTo>
                    <a:pt x="21263" y="0"/>
                  </a:lnTo>
                  <a:lnTo>
                    <a:pt x="50" y="0"/>
                  </a:lnTo>
                  <a:lnTo>
                    <a:pt x="21400" y="0"/>
                  </a:lnTo>
                  <a:lnTo>
                    <a:pt x="21363" y="10800"/>
                  </a:lnTo>
                  <a:lnTo>
                    <a:pt x="21363" y="14400"/>
                  </a:lnTo>
                  <a:lnTo>
                    <a:pt x="21388" y="21600"/>
                  </a:lnTo>
                  <a:lnTo>
                    <a:pt x="21425" y="21600"/>
                  </a:lnTo>
                  <a:lnTo>
                    <a:pt x="21438" y="18000"/>
                  </a:lnTo>
                  <a:lnTo>
                    <a:pt x="21438" y="7200"/>
                  </a:lnTo>
                  <a:lnTo>
                    <a:pt x="21413" y="0"/>
                  </a:lnTo>
                  <a:lnTo>
                    <a:pt x="50" y="0"/>
                  </a:lnTo>
                  <a:lnTo>
                    <a:pt x="21563" y="0"/>
                  </a:lnTo>
                  <a:lnTo>
                    <a:pt x="21525" y="10800"/>
                  </a:lnTo>
                  <a:lnTo>
                    <a:pt x="21525" y="14400"/>
                  </a:lnTo>
                  <a:lnTo>
                    <a:pt x="21550" y="21600"/>
                  </a:lnTo>
                  <a:lnTo>
                    <a:pt x="21588" y="21600"/>
                  </a:lnTo>
                  <a:lnTo>
                    <a:pt x="21600" y="18000"/>
                  </a:lnTo>
                  <a:lnTo>
                    <a:pt x="21600" y="7200"/>
                  </a:lnTo>
                  <a:lnTo>
                    <a:pt x="21575" y="0"/>
                  </a:lnTo>
                  <a:lnTo>
                    <a:pt x="5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50" name="Freeform 28"/>
            <p:cNvSpPr/>
            <p:nvPr/>
          </p:nvSpPr>
          <p:spPr>
            <a:xfrm>
              <a:off x="839787" y="3054350"/>
              <a:ext cx="2206626" cy="522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 y="0"/>
                  </a:moveTo>
                  <a:lnTo>
                    <a:pt x="47" y="0"/>
                  </a:lnTo>
                  <a:lnTo>
                    <a:pt x="0" y="197"/>
                  </a:lnTo>
                  <a:lnTo>
                    <a:pt x="0" y="263"/>
                  </a:lnTo>
                  <a:lnTo>
                    <a:pt x="31" y="394"/>
                  </a:lnTo>
                  <a:lnTo>
                    <a:pt x="47" y="394"/>
                  </a:lnTo>
                  <a:lnTo>
                    <a:pt x="21553" y="21600"/>
                  </a:lnTo>
                  <a:lnTo>
                    <a:pt x="21584" y="21600"/>
                  </a:lnTo>
                  <a:lnTo>
                    <a:pt x="21600" y="21534"/>
                  </a:lnTo>
                  <a:lnTo>
                    <a:pt x="21600" y="21337"/>
                  </a:lnTo>
                  <a:lnTo>
                    <a:pt x="21569" y="21206"/>
                  </a:lnTo>
                  <a:lnTo>
                    <a:pt x="62"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51" name="Freeform 29"/>
            <p:cNvSpPr/>
            <p:nvPr/>
          </p:nvSpPr>
          <p:spPr>
            <a:xfrm>
              <a:off x="3028949" y="3524250"/>
              <a:ext cx="107951" cy="968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5580"/>
                  </a:lnTo>
                  <a:lnTo>
                    <a:pt x="4447"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52" name="Rectangle 30"/>
            <p:cNvSpPr txBox="1"/>
            <p:nvPr/>
          </p:nvSpPr>
          <p:spPr>
            <a:xfrm>
              <a:off x="1568449" y="2952750"/>
              <a:ext cx="420788"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a:solidFill>
                    <a:srgbClr val="000099"/>
                  </a:solidFill>
                  <a:latin typeface="Comic Sans MS"/>
                  <a:ea typeface="Comic Sans MS"/>
                  <a:cs typeface="Comic Sans MS"/>
                  <a:sym typeface="Comic Sans MS"/>
                </a:defRPr>
              </a:lvl1pPr>
            </a:lstStyle>
            <a:p>
              <a:pPr/>
              <a:r>
                <a:t>Ack</a:t>
              </a:r>
            </a:p>
          </p:txBody>
        </p:sp>
      </p:gr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5" name="Rectangle 2"/>
          <p:cNvSpPr txBox="1"/>
          <p:nvPr>
            <p:ph type="title"/>
          </p:nvPr>
        </p:nvSpPr>
        <p:spPr>
          <a:prstGeom prst="rect">
            <a:avLst/>
          </a:prstGeom>
        </p:spPr>
        <p:txBody>
          <a:bodyPr/>
          <a:lstStyle/>
          <a:p>
            <a:pPr/>
          </a:p>
        </p:txBody>
      </p:sp>
      <p:sp>
        <p:nvSpPr>
          <p:cNvPr id="1356" name="Rectangle 3"/>
          <p:cNvSpPr txBox="1"/>
          <p:nvPr>
            <p:ph type="body" idx="1"/>
          </p:nvPr>
        </p:nvSpPr>
        <p:spPr>
          <a:xfrm>
            <a:off x="457200" y="1600200"/>
            <a:ext cx="8229600" cy="4525963"/>
          </a:xfrm>
          <a:prstGeom prst="rect">
            <a:avLst/>
          </a:prstGeom>
        </p:spPr>
        <p:txBody>
          <a:bodyPr/>
          <a:lstStyle/>
          <a:p>
            <a:pPr/>
            <a:r>
              <a:t>Connection-Oriented</a:t>
            </a:r>
          </a:p>
          <a:p>
            <a:pPr/>
            <a:r>
              <a:t>Reliable</a:t>
            </a:r>
          </a:p>
          <a:p>
            <a:pPr/>
            <a:r>
              <a:t>Byte-Stream</a:t>
            </a:r>
          </a:p>
          <a:p>
            <a:pPr/>
            <a:r>
              <a:t>Flow Control </a:t>
            </a:r>
            <a:br/>
            <a:r>
              <a:t>(aka Congestion Control)</a:t>
            </a:r>
          </a:p>
        </p:txBody>
      </p:sp>
      <p:grpSp>
        <p:nvGrpSpPr>
          <p:cNvPr id="1359" name="Group 4"/>
          <p:cNvGrpSpPr/>
          <p:nvPr/>
        </p:nvGrpSpPr>
        <p:grpSpPr>
          <a:xfrm>
            <a:off x="4648199" y="1447800"/>
            <a:ext cx="1042989" cy="768350"/>
            <a:chOff x="0" y="0"/>
            <a:chExt cx="1042987" cy="768349"/>
          </a:xfrm>
        </p:grpSpPr>
        <p:sp>
          <p:nvSpPr>
            <p:cNvPr id="1357" name="Line 5"/>
            <p:cNvSpPr/>
            <p:nvPr/>
          </p:nvSpPr>
          <p:spPr>
            <a:xfrm>
              <a:off x="-1" y="398403"/>
              <a:ext cx="369787" cy="369947"/>
            </a:xfrm>
            <a:prstGeom prst="line">
              <a:avLst/>
            </a:prstGeom>
            <a:noFill/>
            <a:ln w="215900" cap="flat">
              <a:solidFill>
                <a:srgbClr val="00FF00"/>
              </a:solidFill>
              <a:prstDash val="solid"/>
              <a:round/>
            </a:ln>
            <a:effectLst/>
          </p:spPr>
          <p:txBody>
            <a:bodyPr wrap="square" lIns="45719" tIns="45719" rIns="45719" bIns="45719" numCol="1" anchor="t">
              <a:noAutofit/>
            </a:bodyPr>
            <a:lstStyle/>
            <a:p>
              <a:pPr/>
            </a:p>
          </p:txBody>
        </p:sp>
        <p:sp>
          <p:nvSpPr>
            <p:cNvPr id="1358" name="Line 6"/>
            <p:cNvSpPr/>
            <p:nvPr/>
          </p:nvSpPr>
          <p:spPr>
            <a:xfrm flipV="1">
              <a:off x="284451" y="0"/>
              <a:ext cx="758537" cy="749379"/>
            </a:xfrm>
            <a:prstGeom prst="line">
              <a:avLst/>
            </a:prstGeom>
            <a:noFill/>
            <a:ln w="215900" cap="flat">
              <a:solidFill>
                <a:srgbClr val="00FF00"/>
              </a:solidFill>
              <a:prstDash val="solid"/>
              <a:round/>
            </a:ln>
            <a:effectLst/>
          </p:spPr>
          <p:txBody>
            <a:bodyPr wrap="square" lIns="45719" tIns="45719" rIns="45719" bIns="45719" numCol="1" anchor="t">
              <a:noAutofit/>
            </a:bodyPr>
            <a:lstStyle/>
            <a:p>
              <a:pPr/>
            </a:p>
          </p:txBody>
        </p:sp>
      </p:gr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1" name="Rectangle 2"/>
          <p:cNvSpPr txBox="1"/>
          <p:nvPr>
            <p:ph type="title"/>
          </p:nvPr>
        </p:nvSpPr>
        <p:spPr>
          <a:prstGeom prst="rect">
            <a:avLst/>
          </a:prstGeom>
        </p:spPr>
        <p:txBody>
          <a:bodyPr/>
          <a:lstStyle>
            <a:lvl1pPr>
              <a:defRPr sz="4000"/>
            </a:lvl1pPr>
          </a:lstStyle>
          <a:p>
            <a:pPr/>
            <a:r>
              <a:t>Reliability &amp; Flow Control</a:t>
            </a:r>
          </a:p>
        </p:txBody>
      </p:sp>
      <p:sp>
        <p:nvSpPr>
          <p:cNvPr id="1362" name="Rectangle 3"/>
          <p:cNvSpPr txBox="1"/>
          <p:nvPr>
            <p:ph type="body" idx="1"/>
          </p:nvPr>
        </p:nvSpPr>
        <p:spPr>
          <a:xfrm>
            <a:off x="457200" y="1600200"/>
            <a:ext cx="8229600" cy="4525963"/>
          </a:xfrm>
          <a:prstGeom prst="rect">
            <a:avLst/>
          </a:prstGeom>
        </p:spPr>
        <p:txBody>
          <a:bodyPr/>
          <a:lstStyle/>
          <a:p>
            <a:pPr/>
            <a:r>
              <a:t>Sequence numbers &amp; Acknowledgements (ACKs)</a:t>
            </a:r>
          </a:p>
          <a:p>
            <a:pPr lvl="1" marL="742950" indent="-285750">
              <a:spcBef>
                <a:spcPts val="600"/>
              </a:spcBef>
              <a:defRPr sz="2800"/>
            </a:pPr>
            <a:r>
              <a:t>Receiver detects Corrupt, Lost, Duplicated, Out-of-order </a:t>
            </a:r>
          </a:p>
          <a:p>
            <a:pPr lvl="1" marL="742950" indent="-285750">
              <a:spcBef>
                <a:spcPts val="600"/>
              </a:spcBef>
              <a:defRPr sz="2800"/>
            </a:pPr>
            <a:r>
              <a:t>Tell sender which packets it has received correctly</a:t>
            </a:r>
          </a:p>
          <a:p>
            <a:pPr lvl="1" marL="742950" indent="-285750">
              <a:spcBef>
                <a:spcPts val="600"/>
              </a:spcBef>
              <a:defRPr sz="2800"/>
            </a:pPr>
            <a:r>
              <a:t>Sender can resend</a:t>
            </a:r>
          </a:p>
          <a:p>
            <a:pPr/>
            <a:r>
              <a:t>In Flight Window (Window Size)</a:t>
            </a:r>
          </a:p>
          <a:p>
            <a:pPr lvl="1" marL="742950" indent="-285750">
              <a:spcBef>
                <a:spcPts val="600"/>
              </a:spcBef>
              <a:defRPr sz="2800"/>
            </a:pPr>
            <a:r>
              <a:t>Sender only has N unacknowledged packets “in</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6" name="Rectangle 5"/>
          <p:cNvSpPr txBox="1"/>
          <p:nvPr>
            <p:ph type="title"/>
          </p:nvPr>
        </p:nvSpPr>
        <p:spPr>
          <a:prstGeom prst="rect">
            <a:avLst/>
          </a:prstGeom>
        </p:spPr>
        <p:txBody>
          <a:bodyPr/>
          <a:lstStyle/>
          <a:p>
            <a:pPr/>
            <a:r>
              <a:t>Sending a Message</a:t>
            </a:r>
          </a:p>
        </p:txBody>
      </p:sp>
      <p:grpSp>
        <p:nvGrpSpPr>
          <p:cNvPr id="1481" name="Group 8"/>
          <p:cNvGrpSpPr/>
          <p:nvPr/>
        </p:nvGrpSpPr>
        <p:grpSpPr>
          <a:xfrm>
            <a:off x="990599" y="1905000"/>
            <a:ext cx="7221540" cy="4489450"/>
            <a:chOff x="0" y="0"/>
            <a:chExt cx="7221538" cy="4489450"/>
          </a:xfrm>
        </p:grpSpPr>
        <p:sp>
          <p:nvSpPr>
            <p:cNvPr id="1367" name="AutoShape 7"/>
            <p:cNvSpPr/>
            <p:nvPr/>
          </p:nvSpPr>
          <p:spPr>
            <a:xfrm>
              <a:off x="-1" y="0"/>
              <a:ext cx="7221540" cy="4489450"/>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68" name="Freeform 9"/>
            <p:cNvSpPr/>
            <p:nvPr/>
          </p:nvSpPr>
          <p:spPr>
            <a:xfrm>
              <a:off x="9524" y="2347118"/>
              <a:ext cx="7191377"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 y="0"/>
                  </a:moveTo>
                  <a:lnTo>
                    <a:pt x="12" y="0"/>
                  </a:lnTo>
                  <a:lnTo>
                    <a:pt x="0" y="10800"/>
                  </a:lnTo>
                  <a:lnTo>
                    <a:pt x="0" y="15120"/>
                  </a:lnTo>
                  <a:lnTo>
                    <a:pt x="7" y="21600"/>
                  </a:lnTo>
                  <a:lnTo>
                    <a:pt x="21598" y="21600"/>
                  </a:lnTo>
                  <a:lnTo>
                    <a:pt x="21600" y="19440"/>
                  </a:lnTo>
                  <a:lnTo>
                    <a:pt x="21600" y="6480"/>
                  </a:lnTo>
                  <a:lnTo>
                    <a:pt x="21593" y="0"/>
                  </a:lnTo>
                  <a:lnTo>
                    <a:pt x="17"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69" name="Freeform 10"/>
            <p:cNvSpPr/>
            <p:nvPr/>
          </p:nvSpPr>
          <p:spPr>
            <a:xfrm>
              <a:off x="1860550" y="2222500"/>
              <a:ext cx="3287713" cy="22209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674" y="15839"/>
                  </a:moveTo>
                  <a:lnTo>
                    <a:pt x="4637" y="15731"/>
                  </a:lnTo>
                  <a:lnTo>
                    <a:pt x="4601" y="15630"/>
                  </a:lnTo>
                  <a:lnTo>
                    <a:pt x="4538" y="15376"/>
                  </a:lnTo>
                  <a:lnTo>
                    <a:pt x="4512" y="15260"/>
                  </a:lnTo>
                  <a:lnTo>
                    <a:pt x="4496" y="15167"/>
                  </a:lnTo>
                  <a:lnTo>
                    <a:pt x="4486" y="15113"/>
                  </a:lnTo>
                  <a:lnTo>
                    <a:pt x="4475" y="15082"/>
                  </a:lnTo>
                  <a:lnTo>
                    <a:pt x="4522" y="14874"/>
                  </a:lnTo>
                  <a:lnTo>
                    <a:pt x="4585" y="14688"/>
                  </a:lnTo>
                  <a:lnTo>
                    <a:pt x="4658" y="14488"/>
                  </a:lnTo>
                  <a:lnTo>
                    <a:pt x="4726" y="14294"/>
                  </a:lnTo>
                  <a:lnTo>
                    <a:pt x="4548" y="14294"/>
                  </a:lnTo>
                  <a:lnTo>
                    <a:pt x="4382" y="14279"/>
                  </a:lnTo>
                  <a:lnTo>
                    <a:pt x="4069" y="14264"/>
                  </a:lnTo>
                  <a:lnTo>
                    <a:pt x="3771" y="14264"/>
                  </a:lnTo>
                  <a:lnTo>
                    <a:pt x="3484" y="14248"/>
                  </a:lnTo>
                  <a:lnTo>
                    <a:pt x="3218" y="14248"/>
                  </a:lnTo>
                  <a:lnTo>
                    <a:pt x="2942" y="14225"/>
                  </a:lnTo>
                  <a:lnTo>
                    <a:pt x="2655" y="14210"/>
                  </a:lnTo>
                  <a:lnTo>
                    <a:pt x="2352" y="14171"/>
                  </a:lnTo>
                  <a:lnTo>
                    <a:pt x="2217" y="14155"/>
                  </a:lnTo>
                  <a:lnTo>
                    <a:pt x="2071" y="14132"/>
                  </a:lnTo>
                  <a:lnTo>
                    <a:pt x="1914" y="14109"/>
                  </a:lnTo>
                  <a:lnTo>
                    <a:pt x="1758" y="14063"/>
                  </a:lnTo>
                  <a:lnTo>
                    <a:pt x="1627" y="14040"/>
                  </a:lnTo>
                  <a:lnTo>
                    <a:pt x="1565" y="14024"/>
                  </a:lnTo>
                  <a:lnTo>
                    <a:pt x="1518" y="14024"/>
                  </a:lnTo>
                  <a:lnTo>
                    <a:pt x="1476" y="14016"/>
                  </a:lnTo>
                  <a:lnTo>
                    <a:pt x="1440" y="14001"/>
                  </a:lnTo>
                  <a:lnTo>
                    <a:pt x="1414" y="14001"/>
                  </a:lnTo>
                  <a:lnTo>
                    <a:pt x="1205" y="13908"/>
                  </a:lnTo>
                  <a:lnTo>
                    <a:pt x="1007" y="13800"/>
                  </a:lnTo>
                  <a:lnTo>
                    <a:pt x="814" y="13708"/>
                  </a:lnTo>
                  <a:lnTo>
                    <a:pt x="616" y="13592"/>
                  </a:lnTo>
                  <a:lnTo>
                    <a:pt x="501" y="13538"/>
                  </a:lnTo>
                  <a:lnTo>
                    <a:pt x="376" y="13468"/>
                  </a:lnTo>
                  <a:lnTo>
                    <a:pt x="287" y="13422"/>
                  </a:lnTo>
                  <a:lnTo>
                    <a:pt x="188" y="13337"/>
                  </a:lnTo>
                  <a:lnTo>
                    <a:pt x="141" y="13298"/>
                  </a:lnTo>
                  <a:lnTo>
                    <a:pt x="104" y="13275"/>
                  </a:lnTo>
                  <a:lnTo>
                    <a:pt x="78" y="13260"/>
                  </a:lnTo>
                  <a:lnTo>
                    <a:pt x="68" y="13244"/>
                  </a:lnTo>
                  <a:lnTo>
                    <a:pt x="37" y="13182"/>
                  </a:lnTo>
                  <a:lnTo>
                    <a:pt x="16" y="13128"/>
                  </a:lnTo>
                  <a:lnTo>
                    <a:pt x="0" y="13051"/>
                  </a:lnTo>
                  <a:lnTo>
                    <a:pt x="0" y="12982"/>
                  </a:lnTo>
                  <a:lnTo>
                    <a:pt x="37" y="12928"/>
                  </a:lnTo>
                  <a:lnTo>
                    <a:pt x="78" y="12874"/>
                  </a:lnTo>
                  <a:lnTo>
                    <a:pt x="141" y="12819"/>
                  </a:lnTo>
                  <a:lnTo>
                    <a:pt x="203" y="12758"/>
                  </a:lnTo>
                  <a:lnTo>
                    <a:pt x="276" y="12680"/>
                  </a:lnTo>
                  <a:lnTo>
                    <a:pt x="339" y="12588"/>
                  </a:lnTo>
                  <a:lnTo>
                    <a:pt x="412" y="12503"/>
                  </a:lnTo>
                  <a:lnTo>
                    <a:pt x="542" y="12356"/>
                  </a:lnTo>
                  <a:lnTo>
                    <a:pt x="694" y="12225"/>
                  </a:lnTo>
                  <a:lnTo>
                    <a:pt x="866" y="12094"/>
                  </a:lnTo>
                  <a:lnTo>
                    <a:pt x="928" y="12039"/>
                  </a:lnTo>
                  <a:lnTo>
                    <a:pt x="991" y="11978"/>
                  </a:lnTo>
                  <a:lnTo>
                    <a:pt x="1106" y="11816"/>
                  </a:lnTo>
                  <a:lnTo>
                    <a:pt x="1226" y="11661"/>
                  </a:lnTo>
                  <a:lnTo>
                    <a:pt x="1288" y="11592"/>
                  </a:lnTo>
                  <a:lnTo>
                    <a:pt x="1356" y="11522"/>
                  </a:lnTo>
                  <a:lnTo>
                    <a:pt x="1403" y="11406"/>
                  </a:lnTo>
                  <a:lnTo>
                    <a:pt x="1429" y="11352"/>
                  </a:lnTo>
                  <a:lnTo>
                    <a:pt x="1455" y="11290"/>
                  </a:lnTo>
                  <a:lnTo>
                    <a:pt x="1481" y="11259"/>
                  </a:lnTo>
                  <a:lnTo>
                    <a:pt x="1528" y="11236"/>
                  </a:lnTo>
                  <a:lnTo>
                    <a:pt x="1554" y="11221"/>
                  </a:lnTo>
                  <a:lnTo>
                    <a:pt x="1565" y="11198"/>
                  </a:lnTo>
                  <a:lnTo>
                    <a:pt x="1565" y="11182"/>
                  </a:lnTo>
                  <a:lnTo>
                    <a:pt x="1528" y="11113"/>
                  </a:lnTo>
                  <a:lnTo>
                    <a:pt x="1476" y="11051"/>
                  </a:lnTo>
                  <a:lnTo>
                    <a:pt x="1414" y="10997"/>
                  </a:lnTo>
                  <a:lnTo>
                    <a:pt x="1356" y="10943"/>
                  </a:lnTo>
                  <a:lnTo>
                    <a:pt x="1106" y="10595"/>
                  </a:lnTo>
                  <a:lnTo>
                    <a:pt x="866" y="10256"/>
                  </a:lnTo>
                  <a:lnTo>
                    <a:pt x="751" y="9908"/>
                  </a:lnTo>
                  <a:lnTo>
                    <a:pt x="626" y="9568"/>
                  </a:lnTo>
                  <a:lnTo>
                    <a:pt x="501" y="9221"/>
                  </a:lnTo>
                  <a:lnTo>
                    <a:pt x="376" y="8865"/>
                  </a:lnTo>
                  <a:lnTo>
                    <a:pt x="329" y="8719"/>
                  </a:lnTo>
                  <a:lnTo>
                    <a:pt x="292" y="8557"/>
                  </a:lnTo>
                  <a:lnTo>
                    <a:pt x="224" y="8271"/>
                  </a:lnTo>
                  <a:lnTo>
                    <a:pt x="162" y="7962"/>
                  </a:lnTo>
                  <a:lnTo>
                    <a:pt x="115" y="7808"/>
                  </a:lnTo>
                  <a:lnTo>
                    <a:pt x="68" y="7661"/>
                  </a:lnTo>
                  <a:lnTo>
                    <a:pt x="104" y="7568"/>
                  </a:lnTo>
                  <a:lnTo>
                    <a:pt x="141" y="7491"/>
                  </a:lnTo>
                  <a:lnTo>
                    <a:pt x="230" y="7367"/>
                  </a:lnTo>
                  <a:lnTo>
                    <a:pt x="339" y="7251"/>
                  </a:lnTo>
                  <a:lnTo>
                    <a:pt x="475" y="7143"/>
                  </a:lnTo>
                  <a:lnTo>
                    <a:pt x="579" y="6989"/>
                  </a:lnTo>
                  <a:lnTo>
                    <a:pt x="704" y="6850"/>
                  </a:lnTo>
                  <a:lnTo>
                    <a:pt x="840" y="6734"/>
                  </a:lnTo>
                  <a:lnTo>
                    <a:pt x="991" y="6618"/>
                  </a:lnTo>
                  <a:lnTo>
                    <a:pt x="1288" y="6402"/>
                  </a:lnTo>
                  <a:lnTo>
                    <a:pt x="1429" y="6294"/>
                  </a:lnTo>
                  <a:lnTo>
                    <a:pt x="1565" y="6163"/>
                  </a:lnTo>
                  <a:lnTo>
                    <a:pt x="1502" y="6085"/>
                  </a:lnTo>
                  <a:lnTo>
                    <a:pt x="1429" y="6008"/>
                  </a:lnTo>
                  <a:lnTo>
                    <a:pt x="1304" y="5807"/>
                  </a:lnTo>
                  <a:lnTo>
                    <a:pt x="1252" y="5730"/>
                  </a:lnTo>
                  <a:lnTo>
                    <a:pt x="1205" y="5645"/>
                  </a:lnTo>
                  <a:lnTo>
                    <a:pt x="1168" y="5599"/>
                  </a:lnTo>
                  <a:lnTo>
                    <a:pt x="1163" y="5583"/>
                  </a:lnTo>
                  <a:lnTo>
                    <a:pt x="1017" y="4950"/>
                  </a:lnTo>
                  <a:lnTo>
                    <a:pt x="991" y="4857"/>
                  </a:lnTo>
                  <a:lnTo>
                    <a:pt x="955" y="4749"/>
                  </a:lnTo>
                  <a:lnTo>
                    <a:pt x="892" y="4525"/>
                  </a:lnTo>
                  <a:lnTo>
                    <a:pt x="855" y="4417"/>
                  </a:lnTo>
                  <a:lnTo>
                    <a:pt x="840" y="4340"/>
                  </a:lnTo>
                  <a:lnTo>
                    <a:pt x="819" y="4286"/>
                  </a:lnTo>
                  <a:lnTo>
                    <a:pt x="814" y="4255"/>
                  </a:lnTo>
                  <a:lnTo>
                    <a:pt x="756" y="3977"/>
                  </a:lnTo>
                  <a:lnTo>
                    <a:pt x="694" y="3715"/>
                  </a:lnTo>
                  <a:lnTo>
                    <a:pt x="631" y="3437"/>
                  </a:lnTo>
                  <a:lnTo>
                    <a:pt x="569" y="3174"/>
                  </a:lnTo>
                  <a:lnTo>
                    <a:pt x="569" y="2471"/>
                  </a:lnTo>
                  <a:lnTo>
                    <a:pt x="589" y="2355"/>
                  </a:lnTo>
                  <a:lnTo>
                    <a:pt x="616" y="2247"/>
                  </a:lnTo>
                  <a:lnTo>
                    <a:pt x="631" y="2209"/>
                  </a:lnTo>
                  <a:lnTo>
                    <a:pt x="662" y="2170"/>
                  </a:lnTo>
                  <a:lnTo>
                    <a:pt x="741" y="2116"/>
                  </a:lnTo>
                  <a:lnTo>
                    <a:pt x="840" y="2062"/>
                  </a:lnTo>
                  <a:lnTo>
                    <a:pt x="918" y="2008"/>
                  </a:lnTo>
                  <a:lnTo>
                    <a:pt x="1080" y="1892"/>
                  </a:lnTo>
                  <a:lnTo>
                    <a:pt x="1231" y="1799"/>
                  </a:lnTo>
                  <a:lnTo>
                    <a:pt x="1382" y="1691"/>
                  </a:lnTo>
                  <a:lnTo>
                    <a:pt x="1565" y="1614"/>
                  </a:lnTo>
                  <a:lnTo>
                    <a:pt x="1878" y="1676"/>
                  </a:lnTo>
                  <a:lnTo>
                    <a:pt x="2180" y="1761"/>
                  </a:lnTo>
                  <a:lnTo>
                    <a:pt x="2483" y="1861"/>
                  </a:lnTo>
                  <a:lnTo>
                    <a:pt x="2780" y="1992"/>
                  </a:lnTo>
                  <a:lnTo>
                    <a:pt x="3354" y="2286"/>
                  </a:lnTo>
                  <a:lnTo>
                    <a:pt x="3933" y="2595"/>
                  </a:lnTo>
                  <a:lnTo>
                    <a:pt x="4121" y="2695"/>
                  </a:lnTo>
                  <a:lnTo>
                    <a:pt x="4309" y="2826"/>
                  </a:lnTo>
                  <a:lnTo>
                    <a:pt x="4486" y="2950"/>
                  </a:lnTo>
                  <a:lnTo>
                    <a:pt x="4674" y="3050"/>
                  </a:lnTo>
                  <a:lnTo>
                    <a:pt x="4700" y="3097"/>
                  </a:lnTo>
                  <a:lnTo>
                    <a:pt x="4726" y="3135"/>
                  </a:lnTo>
                  <a:lnTo>
                    <a:pt x="4757" y="3159"/>
                  </a:lnTo>
                  <a:lnTo>
                    <a:pt x="4783" y="3174"/>
                  </a:lnTo>
                  <a:lnTo>
                    <a:pt x="4835" y="3159"/>
                  </a:lnTo>
                  <a:lnTo>
                    <a:pt x="4882" y="3135"/>
                  </a:lnTo>
                  <a:lnTo>
                    <a:pt x="4924" y="3097"/>
                  </a:lnTo>
                  <a:lnTo>
                    <a:pt x="4971" y="3043"/>
                  </a:lnTo>
                  <a:lnTo>
                    <a:pt x="5039" y="2919"/>
                  </a:lnTo>
                  <a:lnTo>
                    <a:pt x="5122" y="2819"/>
                  </a:lnTo>
                  <a:lnTo>
                    <a:pt x="5274" y="2687"/>
                  </a:lnTo>
                  <a:lnTo>
                    <a:pt x="5435" y="2564"/>
                  </a:lnTo>
                  <a:lnTo>
                    <a:pt x="5597" y="2448"/>
                  </a:lnTo>
                  <a:lnTo>
                    <a:pt x="5764" y="2355"/>
                  </a:lnTo>
                  <a:lnTo>
                    <a:pt x="6072" y="2209"/>
                  </a:lnTo>
                  <a:lnTo>
                    <a:pt x="6364" y="2062"/>
                  </a:lnTo>
                  <a:lnTo>
                    <a:pt x="6661" y="1954"/>
                  </a:lnTo>
                  <a:lnTo>
                    <a:pt x="6953" y="1853"/>
                  </a:lnTo>
                  <a:lnTo>
                    <a:pt x="7250" y="1768"/>
                  </a:lnTo>
                  <a:lnTo>
                    <a:pt x="7553" y="1691"/>
                  </a:lnTo>
                  <a:lnTo>
                    <a:pt x="7866" y="1653"/>
                  </a:lnTo>
                  <a:lnTo>
                    <a:pt x="8200" y="1614"/>
                  </a:lnTo>
                  <a:lnTo>
                    <a:pt x="8450" y="1622"/>
                  </a:lnTo>
                  <a:lnTo>
                    <a:pt x="8565" y="1653"/>
                  </a:lnTo>
                  <a:lnTo>
                    <a:pt x="8690" y="1676"/>
                  </a:lnTo>
                  <a:lnTo>
                    <a:pt x="8742" y="1707"/>
                  </a:lnTo>
                  <a:lnTo>
                    <a:pt x="8794" y="1745"/>
                  </a:lnTo>
                  <a:lnTo>
                    <a:pt x="8841" y="1799"/>
                  </a:lnTo>
                  <a:lnTo>
                    <a:pt x="8888" y="1838"/>
                  </a:lnTo>
                  <a:lnTo>
                    <a:pt x="8993" y="1915"/>
                  </a:lnTo>
                  <a:lnTo>
                    <a:pt x="9107" y="1985"/>
                  </a:lnTo>
                  <a:lnTo>
                    <a:pt x="9227" y="2046"/>
                  </a:lnTo>
                  <a:lnTo>
                    <a:pt x="9332" y="2131"/>
                  </a:lnTo>
                  <a:lnTo>
                    <a:pt x="9483" y="2270"/>
                  </a:lnTo>
                  <a:lnTo>
                    <a:pt x="9634" y="2433"/>
                  </a:lnTo>
                  <a:lnTo>
                    <a:pt x="9796" y="2548"/>
                  </a:lnTo>
                  <a:lnTo>
                    <a:pt x="9978" y="2641"/>
                  </a:lnTo>
                  <a:lnTo>
                    <a:pt x="10083" y="2510"/>
                  </a:lnTo>
                  <a:lnTo>
                    <a:pt x="10192" y="2363"/>
                  </a:lnTo>
                  <a:lnTo>
                    <a:pt x="10385" y="2046"/>
                  </a:lnTo>
                  <a:lnTo>
                    <a:pt x="10594" y="1761"/>
                  </a:lnTo>
                  <a:lnTo>
                    <a:pt x="10698" y="1614"/>
                  </a:lnTo>
                  <a:lnTo>
                    <a:pt x="10818" y="1490"/>
                  </a:lnTo>
                  <a:lnTo>
                    <a:pt x="11173" y="1189"/>
                  </a:lnTo>
                  <a:lnTo>
                    <a:pt x="11549" y="927"/>
                  </a:lnTo>
                  <a:lnTo>
                    <a:pt x="11935" y="687"/>
                  </a:lnTo>
                  <a:lnTo>
                    <a:pt x="12336" y="487"/>
                  </a:lnTo>
                  <a:lnTo>
                    <a:pt x="12759" y="324"/>
                  </a:lnTo>
                  <a:lnTo>
                    <a:pt x="13176" y="185"/>
                  </a:lnTo>
                  <a:lnTo>
                    <a:pt x="13609" y="77"/>
                  </a:lnTo>
                  <a:lnTo>
                    <a:pt x="14037" y="0"/>
                  </a:lnTo>
                  <a:lnTo>
                    <a:pt x="14198" y="23"/>
                  </a:lnTo>
                  <a:lnTo>
                    <a:pt x="14339" y="39"/>
                  </a:lnTo>
                  <a:lnTo>
                    <a:pt x="14626" y="100"/>
                  </a:lnTo>
                  <a:lnTo>
                    <a:pt x="14892" y="185"/>
                  </a:lnTo>
                  <a:lnTo>
                    <a:pt x="15179" y="286"/>
                  </a:lnTo>
                  <a:lnTo>
                    <a:pt x="15268" y="378"/>
                  </a:lnTo>
                  <a:lnTo>
                    <a:pt x="15351" y="463"/>
                  </a:lnTo>
                  <a:lnTo>
                    <a:pt x="15492" y="618"/>
                  </a:lnTo>
                  <a:lnTo>
                    <a:pt x="15607" y="765"/>
                  </a:lnTo>
                  <a:lnTo>
                    <a:pt x="15706" y="911"/>
                  </a:lnTo>
                  <a:lnTo>
                    <a:pt x="15805" y="1066"/>
                  </a:lnTo>
                  <a:lnTo>
                    <a:pt x="15894" y="1228"/>
                  </a:lnTo>
                  <a:lnTo>
                    <a:pt x="16003" y="1413"/>
                  </a:lnTo>
                  <a:lnTo>
                    <a:pt x="16118" y="1614"/>
                  </a:lnTo>
                  <a:lnTo>
                    <a:pt x="16154" y="1768"/>
                  </a:lnTo>
                  <a:lnTo>
                    <a:pt x="16180" y="1915"/>
                  </a:lnTo>
                  <a:lnTo>
                    <a:pt x="16191" y="2039"/>
                  </a:lnTo>
                  <a:lnTo>
                    <a:pt x="16201" y="2116"/>
                  </a:lnTo>
                  <a:lnTo>
                    <a:pt x="16201" y="2247"/>
                  </a:lnTo>
                  <a:lnTo>
                    <a:pt x="16207" y="2286"/>
                  </a:lnTo>
                  <a:lnTo>
                    <a:pt x="16217" y="2317"/>
                  </a:lnTo>
                  <a:lnTo>
                    <a:pt x="16243" y="2324"/>
                  </a:lnTo>
                  <a:lnTo>
                    <a:pt x="16280" y="2340"/>
                  </a:lnTo>
                  <a:lnTo>
                    <a:pt x="16817" y="2340"/>
                  </a:lnTo>
                  <a:lnTo>
                    <a:pt x="16905" y="2355"/>
                  </a:lnTo>
                  <a:lnTo>
                    <a:pt x="17015" y="2355"/>
                  </a:lnTo>
                  <a:lnTo>
                    <a:pt x="17255" y="2409"/>
                  </a:lnTo>
                  <a:lnTo>
                    <a:pt x="17484" y="2471"/>
                  </a:lnTo>
                  <a:lnTo>
                    <a:pt x="17719" y="2541"/>
                  </a:lnTo>
                  <a:lnTo>
                    <a:pt x="17954" y="2595"/>
                  </a:lnTo>
                  <a:lnTo>
                    <a:pt x="18032" y="2734"/>
                  </a:lnTo>
                  <a:lnTo>
                    <a:pt x="18105" y="2881"/>
                  </a:lnTo>
                  <a:lnTo>
                    <a:pt x="18236" y="3228"/>
                  </a:lnTo>
                  <a:lnTo>
                    <a:pt x="18356" y="3568"/>
                  </a:lnTo>
                  <a:lnTo>
                    <a:pt x="18444" y="3915"/>
                  </a:lnTo>
                  <a:lnTo>
                    <a:pt x="18392" y="4495"/>
                  </a:lnTo>
                  <a:lnTo>
                    <a:pt x="18345" y="4773"/>
                  </a:lnTo>
                  <a:lnTo>
                    <a:pt x="18298" y="5066"/>
                  </a:lnTo>
                  <a:lnTo>
                    <a:pt x="18371" y="5228"/>
                  </a:lnTo>
                  <a:lnTo>
                    <a:pt x="18455" y="5359"/>
                  </a:lnTo>
                  <a:lnTo>
                    <a:pt x="18533" y="5452"/>
                  </a:lnTo>
                  <a:lnTo>
                    <a:pt x="18622" y="5529"/>
                  </a:lnTo>
                  <a:lnTo>
                    <a:pt x="18721" y="5583"/>
                  </a:lnTo>
                  <a:lnTo>
                    <a:pt x="18846" y="5637"/>
                  </a:lnTo>
                  <a:lnTo>
                    <a:pt x="18982" y="5692"/>
                  </a:lnTo>
                  <a:lnTo>
                    <a:pt x="19138" y="5753"/>
                  </a:lnTo>
                  <a:lnTo>
                    <a:pt x="19284" y="5877"/>
                  </a:lnTo>
                  <a:lnTo>
                    <a:pt x="19435" y="5993"/>
                  </a:lnTo>
                  <a:lnTo>
                    <a:pt x="19587" y="6101"/>
                  </a:lnTo>
                  <a:lnTo>
                    <a:pt x="19733" y="6217"/>
                  </a:lnTo>
                  <a:lnTo>
                    <a:pt x="19873" y="6387"/>
                  </a:lnTo>
                  <a:lnTo>
                    <a:pt x="20009" y="6564"/>
                  </a:lnTo>
                  <a:lnTo>
                    <a:pt x="20134" y="6734"/>
                  </a:lnTo>
                  <a:lnTo>
                    <a:pt x="20275" y="6919"/>
                  </a:lnTo>
                  <a:lnTo>
                    <a:pt x="20327" y="7082"/>
                  </a:lnTo>
                  <a:lnTo>
                    <a:pt x="20385" y="7197"/>
                  </a:lnTo>
                  <a:lnTo>
                    <a:pt x="20421" y="7306"/>
                  </a:lnTo>
                  <a:lnTo>
                    <a:pt x="20452" y="7383"/>
                  </a:lnTo>
                  <a:lnTo>
                    <a:pt x="20484" y="7452"/>
                  </a:lnTo>
                  <a:lnTo>
                    <a:pt x="20499" y="7499"/>
                  </a:lnTo>
                  <a:lnTo>
                    <a:pt x="20536" y="7584"/>
                  </a:lnTo>
                  <a:lnTo>
                    <a:pt x="20552" y="7645"/>
                  </a:lnTo>
                  <a:lnTo>
                    <a:pt x="20572" y="7730"/>
                  </a:lnTo>
                  <a:lnTo>
                    <a:pt x="20578" y="7769"/>
                  </a:lnTo>
                  <a:lnTo>
                    <a:pt x="20588" y="7831"/>
                  </a:lnTo>
                  <a:lnTo>
                    <a:pt x="20609" y="7916"/>
                  </a:lnTo>
                  <a:lnTo>
                    <a:pt x="20625" y="8008"/>
                  </a:lnTo>
                  <a:lnTo>
                    <a:pt x="20562" y="8255"/>
                  </a:lnTo>
                  <a:lnTo>
                    <a:pt x="20484" y="8510"/>
                  </a:lnTo>
                  <a:lnTo>
                    <a:pt x="20385" y="8757"/>
                  </a:lnTo>
                  <a:lnTo>
                    <a:pt x="20275" y="8981"/>
                  </a:lnTo>
                  <a:lnTo>
                    <a:pt x="20259" y="9066"/>
                  </a:lnTo>
                  <a:lnTo>
                    <a:pt x="20233" y="9128"/>
                  </a:lnTo>
                  <a:lnTo>
                    <a:pt x="20176" y="9252"/>
                  </a:lnTo>
                  <a:lnTo>
                    <a:pt x="20124" y="9352"/>
                  </a:lnTo>
                  <a:lnTo>
                    <a:pt x="20098" y="9422"/>
                  </a:lnTo>
                  <a:lnTo>
                    <a:pt x="20077" y="9499"/>
                  </a:lnTo>
                  <a:lnTo>
                    <a:pt x="20400" y="9869"/>
                  </a:lnTo>
                  <a:lnTo>
                    <a:pt x="20724" y="10271"/>
                  </a:lnTo>
                  <a:lnTo>
                    <a:pt x="20875" y="10464"/>
                  </a:lnTo>
                  <a:lnTo>
                    <a:pt x="21016" y="10680"/>
                  </a:lnTo>
                  <a:lnTo>
                    <a:pt x="21151" y="10889"/>
                  </a:lnTo>
                  <a:lnTo>
                    <a:pt x="21266" y="11113"/>
                  </a:lnTo>
                  <a:lnTo>
                    <a:pt x="21313" y="11236"/>
                  </a:lnTo>
                  <a:lnTo>
                    <a:pt x="21360" y="11368"/>
                  </a:lnTo>
                  <a:lnTo>
                    <a:pt x="21438" y="11646"/>
                  </a:lnTo>
                  <a:lnTo>
                    <a:pt x="21475" y="11777"/>
                  </a:lnTo>
                  <a:lnTo>
                    <a:pt x="21501" y="11885"/>
                  </a:lnTo>
                  <a:lnTo>
                    <a:pt x="21517" y="11978"/>
                  </a:lnTo>
                  <a:lnTo>
                    <a:pt x="21563" y="12333"/>
                  </a:lnTo>
                  <a:lnTo>
                    <a:pt x="21579" y="12503"/>
                  </a:lnTo>
                  <a:lnTo>
                    <a:pt x="21600" y="12680"/>
                  </a:lnTo>
                  <a:lnTo>
                    <a:pt x="21590" y="12866"/>
                  </a:lnTo>
                  <a:lnTo>
                    <a:pt x="21574" y="13036"/>
                  </a:lnTo>
                  <a:lnTo>
                    <a:pt x="21537" y="13190"/>
                  </a:lnTo>
                  <a:lnTo>
                    <a:pt x="21464" y="13368"/>
                  </a:lnTo>
                  <a:lnTo>
                    <a:pt x="21360" y="13553"/>
                  </a:lnTo>
                  <a:lnTo>
                    <a:pt x="21240" y="13708"/>
                  </a:lnTo>
                  <a:lnTo>
                    <a:pt x="21115" y="13870"/>
                  </a:lnTo>
                  <a:lnTo>
                    <a:pt x="20984" y="14024"/>
                  </a:lnTo>
                  <a:lnTo>
                    <a:pt x="20698" y="14294"/>
                  </a:lnTo>
                  <a:lnTo>
                    <a:pt x="20385" y="14518"/>
                  </a:lnTo>
                  <a:lnTo>
                    <a:pt x="20051" y="14704"/>
                  </a:lnTo>
                  <a:lnTo>
                    <a:pt x="19701" y="14850"/>
                  </a:lnTo>
                  <a:lnTo>
                    <a:pt x="19347" y="14951"/>
                  </a:lnTo>
                  <a:lnTo>
                    <a:pt x="18987" y="15036"/>
                  </a:lnTo>
                  <a:lnTo>
                    <a:pt x="19023" y="15128"/>
                  </a:lnTo>
                  <a:lnTo>
                    <a:pt x="19049" y="15221"/>
                  </a:lnTo>
                  <a:lnTo>
                    <a:pt x="19070" y="15407"/>
                  </a:lnTo>
                  <a:lnTo>
                    <a:pt x="19070" y="15600"/>
                  </a:lnTo>
                  <a:lnTo>
                    <a:pt x="19034" y="15800"/>
                  </a:lnTo>
                  <a:lnTo>
                    <a:pt x="18971" y="16001"/>
                  </a:lnTo>
                  <a:lnTo>
                    <a:pt x="18888" y="16194"/>
                  </a:lnTo>
                  <a:lnTo>
                    <a:pt x="18794" y="16380"/>
                  </a:lnTo>
                  <a:lnTo>
                    <a:pt x="18674" y="16565"/>
                  </a:lnTo>
                  <a:lnTo>
                    <a:pt x="18543" y="16750"/>
                  </a:lnTo>
                  <a:lnTo>
                    <a:pt x="18397" y="16928"/>
                  </a:lnTo>
                  <a:lnTo>
                    <a:pt x="18256" y="17082"/>
                  </a:lnTo>
                  <a:lnTo>
                    <a:pt x="18105" y="17229"/>
                  </a:lnTo>
                  <a:lnTo>
                    <a:pt x="17943" y="17360"/>
                  </a:lnTo>
                  <a:lnTo>
                    <a:pt x="17792" y="17468"/>
                  </a:lnTo>
                  <a:lnTo>
                    <a:pt x="17646" y="17561"/>
                  </a:lnTo>
                  <a:lnTo>
                    <a:pt x="17505" y="17631"/>
                  </a:lnTo>
                  <a:lnTo>
                    <a:pt x="17140" y="17584"/>
                  </a:lnTo>
                  <a:lnTo>
                    <a:pt x="16780" y="17546"/>
                  </a:lnTo>
                  <a:lnTo>
                    <a:pt x="16420" y="17492"/>
                  </a:lnTo>
                  <a:lnTo>
                    <a:pt x="16066" y="17445"/>
                  </a:lnTo>
                  <a:lnTo>
                    <a:pt x="15857" y="17376"/>
                  </a:lnTo>
                  <a:lnTo>
                    <a:pt x="15664" y="17306"/>
                  </a:lnTo>
                  <a:lnTo>
                    <a:pt x="15466" y="17229"/>
                  </a:lnTo>
                  <a:lnTo>
                    <a:pt x="15278" y="17113"/>
                  </a:lnTo>
                  <a:lnTo>
                    <a:pt x="15262" y="17059"/>
                  </a:lnTo>
                  <a:lnTo>
                    <a:pt x="15242" y="17005"/>
                  </a:lnTo>
                  <a:lnTo>
                    <a:pt x="15215" y="16951"/>
                  </a:lnTo>
                  <a:lnTo>
                    <a:pt x="15179" y="16928"/>
                  </a:lnTo>
                  <a:lnTo>
                    <a:pt x="15153" y="16928"/>
                  </a:lnTo>
                  <a:lnTo>
                    <a:pt x="15116" y="16936"/>
                  </a:lnTo>
                  <a:lnTo>
                    <a:pt x="15054" y="16990"/>
                  </a:lnTo>
                  <a:lnTo>
                    <a:pt x="14981" y="17082"/>
                  </a:lnTo>
                  <a:lnTo>
                    <a:pt x="14913" y="17190"/>
                  </a:lnTo>
                  <a:lnTo>
                    <a:pt x="14850" y="17299"/>
                  </a:lnTo>
                  <a:lnTo>
                    <a:pt x="14788" y="17399"/>
                  </a:lnTo>
                  <a:lnTo>
                    <a:pt x="14751" y="17468"/>
                  </a:lnTo>
                  <a:lnTo>
                    <a:pt x="14741" y="17492"/>
                  </a:lnTo>
                  <a:lnTo>
                    <a:pt x="14391" y="18009"/>
                  </a:lnTo>
                  <a:lnTo>
                    <a:pt x="14214" y="18233"/>
                  </a:lnTo>
                  <a:lnTo>
                    <a:pt x="14026" y="18465"/>
                  </a:lnTo>
                  <a:lnTo>
                    <a:pt x="13823" y="18658"/>
                  </a:lnTo>
                  <a:lnTo>
                    <a:pt x="13614" y="18843"/>
                  </a:lnTo>
                  <a:lnTo>
                    <a:pt x="13390" y="19021"/>
                  </a:lnTo>
                  <a:lnTo>
                    <a:pt x="13150" y="19175"/>
                  </a:lnTo>
                  <a:lnTo>
                    <a:pt x="13051" y="19160"/>
                  </a:lnTo>
                  <a:lnTo>
                    <a:pt x="12952" y="19152"/>
                  </a:lnTo>
                  <a:lnTo>
                    <a:pt x="12847" y="19152"/>
                  </a:lnTo>
                  <a:lnTo>
                    <a:pt x="12748" y="19121"/>
                  </a:lnTo>
                  <a:lnTo>
                    <a:pt x="12675" y="19098"/>
                  </a:lnTo>
                  <a:lnTo>
                    <a:pt x="12607" y="19044"/>
                  </a:lnTo>
                  <a:lnTo>
                    <a:pt x="12524" y="18990"/>
                  </a:lnTo>
                  <a:lnTo>
                    <a:pt x="12435" y="18913"/>
                  </a:lnTo>
                  <a:lnTo>
                    <a:pt x="12258" y="18750"/>
                  </a:lnTo>
                  <a:lnTo>
                    <a:pt x="12070" y="18557"/>
                  </a:lnTo>
                  <a:lnTo>
                    <a:pt x="11882" y="18357"/>
                  </a:lnTo>
                  <a:lnTo>
                    <a:pt x="11710" y="18156"/>
                  </a:lnTo>
                  <a:lnTo>
                    <a:pt x="11549" y="17986"/>
                  </a:lnTo>
                  <a:lnTo>
                    <a:pt x="11418" y="17855"/>
                  </a:lnTo>
                  <a:lnTo>
                    <a:pt x="11309" y="17893"/>
                  </a:lnTo>
                  <a:lnTo>
                    <a:pt x="11236" y="17947"/>
                  </a:lnTo>
                  <a:lnTo>
                    <a:pt x="11173" y="18001"/>
                  </a:lnTo>
                  <a:lnTo>
                    <a:pt x="11131" y="18063"/>
                  </a:lnTo>
                  <a:lnTo>
                    <a:pt x="11084" y="18140"/>
                  </a:lnTo>
                  <a:lnTo>
                    <a:pt x="11043" y="18225"/>
                  </a:lnTo>
                  <a:lnTo>
                    <a:pt x="10985" y="18318"/>
                  </a:lnTo>
                  <a:lnTo>
                    <a:pt x="10917" y="18418"/>
                  </a:lnTo>
                  <a:lnTo>
                    <a:pt x="10521" y="18928"/>
                  </a:lnTo>
                  <a:lnTo>
                    <a:pt x="10323" y="19160"/>
                  </a:lnTo>
                  <a:lnTo>
                    <a:pt x="10130" y="19415"/>
                  </a:lnTo>
                  <a:lnTo>
                    <a:pt x="9978" y="19584"/>
                  </a:lnTo>
                  <a:lnTo>
                    <a:pt x="9817" y="19747"/>
                  </a:lnTo>
                  <a:lnTo>
                    <a:pt x="9645" y="19878"/>
                  </a:lnTo>
                  <a:lnTo>
                    <a:pt x="9483" y="20032"/>
                  </a:lnTo>
                  <a:lnTo>
                    <a:pt x="9040" y="20496"/>
                  </a:lnTo>
                  <a:lnTo>
                    <a:pt x="8815" y="20712"/>
                  </a:lnTo>
                  <a:lnTo>
                    <a:pt x="8581" y="20920"/>
                  </a:lnTo>
                  <a:lnTo>
                    <a:pt x="8341" y="21121"/>
                  </a:lnTo>
                  <a:lnTo>
                    <a:pt x="8090" y="21307"/>
                  </a:lnTo>
                  <a:lnTo>
                    <a:pt x="7829" y="21469"/>
                  </a:lnTo>
                  <a:lnTo>
                    <a:pt x="7553" y="21600"/>
                  </a:lnTo>
                  <a:lnTo>
                    <a:pt x="7490" y="21561"/>
                  </a:lnTo>
                  <a:lnTo>
                    <a:pt x="7449" y="21530"/>
                  </a:lnTo>
                  <a:lnTo>
                    <a:pt x="7402" y="21507"/>
                  </a:lnTo>
                  <a:lnTo>
                    <a:pt x="7376" y="21492"/>
                  </a:lnTo>
                  <a:lnTo>
                    <a:pt x="7329" y="21453"/>
                  </a:lnTo>
                  <a:lnTo>
                    <a:pt x="7292" y="21422"/>
                  </a:lnTo>
                  <a:lnTo>
                    <a:pt x="7266" y="21361"/>
                  </a:lnTo>
                  <a:lnTo>
                    <a:pt x="7224" y="21283"/>
                  </a:lnTo>
                  <a:lnTo>
                    <a:pt x="7198" y="21214"/>
                  </a:lnTo>
                  <a:lnTo>
                    <a:pt x="7162" y="21144"/>
                  </a:lnTo>
                  <a:lnTo>
                    <a:pt x="7104" y="21067"/>
                  </a:lnTo>
                  <a:lnTo>
                    <a:pt x="7052" y="20959"/>
                  </a:lnTo>
                  <a:lnTo>
                    <a:pt x="7026" y="20913"/>
                  </a:lnTo>
                  <a:lnTo>
                    <a:pt x="6990" y="20859"/>
                  </a:lnTo>
                  <a:lnTo>
                    <a:pt x="6964" y="20805"/>
                  </a:lnTo>
                  <a:lnTo>
                    <a:pt x="6953" y="20789"/>
                  </a:lnTo>
                  <a:lnTo>
                    <a:pt x="6911" y="20658"/>
                  </a:lnTo>
                  <a:lnTo>
                    <a:pt x="6854" y="20542"/>
                  </a:lnTo>
                  <a:lnTo>
                    <a:pt x="6812" y="20403"/>
                  </a:lnTo>
                  <a:lnTo>
                    <a:pt x="6760" y="20272"/>
                  </a:lnTo>
                  <a:lnTo>
                    <a:pt x="6729" y="20025"/>
                  </a:lnTo>
                  <a:lnTo>
                    <a:pt x="6724" y="19754"/>
                  </a:lnTo>
                  <a:lnTo>
                    <a:pt x="6724" y="19492"/>
                  </a:lnTo>
                  <a:lnTo>
                    <a:pt x="6739" y="19245"/>
                  </a:lnTo>
                  <a:lnTo>
                    <a:pt x="6776" y="18712"/>
                  </a:lnTo>
                  <a:lnTo>
                    <a:pt x="6812" y="18194"/>
                  </a:lnTo>
                  <a:lnTo>
                    <a:pt x="6739" y="18187"/>
                  </a:lnTo>
                  <a:lnTo>
                    <a:pt x="6666" y="18171"/>
                  </a:lnTo>
                  <a:lnTo>
                    <a:pt x="6411" y="18171"/>
                  </a:lnTo>
                  <a:lnTo>
                    <a:pt x="6348" y="18156"/>
                  </a:lnTo>
                  <a:lnTo>
                    <a:pt x="6265" y="18140"/>
                  </a:lnTo>
                  <a:lnTo>
                    <a:pt x="6197" y="18133"/>
                  </a:lnTo>
                  <a:lnTo>
                    <a:pt x="6103" y="18102"/>
                  </a:lnTo>
                  <a:lnTo>
                    <a:pt x="5926" y="18063"/>
                  </a:lnTo>
                  <a:lnTo>
                    <a:pt x="5847" y="18048"/>
                  </a:lnTo>
                  <a:lnTo>
                    <a:pt x="5785" y="18040"/>
                  </a:lnTo>
                  <a:lnTo>
                    <a:pt x="5738" y="18024"/>
                  </a:lnTo>
                  <a:lnTo>
                    <a:pt x="5722" y="18024"/>
                  </a:lnTo>
                  <a:lnTo>
                    <a:pt x="5576" y="17893"/>
                  </a:lnTo>
                  <a:lnTo>
                    <a:pt x="5446" y="17723"/>
                  </a:lnTo>
                  <a:lnTo>
                    <a:pt x="5336" y="17522"/>
                  </a:lnTo>
                  <a:lnTo>
                    <a:pt x="5221" y="17337"/>
                  </a:lnTo>
                  <a:lnTo>
                    <a:pt x="5096" y="17121"/>
                  </a:lnTo>
                  <a:lnTo>
                    <a:pt x="5070" y="17075"/>
                  </a:lnTo>
                  <a:lnTo>
                    <a:pt x="5039" y="17028"/>
                  </a:lnTo>
                  <a:lnTo>
                    <a:pt x="5034" y="17005"/>
                  </a:lnTo>
                  <a:lnTo>
                    <a:pt x="5023" y="16990"/>
                  </a:lnTo>
                  <a:lnTo>
                    <a:pt x="4945" y="16704"/>
                  </a:lnTo>
                  <a:lnTo>
                    <a:pt x="4851" y="16410"/>
                  </a:lnTo>
                  <a:lnTo>
                    <a:pt x="4674" y="15839"/>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0" name="Freeform 11"/>
            <p:cNvSpPr/>
            <p:nvPr/>
          </p:nvSpPr>
          <p:spPr>
            <a:xfrm>
              <a:off x="1844675" y="2206625"/>
              <a:ext cx="3319464" cy="22526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98" y="15618"/>
                  </a:moveTo>
                  <a:lnTo>
                    <a:pt x="4762" y="15496"/>
                  </a:lnTo>
                  <a:lnTo>
                    <a:pt x="4700" y="15260"/>
                  </a:lnTo>
                  <a:lnTo>
                    <a:pt x="4674" y="15146"/>
                  </a:lnTo>
                  <a:lnTo>
                    <a:pt x="4659" y="15055"/>
                  </a:lnTo>
                  <a:lnTo>
                    <a:pt x="4659" y="15039"/>
                  </a:lnTo>
                  <a:lnTo>
                    <a:pt x="4695" y="14887"/>
                  </a:lnTo>
                  <a:lnTo>
                    <a:pt x="4747" y="14689"/>
                  </a:lnTo>
                  <a:lnTo>
                    <a:pt x="4819" y="14507"/>
                  </a:lnTo>
                  <a:lnTo>
                    <a:pt x="4886" y="14309"/>
                  </a:lnTo>
                  <a:lnTo>
                    <a:pt x="4896" y="14248"/>
                  </a:lnTo>
                  <a:lnTo>
                    <a:pt x="4886" y="14195"/>
                  </a:lnTo>
                  <a:lnTo>
                    <a:pt x="4871" y="14141"/>
                  </a:lnTo>
                  <a:lnTo>
                    <a:pt x="4834" y="14103"/>
                  </a:lnTo>
                  <a:lnTo>
                    <a:pt x="4788" y="14088"/>
                  </a:lnTo>
                  <a:lnTo>
                    <a:pt x="4612" y="14088"/>
                  </a:lnTo>
                  <a:lnTo>
                    <a:pt x="4447" y="14073"/>
                  </a:lnTo>
                  <a:lnTo>
                    <a:pt x="4137" y="14073"/>
                  </a:lnTo>
                  <a:lnTo>
                    <a:pt x="3843" y="14065"/>
                  </a:lnTo>
                  <a:lnTo>
                    <a:pt x="3569" y="14065"/>
                  </a:lnTo>
                  <a:lnTo>
                    <a:pt x="3022" y="14035"/>
                  </a:lnTo>
                  <a:lnTo>
                    <a:pt x="2737" y="14012"/>
                  </a:lnTo>
                  <a:lnTo>
                    <a:pt x="2438" y="13974"/>
                  </a:lnTo>
                  <a:lnTo>
                    <a:pt x="2314" y="13959"/>
                  </a:lnTo>
                  <a:lnTo>
                    <a:pt x="2159" y="13928"/>
                  </a:lnTo>
                  <a:lnTo>
                    <a:pt x="1859" y="13882"/>
                  </a:lnTo>
                  <a:lnTo>
                    <a:pt x="1720" y="13852"/>
                  </a:lnTo>
                  <a:lnTo>
                    <a:pt x="1663" y="13837"/>
                  </a:lnTo>
                  <a:lnTo>
                    <a:pt x="1611" y="13829"/>
                  </a:lnTo>
                  <a:lnTo>
                    <a:pt x="1570" y="13814"/>
                  </a:lnTo>
                  <a:lnTo>
                    <a:pt x="1534" y="13814"/>
                  </a:lnTo>
                  <a:lnTo>
                    <a:pt x="1348" y="13723"/>
                  </a:lnTo>
                  <a:lnTo>
                    <a:pt x="1152" y="13631"/>
                  </a:lnTo>
                  <a:lnTo>
                    <a:pt x="956" y="13525"/>
                  </a:lnTo>
                  <a:lnTo>
                    <a:pt x="764" y="13411"/>
                  </a:lnTo>
                  <a:lnTo>
                    <a:pt x="640" y="13357"/>
                  </a:lnTo>
                  <a:lnTo>
                    <a:pt x="522" y="13296"/>
                  </a:lnTo>
                  <a:lnTo>
                    <a:pt x="424" y="13243"/>
                  </a:lnTo>
                  <a:lnTo>
                    <a:pt x="331" y="13159"/>
                  </a:lnTo>
                  <a:lnTo>
                    <a:pt x="284" y="13137"/>
                  </a:lnTo>
                  <a:lnTo>
                    <a:pt x="222" y="13045"/>
                  </a:lnTo>
                  <a:lnTo>
                    <a:pt x="212" y="13022"/>
                  </a:lnTo>
                  <a:lnTo>
                    <a:pt x="222" y="13007"/>
                  </a:lnTo>
                  <a:lnTo>
                    <a:pt x="248" y="12977"/>
                  </a:lnTo>
                  <a:lnTo>
                    <a:pt x="294" y="12939"/>
                  </a:lnTo>
                  <a:lnTo>
                    <a:pt x="356" y="12878"/>
                  </a:lnTo>
                  <a:lnTo>
                    <a:pt x="393" y="12847"/>
                  </a:lnTo>
                  <a:lnTo>
                    <a:pt x="460" y="12771"/>
                  </a:lnTo>
                  <a:lnTo>
                    <a:pt x="522" y="12680"/>
                  </a:lnTo>
                  <a:lnTo>
                    <a:pt x="594" y="12604"/>
                  </a:lnTo>
                  <a:lnTo>
                    <a:pt x="708" y="12474"/>
                  </a:lnTo>
                  <a:lnTo>
                    <a:pt x="832" y="12368"/>
                  </a:lnTo>
                  <a:lnTo>
                    <a:pt x="1012" y="12223"/>
                  </a:lnTo>
                  <a:lnTo>
                    <a:pt x="1074" y="12170"/>
                  </a:lnTo>
                  <a:lnTo>
                    <a:pt x="1105" y="12147"/>
                  </a:lnTo>
                  <a:lnTo>
                    <a:pt x="1167" y="12063"/>
                  </a:lnTo>
                  <a:lnTo>
                    <a:pt x="1286" y="11926"/>
                  </a:lnTo>
                  <a:lnTo>
                    <a:pt x="1400" y="11767"/>
                  </a:lnTo>
                  <a:lnTo>
                    <a:pt x="1462" y="11698"/>
                  </a:lnTo>
                  <a:lnTo>
                    <a:pt x="1498" y="11660"/>
                  </a:lnTo>
                  <a:lnTo>
                    <a:pt x="1534" y="11637"/>
                  </a:lnTo>
                  <a:lnTo>
                    <a:pt x="1549" y="11584"/>
                  </a:lnTo>
                  <a:lnTo>
                    <a:pt x="1596" y="11470"/>
                  </a:lnTo>
                  <a:lnTo>
                    <a:pt x="1601" y="11439"/>
                  </a:lnTo>
                  <a:lnTo>
                    <a:pt x="1622" y="11401"/>
                  </a:lnTo>
                  <a:lnTo>
                    <a:pt x="1663" y="11386"/>
                  </a:lnTo>
                  <a:lnTo>
                    <a:pt x="1694" y="11363"/>
                  </a:lnTo>
                  <a:lnTo>
                    <a:pt x="1725" y="11325"/>
                  </a:lnTo>
                  <a:lnTo>
                    <a:pt x="1735" y="11310"/>
                  </a:lnTo>
                  <a:lnTo>
                    <a:pt x="1761" y="11257"/>
                  </a:lnTo>
                  <a:lnTo>
                    <a:pt x="1772" y="11203"/>
                  </a:lnTo>
                  <a:lnTo>
                    <a:pt x="1756" y="11142"/>
                  </a:lnTo>
                  <a:lnTo>
                    <a:pt x="1756" y="11127"/>
                  </a:lnTo>
                  <a:lnTo>
                    <a:pt x="1720" y="11051"/>
                  </a:lnTo>
                  <a:lnTo>
                    <a:pt x="1699" y="10998"/>
                  </a:lnTo>
                  <a:lnTo>
                    <a:pt x="1648" y="10945"/>
                  </a:lnTo>
                  <a:lnTo>
                    <a:pt x="1611" y="10922"/>
                  </a:lnTo>
                  <a:lnTo>
                    <a:pt x="1570" y="10876"/>
                  </a:lnTo>
                  <a:lnTo>
                    <a:pt x="1534" y="10838"/>
                  </a:lnTo>
                  <a:lnTo>
                    <a:pt x="1286" y="10503"/>
                  </a:lnTo>
                  <a:lnTo>
                    <a:pt x="1054" y="10176"/>
                  </a:lnTo>
                  <a:lnTo>
                    <a:pt x="950" y="9864"/>
                  </a:lnTo>
                  <a:lnTo>
                    <a:pt x="826" y="9521"/>
                  </a:lnTo>
                  <a:lnTo>
                    <a:pt x="702" y="9186"/>
                  </a:lnTo>
                  <a:lnTo>
                    <a:pt x="578" y="8844"/>
                  </a:lnTo>
                  <a:lnTo>
                    <a:pt x="532" y="8684"/>
                  </a:lnTo>
                  <a:lnTo>
                    <a:pt x="496" y="8547"/>
                  </a:lnTo>
                  <a:lnTo>
                    <a:pt x="424" y="8243"/>
                  </a:lnTo>
                  <a:lnTo>
                    <a:pt x="362" y="7946"/>
                  </a:lnTo>
                  <a:lnTo>
                    <a:pt x="320" y="7801"/>
                  </a:lnTo>
                  <a:lnTo>
                    <a:pt x="294" y="7725"/>
                  </a:lnTo>
                  <a:lnTo>
                    <a:pt x="300" y="7710"/>
                  </a:lnTo>
                  <a:lnTo>
                    <a:pt x="331" y="7657"/>
                  </a:lnTo>
                  <a:lnTo>
                    <a:pt x="418" y="7527"/>
                  </a:lnTo>
                  <a:lnTo>
                    <a:pt x="486" y="7459"/>
                  </a:lnTo>
                  <a:lnTo>
                    <a:pt x="620" y="7345"/>
                  </a:lnTo>
                  <a:lnTo>
                    <a:pt x="656" y="7322"/>
                  </a:lnTo>
                  <a:lnTo>
                    <a:pt x="764" y="7162"/>
                  </a:lnTo>
                  <a:lnTo>
                    <a:pt x="878" y="7033"/>
                  </a:lnTo>
                  <a:lnTo>
                    <a:pt x="981" y="6941"/>
                  </a:lnTo>
                  <a:lnTo>
                    <a:pt x="1570" y="6507"/>
                  </a:lnTo>
                  <a:lnTo>
                    <a:pt x="1601" y="6469"/>
                  </a:lnTo>
                  <a:lnTo>
                    <a:pt x="1735" y="6355"/>
                  </a:lnTo>
                  <a:lnTo>
                    <a:pt x="1756" y="6302"/>
                  </a:lnTo>
                  <a:lnTo>
                    <a:pt x="1761" y="6233"/>
                  </a:lnTo>
                  <a:lnTo>
                    <a:pt x="1756" y="6180"/>
                  </a:lnTo>
                  <a:lnTo>
                    <a:pt x="1735" y="6134"/>
                  </a:lnTo>
                  <a:lnTo>
                    <a:pt x="1673" y="6051"/>
                  </a:lnTo>
                  <a:lnTo>
                    <a:pt x="1601" y="5959"/>
                  </a:lnTo>
                  <a:lnTo>
                    <a:pt x="1374" y="5625"/>
                  </a:lnTo>
                  <a:lnTo>
                    <a:pt x="1353" y="5586"/>
                  </a:lnTo>
                  <a:lnTo>
                    <a:pt x="1291" y="5297"/>
                  </a:lnTo>
                  <a:lnTo>
                    <a:pt x="1214" y="4985"/>
                  </a:lnTo>
                  <a:lnTo>
                    <a:pt x="1188" y="4894"/>
                  </a:lnTo>
                  <a:lnTo>
                    <a:pt x="1162" y="4772"/>
                  </a:lnTo>
                  <a:lnTo>
                    <a:pt x="1090" y="4551"/>
                  </a:lnTo>
                  <a:lnTo>
                    <a:pt x="1064" y="4460"/>
                  </a:lnTo>
                  <a:lnTo>
                    <a:pt x="1038" y="4384"/>
                  </a:lnTo>
                  <a:lnTo>
                    <a:pt x="1018" y="4315"/>
                  </a:lnTo>
                  <a:lnTo>
                    <a:pt x="1012" y="4308"/>
                  </a:lnTo>
                  <a:lnTo>
                    <a:pt x="966" y="4034"/>
                  </a:lnTo>
                  <a:lnTo>
                    <a:pt x="904" y="3760"/>
                  </a:lnTo>
                  <a:lnTo>
                    <a:pt x="832" y="3493"/>
                  </a:lnTo>
                  <a:lnTo>
                    <a:pt x="780" y="3273"/>
                  </a:lnTo>
                  <a:lnTo>
                    <a:pt x="790" y="3052"/>
                  </a:lnTo>
                  <a:lnTo>
                    <a:pt x="780" y="2831"/>
                  </a:lnTo>
                  <a:lnTo>
                    <a:pt x="790" y="2595"/>
                  </a:lnTo>
                  <a:lnTo>
                    <a:pt x="790" y="2534"/>
                  </a:lnTo>
                  <a:lnTo>
                    <a:pt x="816" y="2443"/>
                  </a:lnTo>
                  <a:lnTo>
                    <a:pt x="832" y="2428"/>
                  </a:lnTo>
                  <a:lnTo>
                    <a:pt x="888" y="2390"/>
                  </a:lnTo>
                  <a:lnTo>
                    <a:pt x="1064" y="2283"/>
                  </a:lnTo>
                  <a:lnTo>
                    <a:pt x="1224" y="2177"/>
                  </a:lnTo>
                  <a:lnTo>
                    <a:pt x="1374" y="2078"/>
                  </a:lnTo>
                  <a:lnTo>
                    <a:pt x="1524" y="1986"/>
                  </a:lnTo>
                  <a:lnTo>
                    <a:pt x="1663" y="1903"/>
                  </a:lnTo>
                  <a:lnTo>
                    <a:pt x="1968" y="1971"/>
                  </a:lnTo>
                  <a:lnTo>
                    <a:pt x="2252" y="2047"/>
                  </a:lnTo>
                  <a:lnTo>
                    <a:pt x="2526" y="2154"/>
                  </a:lnTo>
                  <a:lnTo>
                    <a:pt x="2815" y="2268"/>
                  </a:lnTo>
                  <a:lnTo>
                    <a:pt x="3393" y="2557"/>
                  </a:lnTo>
                  <a:lnTo>
                    <a:pt x="3967" y="2854"/>
                  </a:lnTo>
                  <a:lnTo>
                    <a:pt x="4153" y="2976"/>
                  </a:lnTo>
                  <a:lnTo>
                    <a:pt x="4328" y="3090"/>
                  </a:lnTo>
                  <a:lnTo>
                    <a:pt x="4514" y="3212"/>
                  </a:lnTo>
                  <a:lnTo>
                    <a:pt x="4685" y="3303"/>
                  </a:lnTo>
                  <a:lnTo>
                    <a:pt x="4695" y="3311"/>
                  </a:lnTo>
                  <a:lnTo>
                    <a:pt x="4710" y="3349"/>
                  </a:lnTo>
                  <a:lnTo>
                    <a:pt x="4736" y="3395"/>
                  </a:lnTo>
                  <a:lnTo>
                    <a:pt x="4772" y="3417"/>
                  </a:lnTo>
                  <a:lnTo>
                    <a:pt x="4819" y="3433"/>
                  </a:lnTo>
                  <a:lnTo>
                    <a:pt x="4845" y="3440"/>
                  </a:lnTo>
                  <a:lnTo>
                    <a:pt x="4896" y="3433"/>
                  </a:lnTo>
                  <a:lnTo>
                    <a:pt x="4943" y="3417"/>
                  </a:lnTo>
                  <a:lnTo>
                    <a:pt x="4984" y="3395"/>
                  </a:lnTo>
                  <a:lnTo>
                    <a:pt x="5020" y="3364"/>
                  </a:lnTo>
                  <a:lnTo>
                    <a:pt x="5067" y="3326"/>
                  </a:lnTo>
                  <a:lnTo>
                    <a:pt x="5098" y="3273"/>
                  </a:lnTo>
                  <a:lnTo>
                    <a:pt x="5180" y="3159"/>
                  </a:lnTo>
                  <a:lnTo>
                    <a:pt x="5258" y="3052"/>
                  </a:lnTo>
                  <a:lnTo>
                    <a:pt x="5366" y="2945"/>
                  </a:lnTo>
                  <a:lnTo>
                    <a:pt x="5527" y="2831"/>
                  </a:lnTo>
                  <a:lnTo>
                    <a:pt x="5692" y="2725"/>
                  </a:lnTo>
                  <a:lnTo>
                    <a:pt x="5862" y="2626"/>
                  </a:lnTo>
                  <a:lnTo>
                    <a:pt x="6162" y="2481"/>
                  </a:lnTo>
                  <a:lnTo>
                    <a:pt x="6456" y="2352"/>
                  </a:lnTo>
                  <a:lnTo>
                    <a:pt x="6745" y="2230"/>
                  </a:lnTo>
                  <a:lnTo>
                    <a:pt x="7004" y="2139"/>
                  </a:lnTo>
                  <a:lnTo>
                    <a:pt x="7288" y="2063"/>
                  </a:lnTo>
                  <a:lnTo>
                    <a:pt x="7587" y="1994"/>
                  </a:lnTo>
                  <a:lnTo>
                    <a:pt x="7897" y="1941"/>
                  </a:lnTo>
                  <a:lnTo>
                    <a:pt x="8228" y="1903"/>
                  </a:lnTo>
                  <a:lnTo>
                    <a:pt x="8476" y="1933"/>
                  </a:lnTo>
                  <a:lnTo>
                    <a:pt x="8600" y="1941"/>
                  </a:lnTo>
                  <a:lnTo>
                    <a:pt x="8677" y="1956"/>
                  </a:lnTo>
                  <a:lnTo>
                    <a:pt x="8713" y="1971"/>
                  </a:lnTo>
                  <a:lnTo>
                    <a:pt x="8729" y="1986"/>
                  </a:lnTo>
                  <a:lnTo>
                    <a:pt x="8755" y="2009"/>
                  </a:lnTo>
                  <a:lnTo>
                    <a:pt x="8791" y="2032"/>
                  </a:lnTo>
                  <a:lnTo>
                    <a:pt x="8827" y="2078"/>
                  </a:lnTo>
                  <a:lnTo>
                    <a:pt x="8873" y="2116"/>
                  </a:lnTo>
                  <a:lnTo>
                    <a:pt x="8977" y="2192"/>
                  </a:lnTo>
                  <a:lnTo>
                    <a:pt x="9096" y="2260"/>
                  </a:lnTo>
                  <a:lnTo>
                    <a:pt x="9209" y="2321"/>
                  </a:lnTo>
                  <a:lnTo>
                    <a:pt x="9312" y="2397"/>
                  </a:lnTo>
                  <a:lnTo>
                    <a:pt x="9462" y="2557"/>
                  </a:lnTo>
                  <a:lnTo>
                    <a:pt x="9617" y="2702"/>
                  </a:lnTo>
                  <a:lnTo>
                    <a:pt x="9772" y="2816"/>
                  </a:lnTo>
                  <a:lnTo>
                    <a:pt x="9953" y="2907"/>
                  </a:lnTo>
                  <a:lnTo>
                    <a:pt x="9989" y="2923"/>
                  </a:lnTo>
                  <a:lnTo>
                    <a:pt x="10030" y="2907"/>
                  </a:lnTo>
                  <a:lnTo>
                    <a:pt x="10067" y="2885"/>
                  </a:lnTo>
                  <a:lnTo>
                    <a:pt x="10175" y="2755"/>
                  </a:lnTo>
                  <a:lnTo>
                    <a:pt x="10268" y="2595"/>
                  </a:lnTo>
                  <a:lnTo>
                    <a:pt x="10475" y="2299"/>
                  </a:lnTo>
                  <a:lnTo>
                    <a:pt x="10676" y="1994"/>
                  </a:lnTo>
                  <a:lnTo>
                    <a:pt x="10785" y="1865"/>
                  </a:lnTo>
                  <a:lnTo>
                    <a:pt x="10862" y="1773"/>
                  </a:lnTo>
                  <a:lnTo>
                    <a:pt x="11218" y="1477"/>
                  </a:lnTo>
                  <a:lnTo>
                    <a:pt x="11580" y="1210"/>
                  </a:lnTo>
                  <a:lnTo>
                    <a:pt x="11972" y="989"/>
                  </a:lnTo>
                  <a:lnTo>
                    <a:pt x="12370" y="799"/>
                  </a:lnTo>
                  <a:lnTo>
                    <a:pt x="12778" y="624"/>
                  </a:lnTo>
                  <a:lnTo>
                    <a:pt x="13155" y="510"/>
                  </a:lnTo>
                  <a:lnTo>
                    <a:pt x="13584" y="388"/>
                  </a:lnTo>
                  <a:lnTo>
                    <a:pt x="14007" y="312"/>
                  </a:lnTo>
                  <a:lnTo>
                    <a:pt x="14168" y="342"/>
                  </a:lnTo>
                  <a:lnTo>
                    <a:pt x="14307" y="365"/>
                  </a:lnTo>
                  <a:lnTo>
                    <a:pt x="14591" y="419"/>
                  </a:lnTo>
                  <a:lnTo>
                    <a:pt x="14839" y="479"/>
                  </a:lnTo>
                  <a:lnTo>
                    <a:pt x="15102" y="586"/>
                  </a:lnTo>
                  <a:lnTo>
                    <a:pt x="15159" y="639"/>
                  </a:lnTo>
                  <a:lnTo>
                    <a:pt x="15237" y="731"/>
                  </a:lnTo>
                  <a:lnTo>
                    <a:pt x="15371" y="875"/>
                  </a:lnTo>
                  <a:lnTo>
                    <a:pt x="15495" y="1027"/>
                  </a:lnTo>
                  <a:lnTo>
                    <a:pt x="15593" y="1172"/>
                  </a:lnTo>
                  <a:lnTo>
                    <a:pt x="15686" y="1317"/>
                  </a:lnTo>
                  <a:lnTo>
                    <a:pt x="15779" y="1484"/>
                  </a:lnTo>
                  <a:lnTo>
                    <a:pt x="15882" y="1659"/>
                  </a:lnTo>
                  <a:lnTo>
                    <a:pt x="15980" y="1827"/>
                  </a:lnTo>
                  <a:lnTo>
                    <a:pt x="16006" y="1971"/>
                  </a:lnTo>
                  <a:lnTo>
                    <a:pt x="16027" y="2063"/>
                  </a:lnTo>
                  <a:lnTo>
                    <a:pt x="16032" y="2169"/>
                  </a:lnTo>
                  <a:lnTo>
                    <a:pt x="16042" y="2260"/>
                  </a:lnTo>
                  <a:lnTo>
                    <a:pt x="16042" y="2321"/>
                  </a:lnTo>
                  <a:lnTo>
                    <a:pt x="16053" y="2375"/>
                  </a:lnTo>
                  <a:lnTo>
                    <a:pt x="16058" y="2443"/>
                  </a:lnTo>
                  <a:lnTo>
                    <a:pt x="16058" y="2481"/>
                  </a:lnTo>
                  <a:lnTo>
                    <a:pt x="16089" y="2534"/>
                  </a:lnTo>
                  <a:lnTo>
                    <a:pt x="16094" y="2557"/>
                  </a:lnTo>
                  <a:lnTo>
                    <a:pt x="16130" y="2580"/>
                  </a:lnTo>
                  <a:lnTo>
                    <a:pt x="16156" y="2611"/>
                  </a:lnTo>
                  <a:lnTo>
                    <a:pt x="16192" y="2626"/>
                  </a:lnTo>
                  <a:lnTo>
                    <a:pt x="16239" y="2626"/>
                  </a:lnTo>
                  <a:lnTo>
                    <a:pt x="16290" y="2633"/>
                  </a:lnTo>
                  <a:lnTo>
                    <a:pt x="16368" y="2633"/>
                  </a:lnTo>
                  <a:lnTo>
                    <a:pt x="16466" y="2626"/>
                  </a:lnTo>
                  <a:lnTo>
                    <a:pt x="16600" y="2626"/>
                  </a:lnTo>
                  <a:lnTo>
                    <a:pt x="16760" y="2633"/>
                  </a:lnTo>
                  <a:lnTo>
                    <a:pt x="16957" y="2633"/>
                  </a:lnTo>
                  <a:lnTo>
                    <a:pt x="17194" y="2687"/>
                  </a:lnTo>
                  <a:lnTo>
                    <a:pt x="17422" y="2755"/>
                  </a:lnTo>
                  <a:lnTo>
                    <a:pt x="17654" y="2816"/>
                  </a:lnTo>
                  <a:lnTo>
                    <a:pt x="17830" y="2854"/>
                  </a:lnTo>
                  <a:lnTo>
                    <a:pt x="17892" y="2961"/>
                  </a:lnTo>
                  <a:lnTo>
                    <a:pt x="17954" y="3105"/>
                  </a:lnTo>
                  <a:lnTo>
                    <a:pt x="18077" y="3402"/>
                  </a:lnTo>
                  <a:lnTo>
                    <a:pt x="18186" y="3745"/>
                  </a:lnTo>
                  <a:lnTo>
                    <a:pt x="18263" y="4041"/>
                  </a:lnTo>
                  <a:lnTo>
                    <a:pt x="18212" y="4589"/>
                  </a:lnTo>
                  <a:lnTo>
                    <a:pt x="18186" y="4810"/>
                  </a:lnTo>
                  <a:lnTo>
                    <a:pt x="18134" y="5099"/>
                  </a:lnTo>
                  <a:lnTo>
                    <a:pt x="18124" y="5153"/>
                  </a:lnTo>
                  <a:lnTo>
                    <a:pt x="18134" y="5221"/>
                  </a:lnTo>
                  <a:lnTo>
                    <a:pt x="18212" y="5373"/>
                  </a:lnTo>
                  <a:lnTo>
                    <a:pt x="18227" y="5427"/>
                  </a:lnTo>
                  <a:lnTo>
                    <a:pt x="18300" y="5556"/>
                  </a:lnTo>
                  <a:lnTo>
                    <a:pt x="18382" y="5647"/>
                  </a:lnTo>
                  <a:lnTo>
                    <a:pt x="18413" y="5678"/>
                  </a:lnTo>
                  <a:lnTo>
                    <a:pt x="18511" y="5754"/>
                  </a:lnTo>
                  <a:lnTo>
                    <a:pt x="18609" y="5807"/>
                  </a:lnTo>
                  <a:lnTo>
                    <a:pt x="18723" y="5860"/>
                  </a:lnTo>
                  <a:lnTo>
                    <a:pt x="18868" y="5921"/>
                  </a:lnTo>
                  <a:lnTo>
                    <a:pt x="19028" y="5975"/>
                  </a:lnTo>
                  <a:lnTo>
                    <a:pt x="19167" y="6089"/>
                  </a:lnTo>
                  <a:lnTo>
                    <a:pt x="19317" y="6211"/>
                  </a:lnTo>
                  <a:lnTo>
                    <a:pt x="19467" y="6317"/>
                  </a:lnTo>
                  <a:lnTo>
                    <a:pt x="19586" y="6416"/>
                  </a:lnTo>
                  <a:lnTo>
                    <a:pt x="19715" y="6561"/>
                  </a:lnTo>
                  <a:lnTo>
                    <a:pt x="19849" y="6743"/>
                  </a:lnTo>
                  <a:lnTo>
                    <a:pt x="19973" y="6911"/>
                  </a:lnTo>
                  <a:lnTo>
                    <a:pt x="20107" y="7086"/>
                  </a:lnTo>
                  <a:lnTo>
                    <a:pt x="20149" y="7185"/>
                  </a:lnTo>
                  <a:lnTo>
                    <a:pt x="20195" y="7322"/>
                  </a:lnTo>
                  <a:lnTo>
                    <a:pt x="20236" y="7421"/>
                  </a:lnTo>
                  <a:lnTo>
                    <a:pt x="20267" y="7504"/>
                  </a:lnTo>
                  <a:lnTo>
                    <a:pt x="20293" y="7565"/>
                  </a:lnTo>
                  <a:lnTo>
                    <a:pt x="20319" y="7619"/>
                  </a:lnTo>
                  <a:lnTo>
                    <a:pt x="20345" y="7695"/>
                  </a:lnTo>
                  <a:lnTo>
                    <a:pt x="20360" y="7763"/>
                  </a:lnTo>
                  <a:lnTo>
                    <a:pt x="20381" y="7824"/>
                  </a:lnTo>
                  <a:lnTo>
                    <a:pt x="20391" y="7877"/>
                  </a:lnTo>
                  <a:lnTo>
                    <a:pt x="20407" y="7946"/>
                  </a:lnTo>
                  <a:lnTo>
                    <a:pt x="20417" y="8022"/>
                  </a:lnTo>
                  <a:lnTo>
                    <a:pt x="20422" y="8037"/>
                  </a:lnTo>
                  <a:lnTo>
                    <a:pt x="20371" y="8243"/>
                  </a:lnTo>
                  <a:lnTo>
                    <a:pt x="20293" y="8494"/>
                  </a:lnTo>
                  <a:lnTo>
                    <a:pt x="20211" y="8699"/>
                  </a:lnTo>
                  <a:lnTo>
                    <a:pt x="20112" y="8912"/>
                  </a:lnTo>
                  <a:lnTo>
                    <a:pt x="20087" y="8958"/>
                  </a:lnTo>
                  <a:lnTo>
                    <a:pt x="20071" y="9042"/>
                  </a:lnTo>
                  <a:lnTo>
                    <a:pt x="20051" y="9095"/>
                  </a:lnTo>
                  <a:lnTo>
                    <a:pt x="20020" y="9171"/>
                  </a:lnTo>
                  <a:lnTo>
                    <a:pt x="19963" y="9278"/>
                  </a:lnTo>
                  <a:lnTo>
                    <a:pt x="19947" y="9323"/>
                  </a:lnTo>
                  <a:lnTo>
                    <a:pt x="19921" y="9392"/>
                  </a:lnTo>
                  <a:lnTo>
                    <a:pt x="19896" y="9468"/>
                  </a:lnTo>
                  <a:lnTo>
                    <a:pt x="19885" y="9521"/>
                  </a:lnTo>
                  <a:lnTo>
                    <a:pt x="19896" y="9590"/>
                  </a:lnTo>
                  <a:lnTo>
                    <a:pt x="19921" y="9643"/>
                  </a:lnTo>
                  <a:lnTo>
                    <a:pt x="20236" y="10008"/>
                  </a:lnTo>
                  <a:lnTo>
                    <a:pt x="20557" y="10381"/>
                  </a:lnTo>
                  <a:lnTo>
                    <a:pt x="20706" y="10595"/>
                  </a:lnTo>
                  <a:lnTo>
                    <a:pt x="20851" y="10800"/>
                  </a:lnTo>
                  <a:lnTo>
                    <a:pt x="20980" y="11013"/>
                  </a:lnTo>
                  <a:lnTo>
                    <a:pt x="21099" y="11234"/>
                  </a:lnTo>
                  <a:lnTo>
                    <a:pt x="21125" y="11287"/>
                  </a:lnTo>
                  <a:lnTo>
                    <a:pt x="21166" y="11416"/>
                  </a:lnTo>
                  <a:lnTo>
                    <a:pt x="21249" y="11698"/>
                  </a:lnTo>
                  <a:lnTo>
                    <a:pt x="21275" y="11820"/>
                  </a:lnTo>
                  <a:lnTo>
                    <a:pt x="21300" y="11926"/>
                  </a:lnTo>
                  <a:lnTo>
                    <a:pt x="21321" y="12003"/>
                  </a:lnTo>
                  <a:lnTo>
                    <a:pt x="21321" y="12018"/>
                  </a:lnTo>
                  <a:lnTo>
                    <a:pt x="21352" y="12315"/>
                  </a:lnTo>
                  <a:lnTo>
                    <a:pt x="21383" y="12482"/>
                  </a:lnTo>
                  <a:lnTo>
                    <a:pt x="21388" y="12665"/>
                  </a:lnTo>
                  <a:lnTo>
                    <a:pt x="21388" y="12840"/>
                  </a:lnTo>
                  <a:lnTo>
                    <a:pt x="21373" y="12969"/>
                  </a:lnTo>
                  <a:lnTo>
                    <a:pt x="21337" y="13114"/>
                  </a:lnTo>
                  <a:lnTo>
                    <a:pt x="21290" y="13228"/>
                  </a:lnTo>
                  <a:lnTo>
                    <a:pt x="21187" y="13395"/>
                  </a:lnTo>
                  <a:lnTo>
                    <a:pt x="21073" y="13570"/>
                  </a:lnTo>
                  <a:lnTo>
                    <a:pt x="20949" y="13723"/>
                  </a:lnTo>
                  <a:lnTo>
                    <a:pt x="20815" y="13867"/>
                  </a:lnTo>
                  <a:lnTo>
                    <a:pt x="20567" y="14103"/>
                  </a:lnTo>
                  <a:lnTo>
                    <a:pt x="20257" y="14324"/>
                  </a:lnTo>
                  <a:lnTo>
                    <a:pt x="19927" y="14507"/>
                  </a:lnTo>
                  <a:lnTo>
                    <a:pt x="19586" y="14651"/>
                  </a:lnTo>
                  <a:lnTo>
                    <a:pt x="19265" y="14742"/>
                  </a:lnTo>
                  <a:lnTo>
                    <a:pt x="18909" y="14819"/>
                  </a:lnTo>
                  <a:lnTo>
                    <a:pt x="18873" y="14834"/>
                  </a:lnTo>
                  <a:lnTo>
                    <a:pt x="18842" y="14872"/>
                  </a:lnTo>
                  <a:lnTo>
                    <a:pt x="18811" y="14925"/>
                  </a:lnTo>
                  <a:lnTo>
                    <a:pt x="18806" y="14978"/>
                  </a:lnTo>
                  <a:lnTo>
                    <a:pt x="18811" y="15039"/>
                  </a:lnTo>
                  <a:lnTo>
                    <a:pt x="18847" y="15131"/>
                  </a:lnTo>
                  <a:lnTo>
                    <a:pt x="18873" y="15207"/>
                  </a:lnTo>
                  <a:lnTo>
                    <a:pt x="18894" y="15344"/>
                  </a:lnTo>
                  <a:lnTo>
                    <a:pt x="18883" y="15526"/>
                  </a:lnTo>
                  <a:lnTo>
                    <a:pt x="18857" y="15679"/>
                  </a:lnTo>
                  <a:lnTo>
                    <a:pt x="18795" y="15877"/>
                  </a:lnTo>
                  <a:lnTo>
                    <a:pt x="18744" y="16021"/>
                  </a:lnTo>
                  <a:lnTo>
                    <a:pt x="18646" y="16204"/>
                  </a:lnTo>
                  <a:lnTo>
                    <a:pt x="18398" y="16569"/>
                  </a:lnTo>
                  <a:lnTo>
                    <a:pt x="18258" y="16737"/>
                  </a:lnTo>
                  <a:lnTo>
                    <a:pt x="18103" y="16896"/>
                  </a:lnTo>
                  <a:lnTo>
                    <a:pt x="17990" y="16995"/>
                  </a:lnTo>
                  <a:lnTo>
                    <a:pt x="17840" y="17125"/>
                  </a:lnTo>
                  <a:lnTo>
                    <a:pt x="17690" y="17231"/>
                  </a:lnTo>
                  <a:lnTo>
                    <a:pt x="17540" y="17323"/>
                  </a:lnTo>
                  <a:lnTo>
                    <a:pt x="17432" y="17376"/>
                  </a:lnTo>
                  <a:lnTo>
                    <a:pt x="17081" y="17353"/>
                  </a:lnTo>
                  <a:lnTo>
                    <a:pt x="16724" y="17300"/>
                  </a:lnTo>
                  <a:lnTo>
                    <a:pt x="16378" y="17262"/>
                  </a:lnTo>
                  <a:lnTo>
                    <a:pt x="16017" y="17193"/>
                  </a:lnTo>
                  <a:lnTo>
                    <a:pt x="15857" y="17140"/>
                  </a:lnTo>
                  <a:lnTo>
                    <a:pt x="15655" y="17079"/>
                  </a:lnTo>
                  <a:lnTo>
                    <a:pt x="15469" y="16995"/>
                  </a:lnTo>
                  <a:lnTo>
                    <a:pt x="15309" y="16904"/>
                  </a:lnTo>
                  <a:lnTo>
                    <a:pt x="15299" y="16851"/>
                  </a:lnTo>
                  <a:lnTo>
                    <a:pt x="15273" y="16805"/>
                  </a:lnTo>
                  <a:lnTo>
                    <a:pt x="15252" y="16759"/>
                  </a:lnTo>
                  <a:lnTo>
                    <a:pt x="15221" y="16721"/>
                  </a:lnTo>
                  <a:lnTo>
                    <a:pt x="15175" y="16714"/>
                  </a:lnTo>
                  <a:lnTo>
                    <a:pt x="15139" y="16683"/>
                  </a:lnTo>
                  <a:lnTo>
                    <a:pt x="15113" y="16683"/>
                  </a:lnTo>
                  <a:lnTo>
                    <a:pt x="15040" y="16714"/>
                  </a:lnTo>
                  <a:lnTo>
                    <a:pt x="14978" y="16775"/>
                  </a:lnTo>
                  <a:lnTo>
                    <a:pt x="14942" y="16805"/>
                  </a:lnTo>
                  <a:lnTo>
                    <a:pt x="14865" y="16896"/>
                  </a:lnTo>
                  <a:lnTo>
                    <a:pt x="14803" y="16995"/>
                  </a:lnTo>
                  <a:lnTo>
                    <a:pt x="14731" y="17102"/>
                  </a:lnTo>
                  <a:lnTo>
                    <a:pt x="14679" y="17208"/>
                  </a:lnTo>
                  <a:lnTo>
                    <a:pt x="14643" y="17269"/>
                  </a:lnTo>
                  <a:lnTo>
                    <a:pt x="14627" y="17300"/>
                  </a:lnTo>
                  <a:lnTo>
                    <a:pt x="14627" y="17307"/>
                  </a:lnTo>
                  <a:lnTo>
                    <a:pt x="14292" y="17795"/>
                  </a:lnTo>
                  <a:lnTo>
                    <a:pt x="14111" y="18030"/>
                  </a:lnTo>
                  <a:lnTo>
                    <a:pt x="13925" y="18236"/>
                  </a:lnTo>
                  <a:lnTo>
                    <a:pt x="13734" y="18434"/>
                  </a:lnTo>
                  <a:lnTo>
                    <a:pt x="13548" y="18601"/>
                  </a:lnTo>
                  <a:lnTo>
                    <a:pt x="13326" y="18769"/>
                  </a:lnTo>
                  <a:lnTo>
                    <a:pt x="13114" y="18906"/>
                  </a:lnTo>
                  <a:lnTo>
                    <a:pt x="13031" y="18890"/>
                  </a:lnTo>
                  <a:lnTo>
                    <a:pt x="12933" y="18890"/>
                  </a:lnTo>
                  <a:lnTo>
                    <a:pt x="12747" y="18860"/>
                  </a:lnTo>
                  <a:lnTo>
                    <a:pt x="12706" y="18837"/>
                  </a:lnTo>
                  <a:lnTo>
                    <a:pt x="12623" y="18799"/>
                  </a:lnTo>
                  <a:lnTo>
                    <a:pt x="12546" y="18731"/>
                  </a:lnTo>
                  <a:lnTo>
                    <a:pt x="12468" y="18670"/>
                  </a:lnTo>
                  <a:lnTo>
                    <a:pt x="12313" y="18540"/>
                  </a:lnTo>
                  <a:lnTo>
                    <a:pt x="12324" y="18540"/>
                  </a:lnTo>
                  <a:lnTo>
                    <a:pt x="11952" y="18145"/>
                  </a:lnTo>
                  <a:lnTo>
                    <a:pt x="11787" y="17947"/>
                  </a:lnTo>
                  <a:lnTo>
                    <a:pt x="11626" y="17779"/>
                  </a:lnTo>
                  <a:lnTo>
                    <a:pt x="11590" y="17756"/>
                  </a:lnTo>
                  <a:lnTo>
                    <a:pt x="11456" y="17612"/>
                  </a:lnTo>
                  <a:lnTo>
                    <a:pt x="11415" y="17597"/>
                  </a:lnTo>
                  <a:lnTo>
                    <a:pt x="11378" y="17612"/>
                  </a:lnTo>
                  <a:lnTo>
                    <a:pt x="11193" y="17703"/>
                  </a:lnTo>
                  <a:lnTo>
                    <a:pt x="11136" y="17764"/>
                  </a:lnTo>
                  <a:lnTo>
                    <a:pt x="11105" y="17795"/>
                  </a:lnTo>
                  <a:lnTo>
                    <a:pt x="11058" y="17855"/>
                  </a:lnTo>
                  <a:lnTo>
                    <a:pt x="11012" y="17939"/>
                  </a:lnTo>
                  <a:lnTo>
                    <a:pt x="10970" y="18015"/>
                  </a:lnTo>
                  <a:lnTo>
                    <a:pt x="10919" y="18107"/>
                  </a:lnTo>
                  <a:lnTo>
                    <a:pt x="10846" y="18213"/>
                  </a:lnTo>
                  <a:lnTo>
                    <a:pt x="10650" y="18457"/>
                  </a:lnTo>
                  <a:lnTo>
                    <a:pt x="10454" y="18693"/>
                  </a:lnTo>
                  <a:lnTo>
                    <a:pt x="10253" y="18944"/>
                  </a:lnTo>
                  <a:lnTo>
                    <a:pt x="10067" y="19187"/>
                  </a:lnTo>
                  <a:lnTo>
                    <a:pt x="9917" y="19355"/>
                  </a:lnTo>
                  <a:lnTo>
                    <a:pt x="9793" y="19477"/>
                  </a:lnTo>
                  <a:lnTo>
                    <a:pt x="9622" y="19621"/>
                  </a:lnTo>
                  <a:lnTo>
                    <a:pt x="9586" y="19644"/>
                  </a:lnTo>
                  <a:lnTo>
                    <a:pt x="9431" y="19804"/>
                  </a:lnTo>
                  <a:lnTo>
                    <a:pt x="8987" y="20260"/>
                  </a:lnTo>
                  <a:lnTo>
                    <a:pt x="8801" y="20443"/>
                  </a:lnTo>
                  <a:lnTo>
                    <a:pt x="8569" y="20649"/>
                  </a:lnTo>
                  <a:lnTo>
                    <a:pt x="8331" y="20831"/>
                  </a:lnTo>
                  <a:lnTo>
                    <a:pt x="8083" y="21014"/>
                  </a:lnTo>
                  <a:lnTo>
                    <a:pt x="7820" y="21174"/>
                  </a:lnTo>
                  <a:lnTo>
                    <a:pt x="7598" y="21288"/>
                  </a:lnTo>
                  <a:lnTo>
                    <a:pt x="7572" y="21273"/>
                  </a:lnTo>
                  <a:lnTo>
                    <a:pt x="7515" y="21235"/>
                  </a:lnTo>
                  <a:lnTo>
                    <a:pt x="7484" y="21227"/>
                  </a:lnTo>
                  <a:lnTo>
                    <a:pt x="7453" y="21197"/>
                  </a:lnTo>
                  <a:lnTo>
                    <a:pt x="7427" y="21181"/>
                  </a:lnTo>
                  <a:lnTo>
                    <a:pt x="7412" y="21159"/>
                  </a:lnTo>
                  <a:lnTo>
                    <a:pt x="7386" y="21105"/>
                  </a:lnTo>
                  <a:lnTo>
                    <a:pt x="7339" y="21029"/>
                  </a:lnTo>
                  <a:lnTo>
                    <a:pt x="7314" y="20961"/>
                  </a:lnTo>
                  <a:lnTo>
                    <a:pt x="7267" y="20900"/>
                  </a:lnTo>
                  <a:lnTo>
                    <a:pt x="7226" y="20808"/>
                  </a:lnTo>
                  <a:lnTo>
                    <a:pt x="7174" y="20717"/>
                  </a:lnTo>
                  <a:lnTo>
                    <a:pt x="7138" y="20664"/>
                  </a:lnTo>
                  <a:lnTo>
                    <a:pt x="7112" y="20595"/>
                  </a:lnTo>
                  <a:lnTo>
                    <a:pt x="7081" y="20557"/>
                  </a:lnTo>
                  <a:lnTo>
                    <a:pt x="7050" y="20466"/>
                  </a:lnTo>
                  <a:lnTo>
                    <a:pt x="7004" y="20337"/>
                  </a:lnTo>
                  <a:lnTo>
                    <a:pt x="6952" y="20222"/>
                  </a:lnTo>
                  <a:lnTo>
                    <a:pt x="6906" y="20101"/>
                  </a:lnTo>
                  <a:lnTo>
                    <a:pt x="6890" y="19895"/>
                  </a:lnTo>
                  <a:lnTo>
                    <a:pt x="6869" y="19629"/>
                  </a:lnTo>
                  <a:lnTo>
                    <a:pt x="6880" y="19385"/>
                  </a:lnTo>
                  <a:lnTo>
                    <a:pt x="6890" y="19126"/>
                  </a:lnTo>
                  <a:lnTo>
                    <a:pt x="6926" y="18601"/>
                  </a:lnTo>
                  <a:lnTo>
                    <a:pt x="6957" y="18091"/>
                  </a:lnTo>
                  <a:lnTo>
                    <a:pt x="6952" y="18038"/>
                  </a:lnTo>
                  <a:lnTo>
                    <a:pt x="6931" y="17992"/>
                  </a:lnTo>
                  <a:lnTo>
                    <a:pt x="6895" y="17947"/>
                  </a:lnTo>
                  <a:lnTo>
                    <a:pt x="6854" y="17939"/>
                  </a:lnTo>
                  <a:lnTo>
                    <a:pt x="6782" y="17924"/>
                  </a:lnTo>
                  <a:lnTo>
                    <a:pt x="6709" y="17924"/>
                  </a:lnTo>
                  <a:lnTo>
                    <a:pt x="6585" y="17909"/>
                  </a:lnTo>
                  <a:lnTo>
                    <a:pt x="6461" y="17909"/>
                  </a:lnTo>
                  <a:lnTo>
                    <a:pt x="6394" y="17901"/>
                  </a:lnTo>
                  <a:lnTo>
                    <a:pt x="6312" y="17886"/>
                  </a:lnTo>
                  <a:lnTo>
                    <a:pt x="6244" y="17871"/>
                  </a:lnTo>
                  <a:lnTo>
                    <a:pt x="6152" y="17855"/>
                  </a:lnTo>
                  <a:lnTo>
                    <a:pt x="5976" y="17817"/>
                  </a:lnTo>
                  <a:lnTo>
                    <a:pt x="5898" y="17795"/>
                  </a:lnTo>
                  <a:lnTo>
                    <a:pt x="5836" y="17779"/>
                  </a:lnTo>
                  <a:lnTo>
                    <a:pt x="5811" y="17779"/>
                  </a:lnTo>
                  <a:lnTo>
                    <a:pt x="5702" y="17673"/>
                  </a:lnTo>
                  <a:lnTo>
                    <a:pt x="5578" y="17505"/>
                  </a:lnTo>
                  <a:lnTo>
                    <a:pt x="5465" y="17323"/>
                  </a:lnTo>
                  <a:lnTo>
                    <a:pt x="5356" y="17140"/>
                  </a:lnTo>
                  <a:lnTo>
                    <a:pt x="5294" y="17033"/>
                  </a:lnTo>
                  <a:lnTo>
                    <a:pt x="5232" y="16919"/>
                  </a:lnTo>
                  <a:lnTo>
                    <a:pt x="5180" y="16843"/>
                  </a:lnTo>
                  <a:lnTo>
                    <a:pt x="5180" y="16828"/>
                  </a:lnTo>
                  <a:lnTo>
                    <a:pt x="5098" y="16569"/>
                  </a:lnTo>
                  <a:lnTo>
                    <a:pt x="5020" y="16280"/>
                  </a:lnTo>
                  <a:lnTo>
                    <a:pt x="4834" y="15717"/>
                  </a:lnTo>
                  <a:lnTo>
                    <a:pt x="4798" y="15618"/>
                  </a:lnTo>
                  <a:lnTo>
                    <a:pt x="4638" y="15838"/>
                  </a:lnTo>
                  <a:lnTo>
                    <a:pt x="4824" y="16394"/>
                  </a:lnTo>
                  <a:lnTo>
                    <a:pt x="4907" y="16683"/>
                  </a:lnTo>
                  <a:lnTo>
                    <a:pt x="4984" y="16973"/>
                  </a:lnTo>
                  <a:lnTo>
                    <a:pt x="5010" y="17026"/>
                  </a:lnTo>
                  <a:lnTo>
                    <a:pt x="5010" y="17033"/>
                  </a:lnTo>
                  <a:lnTo>
                    <a:pt x="5082" y="17140"/>
                  </a:lnTo>
                  <a:lnTo>
                    <a:pt x="5144" y="17262"/>
                  </a:lnTo>
                  <a:lnTo>
                    <a:pt x="5206" y="17361"/>
                  </a:lnTo>
                  <a:lnTo>
                    <a:pt x="5315" y="17543"/>
                  </a:lnTo>
                  <a:lnTo>
                    <a:pt x="5428" y="17726"/>
                  </a:lnTo>
                  <a:lnTo>
                    <a:pt x="5552" y="17901"/>
                  </a:lnTo>
                  <a:lnTo>
                    <a:pt x="5589" y="17939"/>
                  </a:lnTo>
                  <a:lnTo>
                    <a:pt x="5738" y="18068"/>
                  </a:lnTo>
                  <a:lnTo>
                    <a:pt x="5774" y="18084"/>
                  </a:lnTo>
                  <a:lnTo>
                    <a:pt x="5790" y="18091"/>
                  </a:lnTo>
                  <a:lnTo>
                    <a:pt x="5836" y="18091"/>
                  </a:lnTo>
                  <a:lnTo>
                    <a:pt x="5898" y="18107"/>
                  </a:lnTo>
                  <a:lnTo>
                    <a:pt x="5976" y="18129"/>
                  </a:lnTo>
                  <a:lnTo>
                    <a:pt x="6152" y="18175"/>
                  </a:lnTo>
                  <a:lnTo>
                    <a:pt x="6244" y="18183"/>
                  </a:lnTo>
                  <a:lnTo>
                    <a:pt x="6312" y="18198"/>
                  </a:lnTo>
                  <a:lnTo>
                    <a:pt x="6394" y="18213"/>
                  </a:lnTo>
                  <a:lnTo>
                    <a:pt x="6461" y="18221"/>
                  </a:lnTo>
                  <a:lnTo>
                    <a:pt x="6585" y="18221"/>
                  </a:lnTo>
                  <a:lnTo>
                    <a:pt x="6709" y="18236"/>
                  </a:lnTo>
                  <a:lnTo>
                    <a:pt x="6740" y="18236"/>
                  </a:lnTo>
                  <a:lnTo>
                    <a:pt x="6709" y="18601"/>
                  </a:lnTo>
                  <a:lnTo>
                    <a:pt x="6678" y="19126"/>
                  </a:lnTo>
                  <a:lnTo>
                    <a:pt x="6668" y="19385"/>
                  </a:lnTo>
                  <a:lnTo>
                    <a:pt x="6658" y="19629"/>
                  </a:lnTo>
                  <a:lnTo>
                    <a:pt x="6678" y="19895"/>
                  </a:lnTo>
                  <a:lnTo>
                    <a:pt x="6694" y="20139"/>
                  </a:lnTo>
                  <a:lnTo>
                    <a:pt x="6704" y="20207"/>
                  </a:lnTo>
                  <a:lnTo>
                    <a:pt x="6756" y="20337"/>
                  </a:lnTo>
                  <a:lnTo>
                    <a:pt x="6807" y="20451"/>
                  </a:lnTo>
                  <a:lnTo>
                    <a:pt x="6854" y="20588"/>
                  </a:lnTo>
                  <a:lnTo>
                    <a:pt x="6895" y="20717"/>
                  </a:lnTo>
                  <a:lnTo>
                    <a:pt x="6926" y="20770"/>
                  </a:lnTo>
                  <a:lnTo>
                    <a:pt x="6957" y="20816"/>
                  </a:lnTo>
                  <a:lnTo>
                    <a:pt x="6988" y="20885"/>
                  </a:lnTo>
                  <a:lnTo>
                    <a:pt x="7019" y="20938"/>
                  </a:lnTo>
                  <a:lnTo>
                    <a:pt x="7076" y="21029"/>
                  </a:lnTo>
                  <a:lnTo>
                    <a:pt x="7117" y="21121"/>
                  </a:lnTo>
                  <a:lnTo>
                    <a:pt x="7164" y="21181"/>
                  </a:lnTo>
                  <a:lnTo>
                    <a:pt x="7190" y="21250"/>
                  </a:lnTo>
                  <a:lnTo>
                    <a:pt x="7236" y="21326"/>
                  </a:lnTo>
                  <a:lnTo>
                    <a:pt x="7262" y="21379"/>
                  </a:lnTo>
                  <a:lnTo>
                    <a:pt x="7298" y="21417"/>
                  </a:lnTo>
                  <a:lnTo>
                    <a:pt x="7329" y="21455"/>
                  </a:lnTo>
                  <a:lnTo>
                    <a:pt x="7376" y="21486"/>
                  </a:lnTo>
                  <a:lnTo>
                    <a:pt x="7401" y="21509"/>
                  </a:lnTo>
                  <a:lnTo>
                    <a:pt x="7438" y="21524"/>
                  </a:lnTo>
                  <a:lnTo>
                    <a:pt x="7489" y="21562"/>
                  </a:lnTo>
                  <a:lnTo>
                    <a:pt x="7551" y="21592"/>
                  </a:lnTo>
                  <a:lnTo>
                    <a:pt x="7587" y="21600"/>
                  </a:lnTo>
                  <a:lnTo>
                    <a:pt x="7634" y="21592"/>
                  </a:lnTo>
                  <a:lnTo>
                    <a:pt x="7897" y="21455"/>
                  </a:lnTo>
                  <a:lnTo>
                    <a:pt x="8166" y="21303"/>
                  </a:lnTo>
                  <a:lnTo>
                    <a:pt x="8414" y="21121"/>
                  </a:lnTo>
                  <a:lnTo>
                    <a:pt x="8651" y="20938"/>
                  </a:lnTo>
                  <a:lnTo>
                    <a:pt x="8879" y="20725"/>
                  </a:lnTo>
                  <a:lnTo>
                    <a:pt x="9101" y="20504"/>
                  </a:lnTo>
                  <a:lnTo>
                    <a:pt x="9137" y="20481"/>
                  </a:lnTo>
                  <a:lnTo>
                    <a:pt x="9581" y="20025"/>
                  </a:lnTo>
                  <a:lnTo>
                    <a:pt x="9710" y="19895"/>
                  </a:lnTo>
                  <a:lnTo>
                    <a:pt x="9870" y="19766"/>
                  </a:lnTo>
                  <a:lnTo>
                    <a:pt x="10030" y="19621"/>
                  </a:lnTo>
                  <a:lnTo>
                    <a:pt x="10067" y="19583"/>
                  </a:lnTo>
                  <a:lnTo>
                    <a:pt x="10216" y="19408"/>
                  </a:lnTo>
                  <a:lnTo>
                    <a:pt x="10402" y="19164"/>
                  </a:lnTo>
                  <a:lnTo>
                    <a:pt x="10609" y="18913"/>
                  </a:lnTo>
                  <a:lnTo>
                    <a:pt x="10800" y="18677"/>
                  </a:lnTo>
                  <a:lnTo>
                    <a:pt x="10996" y="18434"/>
                  </a:lnTo>
                  <a:lnTo>
                    <a:pt x="11069" y="18327"/>
                  </a:lnTo>
                  <a:lnTo>
                    <a:pt x="11120" y="18236"/>
                  </a:lnTo>
                  <a:lnTo>
                    <a:pt x="11167" y="18160"/>
                  </a:lnTo>
                  <a:lnTo>
                    <a:pt x="11208" y="18084"/>
                  </a:lnTo>
                  <a:lnTo>
                    <a:pt x="11270" y="17992"/>
                  </a:lnTo>
                  <a:lnTo>
                    <a:pt x="11394" y="17924"/>
                  </a:lnTo>
                  <a:lnTo>
                    <a:pt x="11477" y="18000"/>
                  </a:lnTo>
                  <a:lnTo>
                    <a:pt x="11632" y="18175"/>
                  </a:lnTo>
                  <a:lnTo>
                    <a:pt x="11802" y="18365"/>
                  </a:lnTo>
                  <a:lnTo>
                    <a:pt x="12174" y="18761"/>
                  </a:lnTo>
                  <a:lnTo>
                    <a:pt x="12210" y="18784"/>
                  </a:lnTo>
                  <a:lnTo>
                    <a:pt x="12386" y="18951"/>
                  </a:lnTo>
                  <a:lnTo>
                    <a:pt x="12468" y="19020"/>
                  </a:lnTo>
                  <a:lnTo>
                    <a:pt x="12546" y="19088"/>
                  </a:lnTo>
                  <a:lnTo>
                    <a:pt x="12623" y="19126"/>
                  </a:lnTo>
                  <a:lnTo>
                    <a:pt x="12696" y="19149"/>
                  </a:lnTo>
                  <a:lnTo>
                    <a:pt x="12732" y="19164"/>
                  </a:lnTo>
                  <a:lnTo>
                    <a:pt x="12840" y="19187"/>
                  </a:lnTo>
                  <a:lnTo>
                    <a:pt x="12933" y="19203"/>
                  </a:lnTo>
                  <a:lnTo>
                    <a:pt x="13031" y="19203"/>
                  </a:lnTo>
                  <a:lnTo>
                    <a:pt x="13129" y="19218"/>
                  </a:lnTo>
                  <a:lnTo>
                    <a:pt x="13176" y="19203"/>
                  </a:lnTo>
                  <a:lnTo>
                    <a:pt x="13403" y="19058"/>
                  </a:lnTo>
                  <a:lnTo>
                    <a:pt x="13625" y="18890"/>
                  </a:lnTo>
                  <a:lnTo>
                    <a:pt x="13837" y="18693"/>
                  </a:lnTo>
                  <a:lnTo>
                    <a:pt x="13873" y="18670"/>
                  </a:lnTo>
                  <a:lnTo>
                    <a:pt x="14075" y="18457"/>
                  </a:lnTo>
                  <a:lnTo>
                    <a:pt x="14261" y="18251"/>
                  </a:lnTo>
                  <a:lnTo>
                    <a:pt x="14441" y="18015"/>
                  </a:lnTo>
                  <a:lnTo>
                    <a:pt x="14777" y="17536"/>
                  </a:lnTo>
                  <a:lnTo>
                    <a:pt x="14777" y="17521"/>
                  </a:lnTo>
                  <a:lnTo>
                    <a:pt x="14793" y="17490"/>
                  </a:lnTo>
                  <a:lnTo>
                    <a:pt x="14829" y="17429"/>
                  </a:lnTo>
                  <a:lnTo>
                    <a:pt x="14880" y="17323"/>
                  </a:lnTo>
                  <a:lnTo>
                    <a:pt x="14953" y="17216"/>
                  </a:lnTo>
                  <a:lnTo>
                    <a:pt x="15015" y="17117"/>
                  </a:lnTo>
                  <a:lnTo>
                    <a:pt x="15087" y="17033"/>
                  </a:lnTo>
                  <a:lnTo>
                    <a:pt x="15113" y="17011"/>
                  </a:lnTo>
                  <a:lnTo>
                    <a:pt x="15123" y="17033"/>
                  </a:lnTo>
                  <a:lnTo>
                    <a:pt x="15139" y="17087"/>
                  </a:lnTo>
                  <a:lnTo>
                    <a:pt x="15164" y="17140"/>
                  </a:lnTo>
                  <a:lnTo>
                    <a:pt x="15201" y="17170"/>
                  </a:lnTo>
                  <a:lnTo>
                    <a:pt x="15387" y="17285"/>
                  </a:lnTo>
                  <a:lnTo>
                    <a:pt x="15572" y="17361"/>
                  </a:lnTo>
                  <a:lnTo>
                    <a:pt x="15779" y="17429"/>
                  </a:lnTo>
                  <a:lnTo>
                    <a:pt x="15980" y="17490"/>
                  </a:lnTo>
                  <a:lnTo>
                    <a:pt x="16017" y="17505"/>
                  </a:lnTo>
                  <a:lnTo>
                    <a:pt x="16378" y="17574"/>
                  </a:lnTo>
                  <a:lnTo>
                    <a:pt x="16724" y="17612"/>
                  </a:lnTo>
                  <a:lnTo>
                    <a:pt x="17081" y="17665"/>
                  </a:lnTo>
                  <a:lnTo>
                    <a:pt x="17442" y="17688"/>
                  </a:lnTo>
                  <a:lnTo>
                    <a:pt x="17484" y="17673"/>
                  </a:lnTo>
                  <a:lnTo>
                    <a:pt x="17618" y="17612"/>
                  </a:lnTo>
                  <a:lnTo>
                    <a:pt x="17768" y="17521"/>
                  </a:lnTo>
                  <a:lnTo>
                    <a:pt x="17917" y="17414"/>
                  </a:lnTo>
                  <a:lnTo>
                    <a:pt x="18072" y="17285"/>
                  </a:lnTo>
                  <a:lnTo>
                    <a:pt x="18222" y="17140"/>
                  </a:lnTo>
                  <a:lnTo>
                    <a:pt x="18258" y="17117"/>
                  </a:lnTo>
                  <a:lnTo>
                    <a:pt x="18408" y="16957"/>
                  </a:lnTo>
                  <a:lnTo>
                    <a:pt x="18547" y="16790"/>
                  </a:lnTo>
                  <a:lnTo>
                    <a:pt x="18795" y="16425"/>
                  </a:lnTo>
                  <a:lnTo>
                    <a:pt x="18894" y="16227"/>
                  </a:lnTo>
                  <a:lnTo>
                    <a:pt x="18909" y="16173"/>
                  </a:lnTo>
                  <a:lnTo>
                    <a:pt x="18992" y="15991"/>
                  </a:lnTo>
                  <a:lnTo>
                    <a:pt x="19054" y="15800"/>
                  </a:lnTo>
                  <a:lnTo>
                    <a:pt x="19090" y="15603"/>
                  </a:lnTo>
                  <a:lnTo>
                    <a:pt x="19095" y="15534"/>
                  </a:lnTo>
                  <a:lnTo>
                    <a:pt x="19105" y="15344"/>
                  </a:lnTo>
                  <a:lnTo>
                    <a:pt x="19079" y="15161"/>
                  </a:lnTo>
                  <a:lnTo>
                    <a:pt x="19069" y="15108"/>
                  </a:lnTo>
                  <a:lnTo>
                    <a:pt x="19265" y="15055"/>
                  </a:lnTo>
                  <a:lnTo>
                    <a:pt x="19307" y="15039"/>
                  </a:lnTo>
                  <a:lnTo>
                    <a:pt x="19663" y="14933"/>
                  </a:lnTo>
                  <a:lnTo>
                    <a:pt x="20009" y="14796"/>
                  </a:lnTo>
                  <a:lnTo>
                    <a:pt x="20335" y="14613"/>
                  </a:lnTo>
                  <a:lnTo>
                    <a:pt x="20644" y="14385"/>
                  </a:lnTo>
                  <a:lnTo>
                    <a:pt x="20929" y="14126"/>
                  </a:lnTo>
                  <a:lnTo>
                    <a:pt x="20965" y="14088"/>
                  </a:lnTo>
                  <a:lnTo>
                    <a:pt x="21099" y="13943"/>
                  </a:lnTo>
                  <a:lnTo>
                    <a:pt x="21223" y="13791"/>
                  </a:lnTo>
                  <a:lnTo>
                    <a:pt x="21337" y="13616"/>
                  </a:lnTo>
                  <a:lnTo>
                    <a:pt x="21445" y="13449"/>
                  </a:lnTo>
                  <a:lnTo>
                    <a:pt x="21507" y="13281"/>
                  </a:lnTo>
                  <a:lnTo>
                    <a:pt x="21533" y="13228"/>
                  </a:lnTo>
                  <a:lnTo>
                    <a:pt x="21574" y="13060"/>
                  </a:lnTo>
                  <a:lnTo>
                    <a:pt x="21585" y="13007"/>
                  </a:lnTo>
                  <a:lnTo>
                    <a:pt x="21600" y="12840"/>
                  </a:lnTo>
                  <a:lnTo>
                    <a:pt x="21600" y="12665"/>
                  </a:lnTo>
                  <a:lnTo>
                    <a:pt x="21595" y="12482"/>
                  </a:lnTo>
                  <a:lnTo>
                    <a:pt x="21569" y="12315"/>
                  </a:lnTo>
                  <a:lnTo>
                    <a:pt x="21523" y="11964"/>
                  </a:lnTo>
                  <a:lnTo>
                    <a:pt x="21512" y="11911"/>
                  </a:lnTo>
                  <a:lnTo>
                    <a:pt x="21512" y="11881"/>
                  </a:lnTo>
                  <a:lnTo>
                    <a:pt x="21497" y="11805"/>
                  </a:lnTo>
                  <a:lnTo>
                    <a:pt x="21471" y="11698"/>
                  </a:lnTo>
                  <a:lnTo>
                    <a:pt x="21445" y="11584"/>
                  </a:lnTo>
                  <a:lnTo>
                    <a:pt x="21362" y="11295"/>
                  </a:lnTo>
                  <a:lnTo>
                    <a:pt x="21321" y="11165"/>
                  </a:lnTo>
                  <a:lnTo>
                    <a:pt x="21290" y="11112"/>
                  </a:lnTo>
                  <a:lnTo>
                    <a:pt x="21249" y="11013"/>
                  </a:lnTo>
                  <a:lnTo>
                    <a:pt x="21135" y="10785"/>
                  </a:lnTo>
                  <a:lnTo>
                    <a:pt x="21001" y="10579"/>
                  </a:lnTo>
                  <a:lnTo>
                    <a:pt x="20856" y="10374"/>
                  </a:lnTo>
                  <a:lnTo>
                    <a:pt x="20706" y="10161"/>
                  </a:lnTo>
                  <a:lnTo>
                    <a:pt x="20391" y="9780"/>
                  </a:lnTo>
                  <a:lnTo>
                    <a:pt x="20123" y="9483"/>
                  </a:lnTo>
                  <a:lnTo>
                    <a:pt x="20169" y="9392"/>
                  </a:lnTo>
                  <a:lnTo>
                    <a:pt x="20221" y="9278"/>
                  </a:lnTo>
                  <a:lnTo>
                    <a:pt x="20247" y="9225"/>
                  </a:lnTo>
                  <a:lnTo>
                    <a:pt x="20267" y="9156"/>
                  </a:lnTo>
                  <a:lnTo>
                    <a:pt x="20283" y="9095"/>
                  </a:lnTo>
                  <a:lnTo>
                    <a:pt x="20371" y="8897"/>
                  </a:lnTo>
                  <a:lnTo>
                    <a:pt x="20397" y="8844"/>
                  </a:lnTo>
                  <a:lnTo>
                    <a:pt x="20484" y="8608"/>
                  </a:lnTo>
                  <a:lnTo>
                    <a:pt x="20567" y="8364"/>
                  </a:lnTo>
                  <a:lnTo>
                    <a:pt x="20629" y="8113"/>
                  </a:lnTo>
                  <a:lnTo>
                    <a:pt x="20639" y="8052"/>
                  </a:lnTo>
                  <a:lnTo>
                    <a:pt x="20629" y="7999"/>
                  </a:lnTo>
                  <a:lnTo>
                    <a:pt x="20608" y="7908"/>
                  </a:lnTo>
                  <a:lnTo>
                    <a:pt x="20603" y="7824"/>
                  </a:lnTo>
                  <a:lnTo>
                    <a:pt x="20582" y="7763"/>
                  </a:lnTo>
                  <a:lnTo>
                    <a:pt x="20577" y="7710"/>
                  </a:lnTo>
                  <a:lnTo>
                    <a:pt x="20557" y="7641"/>
                  </a:lnTo>
                  <a:lnTo>
                    <a:pt x="20541" y="7581"/>
                  </a:lnTo>
                  <a:lnTo>
                    <a:pt x="20515" y="7504"/>
                  </a:lnTo>
                  <a:lnTo>
                    <a:pt x="20484" y="7451"/>
                  </a:lnTo>
                  <a:lnTo>
                    <a:pt x="20459" y="7383"/>
                  </a:lnTo>
                  <a:lnTo>
                    <a:pt x="20433" y="7307"/>
                  </a:lnTo>
                  <a:lnTo>
                    <a:pt x="20391" y="7200"/>
                  </a:lnTo>
                  <a:lnTo>
                    <a:pt x="20345" y="7071"/>
                  </a:lnTo>
                  <a:lnTo>
                    <a:pt x="20283" y="6926"/>
                  </a:lnTo>
                  <a:lnTo>
                    <a:pt x="20267" y="6873"/>
                  </a:lnTo>
                  <a:lnTo>
                    <a:pt x="20123" y="6690"/>
                  </a:lnTo>
                  <a:lnTo>
                    <a:pt x="19999" y="6523"/>
                  </a:lnTo>
                  <a:lnTo>
                    <a:pt x="19865" y="6340"/>
                  </a:lnTo>
                  <a:lnTo>
                    <a:pt x="19725" y="6180"/>
                  </a:lnTo>
                  <a:lnTo>
                    <a:pt x="19689" y="6142"/>
                  </a:lnTo>
                  <a:lnTo>
                    <a:pt x="19549" y="6028"/>
                  </a:lnTo>
                  <a:lnTo>
                    <a:pt x="19400" y="5921"/>
                  </a:lnTo>
                  <a:lnTo>
                    <a:pt x="19245" y="5807"/>
                  </a:lnTo>
                  <a:lnTo>
                    <a:pt x="19105" y="5685"/>
                  </a:lnTo>
                  <a:lnTo>
                    <a:pt x="18945" y="5632"/>
                  </a:lnTo>
                  <a:lnTo>
                    <a:pt x="18806" y="5571"/>
                  </a:lnTo>
                  <a:lnTo>
                    <a:pt x="18687" y="5518"/>
                  </a:lnTo>
                  <a:lnTo>
                    <a:pt x="18594" y="5465"/>
                  </a:lnTo>
                  <a:lnTo>
                    <a:pt x="18522" y="5411"/>
                  </a:lnTo>
                  <a:lnTo>
                    <a:pt x="18449" y="5335"/>
                  </a:lnTo>
                  <a:lnTo>
                    <a:pt x="18382" y="5206"/>
                  </a:lnTo>
                  <a:lnTo>
                    <a:pt x="18346" y="5130"/>
                  </a:lnTo>
                  <a:lnTo>
                    <a:pt x="18382" y="4932"/>
                  </a:lnTo>
                  <a:lnTo>
                    <a:pt x="18413" y="4658"/>
                  </a:lnTo>
                  <a:lnTo>
                    <a:pt x="18424" y="4589"/>
                  </a:lnTo>
                  <a:lnTo>
                    <a:pt x="18475" y="4019"/>
                  </a:lnTo>
                  <a:lnTo>
                    <a:pt x="18470" y="3965"/>
                  </a:lnTo>
                  <a:lnTo>
                    <a:pt x="18382" y="3623"/>
                  </a:lnTo>
                  <a:lnTo>
                    <a:pt x="18274" y="3288"/>
                  </a:lnTo>
                  <a:lnTo>
                    <a:pt x="18139" y="2945"/>
                  </a:lnTo>
                  <a:lnTo>
                    <a:pt x="18114" y="2900"/>
                  </a:lnTo>
                  <a:lnTo>
                    <a:pt x="18041" y="2740"/>
                  </a:lnTo>
                  <a:lnTo>
                    <a:pt x="17964" y="2611"/>
                  </a:lnTo>
                  <a:lnTo>
                    <a:pt x="17928" y="2573"/>
                  </a:lnTo>
                  <a:lnTo>
                    <a:pt x="17886" y="2557"/>
                  </a:lnTo>
                  <a:lnTo>
                    <a:pt x="17654" y="2504"/>
                  </a:lnTo>
                  <a:lnTo>
                    <a:pt x="17422" y="2443"/>
                  </a:lnTo>
                  <a:lnTo>
                    <a:pt x="17194" y="2375"/>
                  </a:lnTo>
                  <a:lnTo>
                    <a:pt x="16957" y="2321"/>
                  </a:lnTo>
                  <a:lnTo>
                    <a:pt x="16760" y="2321"/>
                  </a:lnTo>
                  <a:lnTo>
                    <a:pt x="16600" y="2306"/>
                  </a:lnTo>
                  <a:lnTo>
                    <a:pt x="16466" y="2306"/>
                  </a:lnTo>
                  <a:lnTo>
                    <a:pt x="16368" y="2321"/>
                  </a:lnTo>
                  <a:lnTo>
                    <a:pt x="16290" y="2321"/>
                  </a:lnTo>
                  <a:lnTo>
                    <a:pt x="16254" y="2306"/>
                  </a:lnTo>
                  <a:lnTo>
                    <a:pt x="16254" y="2260"/>
                  </a:lnTo>
                  <a:lnTo>
                    <a:pt x="16244" y="2169"/>
                  </a:lnTo>
                  <a:lnTo>
                    <a:pt x="16239" y="2047"/>
                  </a:lnTo>
                  <a:lnTo>
                    <a:pt x="16228" y="1994"/>
                  </a:lnTo>
                  <a:lnTo>
                    <a:pt x="16203" y="1849"/>
                  </a:lnTo>
                  <a:lnTo>
                    <a:pt x="16166" y="1697"/>
                  </a:lnTo>
                  <a:lnTo>
                    <a:pt x="16151" y="1644"/>
                  </a:lnTo>
                  <a:lnTo>
                    <a:pt x="16032" y="1438"/>
                  </a:lnTo>
                  <a:lnTo>
                    <a:pt x="15929" y="1263"/>
                  </a:lnTo>
                  <a:lnTo>
                    <a:pt x="15841" y="1096"/>
                  </a:lnTo>
                  <a:lnTo>
                    <a:pt x="15645" y="807"/>
                  </a:lnTo>
                  <a:lnTo>
                    <a:pt x="15521" y="655"/>
                  </a:lnTo>
                  <a:lnTo>
                    <a:pt x="15387" y="510"/>
                  </a:lnTo>
                  <a:lnTo>
                    <a:pt x="15309" y="419"/>
                  </a:lnTo>
                  <a:lnTo>
                    <a:pt x="15273" y="388"/>
                  </a:lnTo>
                  <a:lnTo>
                    <a:pt x="15185" y="297"/>
                  </a:lnTo>
                  <a:lnTo>
                    <a:pt x="14901" y="198"/>
                  </a:lnTo>
                  <a:lnTo>
                    <a:pt x="14855" y="183"/>
                  </a:lnTo>
                  <a:lnTo>
                    <a:pt x="14591" y="107"/>
                  </a:lnTo>
                  <a:lnTo>
                    <a:pt x="14307" y="53"/>
                  </a:lnTo>
                  <a:lnTo>
                    <a:pt x="14168" y="23"/>
                  </a:lnTo>
                  <a:lnTo>
                    <a:pt x="14007" y="0"/>
                  </a:lnTo>
                  <a:lnTo>
                    <a:pt x="13584" y="76"/>
                  </a:lnTo>
                  <a:lnTo>
                    <a:pt x="13155" y="198"/>
                  </a:lnTo>
                  <a:lnTo>
                    <a:pt x="13119" y="205"/>
                  </a:lnTo>
                  <a:lnTo>
                    <a:pt x="12696" y="342"/>
                  </a:lnTo>
                  <a:lnTo>
                    <a:pt x="12288" y="510"/>
                  </a:lnTo>
                  <a:lnTo>
                    <a:pt x="11890" y="708"/>
                  </a:lnTo>
                  <a:lnTo>
                    <a:pt x="11502" y="929"/>
                  </a:lnTo>
                  <a:lnTo>
                    <a:pt x="11136" y="1187"/>
                  </a:lnTo>
                  <a:lnTo>
                    <a:pt x="10785" y="1484"/>
                  </a:lnTo>
                  <a:lnTo>
                    <a:pt x="10671" y="1621"/>
                  </a:lnTo>
                  <a:lnTo>
                    <a:pt x="10635" y="1644"/>
                  </a:lnTo>
                  <a:lnTo>
                    <a:pt x="10526" y="1773"/>
                  </a:lnTo>
                  <a:lnTo>
                    <a:pt x="10325" y="2078"/>
                  </a:lnTo>
                  <a:lnTo>
                    <a:pt x="10118" y="2375"/>
                  </a:lnTo>
                  <a:lnTo>
                    <a:pt x="10020" y="2534"/>
                  </a:lnTo>
                  <a:lnTo>
                    <a:pt x="9968" y="2595"/>
                  </a:lnTo>
                  <a:lnTo>
                    <a:pt x="9855" y="2534"/>
                  </a:lnTo>
                  <a:lnTo>
                    <a:pt x="9695" y="2413"/>
                  </a:lnTo>
                  <a:lnTo>
                    <a:pt x="9545" y="2268"/>
                  </a:lnTo>
                  <a:lnTo>
                    <a:pt x="9395" y="2116"/>
                  </a:lnTo>
                  <a:lnTo>
                    <a:pt x="9287" y="2032"/>
                  </a:lnTo>
                  <a:lnTo>
                    <a:pt x="9173" y="1971"/>
                  </a:lnTo>
                  <a:lnTo>
                    <a:pt x="9059" y="1903"/>
                  </a:lnTo>
                  <a:lnTo>
                    <a:pt x="8951" y="1827"/>
                  </a:lnTo>
                  <a:lnTo>
                    <a:pt x="8941" y="1811"/>
                  </a:lnTo>
                  <a:lnTo>
                    <a:pt x="8899" y="1773"/>
                  </a:lnTo>
                  <a:lnTo>
                    <a:pt x="8863" y="1735"/>
                  </a:lnTo>
                  <a:lnTo>
                    <a:pt x="8811" y="1697"/>
                  </a:lnTo>
                  <a:lnTo>
                    <a:pt x="8775" y="1682"/>
                  </a:lnTo>
                  <a:lnTo>
                    <a:pt x="8755" y="1667"/>
                  </a:lnTo>
                  <a:lnTo>
                    <a:pt x="8729" y="1667"/>
                  </a:lnTo>
                  <a:lnTo>
                    <a:pt x="8713" y="1659"/>
                  </a:lnTo>
                  <a:lnTo>
                    <a:pt x="8631" y="1644"/>
                  </a:lnTo>
                  <a:lnTo>
                    <a:pt x="8600" y="1629"/>
                  </a:lnTo>
                  <a:lnTo>
                    <a:pt x="8476" y="1621"/>
                  </a:lnTo>
                  <a:lnTo>
                    <a:pt x="8228" y="1591"/>
                  </a:lnTo>
                  <a:lnTo>
                    <a:pt x="7897" y="1629"/>
                  </a:lnTo>
                  <a:lnTo>
                    <a:pt x="7587" y="1682"/>
                  </a:lnTo>
                  <a:lnTo>
                    <a:pt x="7288" y="1751"/>
                  </a:lnTo>
                  <a:lnTo>
                    <a:pt x="6993" y="1827"/>
                  </a:lnTo>
                  <a:lnTo>
                    <a:pt x="6952" y="1842"/>
                  </a:lnTo>
                  <a:lnTo>
                    <a:pt x="6668" y="1941"/>
                  </a:lnTo>
                  <a:lnTo>
                    <a:pt x="6374" y="2063"/>
                  </a:lnTo>
                  <a:lnTo>
                    <a:pt x="6084" y="2192"/>
                  </a:lnTo>
                  <a:lnTo>
                    <a:pt x="5780" y="2337"/>
                  </a:lnTo>
                  <a:lnTo>
                    <a:pt x="5614" y="2443"/>
                  </a:lnTo>
                  <a:lnTo>
                    <a:pt x="5444" y="2542"/>
                  </a:lnTo>
                  <a:lnTo>
                    <a:pt x="5284" y="2664"/>
                  </a:lnTo>
                  <a:lnTo>
                    <a:pt x="5144" y="2793"/>
                  </a:lnTo>
                  <a:lnTo>
                    <a:pt x="5108" y="2831"/>
                  </a:lnTo>
                  <a:lnTo>
                    <a:pt x="5031" y="2938"/>
                  </a:lnTo>
                  <a:lnTo>
                    <a:pt x="4948" y="3052"/>
                  </a:lnTo>
                  <a:lnTo>
                    <a:pt x="4912" y="3105"/>
                  </a:lnTo>
                  <a:lnTo>
                    <a:pt x="4896" y="3121"/>
                  </a:lnTo>
                  <a:lnTo>
                    <a:pt x="4871" y="3128"/>
                  </a:lnTo>
                  <a:lnTo>
                    <a:pt x="4860" y="3128"/>
                  </a:lnTo>
                  <a:lnTo>
                    <a:pt x="4845" y="3090"/>
                  </a:lnTo>
                  <a:lnTo>
                    <a:pt x="4819" y="3067"/>
                  </a:lnTo>
                  <a:lnTo>
                    <a:pt x="4783" y="3029"/>
                  </a:lnTo>
                  <a:lnTo>
                    <a:pt x="4597" y="2923"/>
                  </a:lnTo>
                  <a:lnTo>
                    <a:pt x="4411" y="2808"/>
                  </a:lnTo>
                  <a:lnTo>
                    <a:pt x="4235" y="2687"/>
                  </a:lnTo>
                  <a:lnTo>
                    <a:pt x="4049" y="2573"/>
                  </a:lnTo>
                  <a:lnTo>
                    <a:pt x="3471" y="2268"/>
                  </a:lnTo>
                  <a:lnTo>
                    <a:pt x="2898" y="1986"/>
                  </a:lnTo>
                  <a:lnTo>
                    <a:pt x="2603" y="1865"/>
                  </a:lnTo>
                  <a:lnTo>
                    <a:pt x="2314" y="1751"/>
                  </a:lnTo>
                  <a:lnTo>
                    <a:pt x="2278" y="1735"/>
                  </a:lnTo>
                  <a:lnTo>
                    <a:pt x="1968" y="1659"/>
                  </a:lnTo>
                  <a:lnTo>
                    <a:pt x="1658" y="1591"/>
                  </a:lnTo>
                  <a:lnTo>
                    <a:pt x="1622" y="1606"/>
                  </a:lnTo>
                  <a:lnTo>
                    <a:pt x="1446" y="1697"/>
                  </a:lnTo>
                  <a:lnTo>
                    <a:pt x="1291" y="1789"/>
                  </a:lnTo>
                  <a:lnTo>
                    <a:pt x="1141" y="1895"/>
                  </a:lnTo>
                  <a:lnTo>
                    <a:pt x="981" y="1994"/>
                  </a:lnTo>
                  <a:lnTo>
                    <a:pt x="806" y="2101"/>
                  </a:lnTo>
                  <a:lnTo>
                    <a:pt x="728" y="2154"/>
                  </a:lnTo>
                  <a:lnTo>
                    <a:pt x="692" y="2192"/>
                  </a:lnTo>
                  <a:lnTo>
                    <a:pt x="666" y="2215"/>
                  </a:lnTo>
                  <a:lnTo>
                    <a:pt x="640" y="2268"/>
                  </a:lnTo>
                  <a:lnTo>
                    <a:pt x="620" y="2321"/>
                  </a:lnTo>
                  <a:lnTo>
                    <a:pt x="594" y="2428"/>
                  </a:lnTo>
                  <a:lnTo>
                    <a:pt x="584" y="2489"/>
                  </a:lnTo>
                  <a:lnTo>
                    <a:pt x="578" y="2595"/>
                  </a:lnTo>
                  <a:lnTo>
                    <a:pt x="568" y="2831"/>
                  </a:lnTo>
                  <a:lnTo>
                    <a:pt x="578" y="3052"/>
                  </a:lnTo>
                  <a:lnTo>
                    <a:pt x="568" y="3288"/>
                  </a:lnTo>
                  <a:lnTo>
                    <a:pt x="578" y="3349"/>
                  </a:lnTo>
                  <a:lnTo>
                    <a:pt x="640" y="3615"/>
                  </a:lnTo>
                  <a:lnTo>
                    <a:pt x="708" y="3874"/>
                  </a:lnTo>
                  <a:lnTo>
                    <a:pt x="770" y="4148"/>
                  </a:lnTo>
                  <a:lnTo>
                    <a:pt x="816" y="4422"/>
                  </a:lnTo>
                  <a:lnTo>
                    <a:pt x="826" y="4437"/>
                  </a:lnTo>
                  <a:lnTo>
                    <a:pt x="842" y="4498"/>
                  </a:lnTo>
                  <a:lnTo>
                    <a:pt x="868" y="4582"/>
                  </a:lnTo>
                  <a:lnTo>
                    <a:pt x="894" y="4673"/>
                  </a:lnTo>
                  <a:lnTo>
                    <a:pt x="966" y="4894"/>
                  </a:lnTo>
                  <a:lnTo>
                    <a:pt x="992" y="5008"/>
                  </a:lnTo>
                  <a:lnTo>
                    <a:pt x="1018" y="5099"/>
                  </a:lnTo>
                  <a:lnTo>
                    <a:pt x="1100" y="5411"/>
                  </a:lnTo>
                  <a:lnTo>
                    <a:pt x="1162" y="5723"/>
                  </a:lnTo>
                  <a:lnTo>
                    <a:pt x="1188" y="5777"/>
                  </a:lnTo>
                  <a:lnTo>
                    <a:pt x="1198" y="5792"/>
                  </a:lnTo>
                  <a:lnTo>
                    <a:pt x="1224" y="5845"/>
                  </a:lnTo>
                  <a:lnTo>
                    <a:pt x="1451" y="6180"/>
                  </a:lnTo>
                  <a:lnTo>
                    <a:pt x="1477" y="6226"/>
                  </a:lnTo>
                  <a:lnTo>
                    <a:pt x="1348" y="6325"/>
                  </a:lnTo>
                  <a:lnTo>
                    <a:pt x="1043" y="6545"/>
                  </a:lnTo>
                  <a:lnTo>
                    <a:pt x="904" y="6652"/>
                  </a:lnTo>
                  <a:lnTo>
                    <a:pt x="764" y="6774"/>
                  </a:lnTo>
                  <a:lnTo>
                    <a:pt x="728" y="6812"/>
                  </a:lnTo>
                  <a:lnTo>
                    <a:pt x="609" y="6941"/>
                  </a:lnTo>
                  <a:lnTo>
                    <a:pt x="506" y="7086"/>
                  </a:lnTo>
                  <a:lnTo>
                    <a:pt x="408" y="7177"/>
                  </a:lnTo>
                  <a:lnTo>
                    <a:pt x="300" y="7276"/>
                  </a:lnTo>
                  <a:lnTo>
                    <a:pt x="269" y="7307"/>
                  </a:lnTo>
                  <a:lnTo>
                    <a:pt x="176" y="7436"/>
                  </a:lnTo>
                  <a:lnTo>
                    <a:pt x="134" y="7512"/>
                  </a:lnTo>
                  <a:lnTo>
                    <a:pt x="114" y="7565"/>
                  </a:lnTo>
                  <a:lnTo>
                    <a:pt x="83" y="7657"/>
                  </a:lnTo>
                  <a:lnTo>
                    <a:pt x="72" y="7710"/>
                  </a:lnTo>
                  <a:lnTo>
                    <a:pt x="83" y="7778"/>
                  </a:lnTo>
                  <a:lnTo>
                    <a:pt x="124" y="7915"/>
                  </a:lnTo>
                  <a:lnTo>
                    <a:pt x="170" y="8060"/>
                  </a:lnTo>
                  <a:lnTo>
                    <a:pt x="232" y="8364"/>
                  </a:lnTo>
                  <a:lnTo>
                    <a:pt x="300" y="8661"/>
                  </a:lnTo>
                  <a:lnTo>
                    <a:pt x="336" y="8806"/>
                  </a:lnTo>
                  <a:lnTo>
                    <a:pt x="382" y="8958"/>
                  </a:lnTo>
                  <a:lnTo>
                    <a:pt x="630" y="9643"/>
                  </a:lnTo>
                  <a:lnTo>
                    <a:pt x="754" y="9978"/>
                  </a:lnTo>
                  <a:lnTo>
                    <a:pt x="868" y="10328"/>
                  </a:lnTo>
                  <a:lnTo>
                    <a:pt x="894" y="10381"/>
                  </a:lnTo>
                  <a:lnTo>
                    <a:pt x="1136" y="10724"/>
                  </a:lnTo>
                  <a:lnTo>
                    <a:pt x="1384" y="11059"/>
                  </a:lnTo>
                  <a:lnTo>
                    <a:pt x="1436" y="11112"/>
                  </a:lnTo>
                  <a:lnTo>
                    <a:pt x="1472" y="11150"/>
                  </a:lnTo>
                  <a:lnTo>
                    <a:pt x="1488" y="11165"/>
                  </a:lnTo>
                  <a:lnTo>
                    <a:pt x="1477" y="11181"/>
                  </a:lnTo>
                  <a:lnTo>
                    <a:pt x="1426" y="11287"/>
                  </a:lnTo>
                  <a:lnTo>
                    <a:pt x="1400" y="11348"/>
                  </a:lnTo>
                  <a:lnTo>
                    <a:pt x="1374" y="11416"/>
                  </a:lnTo>
                  <a:lnTo>
                    <a:pt x="1348" y="11439"/>
                  </a:lnTo>
                  <a:lnTo>
                    <a:pt x="1312" y="11470"/>
                  </a:lnTo>
                  <a:lnTo>
                    <a:pt x="1250" y="11546"/>
                  </a:lnTo>
                  <a:lnTo>
                    <a:pt x="1136" y="11698"/>
                  </a:lnTo>
                  <a:lnTo>
                    <a:pt x="1018" y="11843"/>
                  </a:lnTo>
                  <a:lnTo>
                    <a:pt x="966" y="11911"/>
                  </a:lnTo>
                  <a:lnTo>
                    <a:pt x="930" y="11934"/>
                  </a:lnTo>
                  <a:lnTo>
                    <a:pt x="754" y="12079"/>
                  </a:lnTo>
                  <a:lnTo>
                    <a:pt x="609" y="12200"/>
                  </a:lnTo>
                  <a:lnTo>
                    <a:pt x="578" y="12238"/>
                  </a:lnTo>
                  <a:lnTo>
                    <a:pt x="444" y="12383"/>
                  </a:lnTo>
                  <a:lnTo>
                    <a:pt x="372" y="12459"/>
                  </a:lnTo>
                  <a:lnTo>
                    <a:pt x="310" y="12551"/>
                  </a:lnTo>
                  <a:lnTo>
                    <a:pt x="238" y="12627"/>
                  </a:lnTo>
                  <a:lnTo>
                    <a:pt x="212" y="12657"/>
                  </a:lnTo>
                  <a:lnTo>
                    <a:pt x="150" y="12703"/>
                  </a:lnTo>
                  <a:lnTo>
                    <a:pt x="114" y="12748"/>
                  </a:lnTo>
                  <a:lnTo>
                    <a:pt x="72" y="12786"/>
                  </a:lnTo>
                  <a:lnTo>
                    <a:pt x="36" y="12840"/>
                  </a:lnTo>
                  <a:lnTo>
                    <a:pt x="10" y="12885"/>
                  </a:lnTo>
                  <a:lnTo>
                    <a:pt x="10" y="12954"/>
                  </a:lnTo>
                  <a:lnTo>
                    <a:pt x="0" y="13022"/>
                  </a:lnTo>
                  <a:lnTo>
                    <a:pt x="10" y="13068"/>
                  </a:lnTo>
                  <a:lnTo>
                    <a:pt x="26" y="13159"/>
                  </a:lnTo>
                  <a:lnTo>
                    <a:pt x="52" y="13213"/>
                  </a:lnTo>
                  <a:lnTo>
                    <a:pt x="72" y="13266"/>
                  </a:lnTo>
                  <a:lnTo>
                    <a:pt x="108" y="13334"/>
                  </a:lnTo>
                  <a:lnTo>
                    <a:pt x="145" y="13357"/>
                  </a:lnTo>
                  <a:lnTo>
                    <a:pt x="150" y="13373"/>
                  </a:lnTo>
                  <a:lnTo>
                    <a:pt x="170" y="13388"/>
                  </a:lnTo>
                  <a:lnTo>
                    <a:pt x="207" y="13426"/>
                  </a:lnTo>
                  <a:lnTo>
                    <a:pt x="248" y="13449"/>
                  </a:lnTo>
                  <a:lnTo>
                    <a:pt x="346" y="13525"/>
                  </a:lnTo>
                  <a:lnTo>
                    <a:pt x="444" y="13578"/>
                  </a:lnTo>
                  <a:lnTo>
                    <a:pt x="558" y="13647"/>
                  </a:lnTo>
                  <a:lnTo>
                    <a:pt x="682" y="13700"/>
                  </a:lnTo>
                  <a:lnTo>
                    <a:pt x="878" y="13814"/>
                  </a:lnTo>
                  <a:lnTo>
                    <a:pt x="1074" y="13921"/>
                  </a:lnTo>
                  <a:lnTo>
                    <a:pt x="1265" y="14012"/>
                  </a:lnTo>
                  <a:lnTo>
                    <a:pt x="1472" y="14103"/>
                  </a:lnTo>
                  <a:lnTo>
                    <a:pt x="1508" y="14111"/>
                  </a:lnTo>
                  <a:lnTo>
                    <a:pt x="1513" y="14111"/>
                  </a:lnTo>
                  <a:lnTo>
                    <a:pt x="1534" y="14126"/>
                  </a:lnTo>
                  <a:lnTo>
                    <a:pt x="1570" y="14126"/>
                  </a:lnTo>
                  <a:lnTo>
                    <a:pt x="1611" y="14141"/>
                  </a:lnTo>
                  <a:lnTo>
                    <a:pt x="1663" y="14156"/>
                  </a:lnTo>
                  <a:lnTo>
                    <a:pt x="1720" y="14164"/>
                  </a:lnTo>
                  <a:lnTo>
                    <a:pt x="1859" y="14195"/>
                  </a:lnTo>
                  <a:lnTo>
                    <a:pt x="2009" y="14217"/>
                  </a:lnTo>
                  <a:lnTo>
                    <a:pt x="2159" y="14248"/>
                  </a:lnTo>
                  <a:lnTo>
                    <a:pt x="2314" y="14271"/>
                  </a:lnTo>
                  <a:lnTo>
                    <a:pt x="2438" y="14286"/>
                  </a:lnTo>
                  <a:lnTo>
                    <a:pt x="2737" y="14324"/>
                  </a:lnTo>
                  <a:lnTo>
                    <a:pt x="3022" y="14347"/>
                  </a:lnTo>
                  <a:lnTo>
                    <a:pt x="3569" y="14377"/>
                  </a:lnTo>
                  <a:lnTo>
                    <a:pt x="3843" y="14377"/>
                  </a:lnTo>
                  <a:lnTo>
                    <a:pt x="4137" y="14385"/>
                  </a:lnTo>
                  <a:lnTo>
                    <a:pt x="4447" y="14385"/>
                  </a:lnTo>
                  <a:lnTo>
                    <a:pt x="4612" y="14400"/>
                  </a:lnTo>
                  <a:lnTo>
                    <a:pt x="4623" y="14400"/>
                  </a:lnTo>
                  <a:lnTo>
                    <a:pt x="4550" y="14567"/>
                  </a:lnTo>
                  <a:lnTo>
                    <a:pt x="4499" y="14765"/>
                  </a:lnTo>
                  <a:lnTo>
                    <a:pt x="4447" y="14978"/>
                  </a:lnTo>
                  <a:lnTo>
                    <a:pt x="4437" y="15024"/>
                  </a:lnTo>
                  <a:lnTo>
                    <a:pt x="4447" y="15093"/>
                  </a:lnTo>
                  <a:lnTo>
                    <a:pt x="4452" y="15108"/>
                  </a:lnTo>
                  <a:lnTo>
                    <a:pt x="4478" y="15260"/>
                  </a:lnTo>
                  <a:lnTo>
                    <a:pt x="4509" y="15382"/>
                  </a:lnTo>
                  <a:lnTo>
                    <a:pt x="4571" y="15618"/>
                  </a:lnTo>
                  <a:lnTo>
                    <a:pt x="4602" y="15732"/>
                  </a:lnTo>
                  <a:lnTo>
                    <a:pt x="4638" y="15838"/>
                  </a:lnTo>
                  <a:lnTo>
                    <a:pt x="4798" y="15618"/>
                  </a:lnTo>
                  <a:close/>
                </a:path>
              </a:pathLst>
            </a:custGeom>
            <a:solidFill>
              <a:srgbClr val="80808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1" name="Freeform 12"/>
            <p:cNvSpPr/>
            <p:nvPr/>
          </p:nvSpPr>
          <p:spPr>
            <a:xfrm>
              <a:off x="1173162" y="2287587"/>
              <a:ext cx="654051" cy="9969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0" y="0"/>
                  </a:moveTo>
                  <a:lnTo>
                    <a:pt x="0" y="0"/>
                  </a:lnTo>
                  <a:lnTo>
                    <a:pt x="0" y="21256"/>
                  </a:lnTo>
                  <a:lnTo>
                    <a:pt x="52" y="21393"/>
                  </a:lnTo>
                  <a:lnTo>
                    <a:pt x="183" y="21514"/>
                  </a:lnTo>
                  <a:lnTo>
                    <a:pt x="367" y="21583"/>
                  </a:lnTo>
                  <a:lnTo>
                    <a:pt x="550" y="21600"/>
                  </a:lnTo>
                  <a:lnTo>
                    <a:pt x="21600" y="21600"/>
                  </a:lnTo>
                  <a:lnTo>
                    <a:pt x="21600" y="20894"/>
                  </a:lnTo>
                  <a:lnTo>
                    <a:pt x="1100" y="20894"/>
                  </a:lnTo>
                  <a:lnTo>
                    <a:pt x="110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2" name="Freeform 13"/>
            <p:cNvSpPr/>
            <p:nvPr/>
          </p:nvSpPr>
          <p:spPr>
            <a:xfrm>
              <a:off x="1825625" y="3194050"/>
              <a:ext cx="147638" cy="1492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742"/>
                  </a:lnTo>
                  <a:lnTo>
                    <a:pt x="0"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3" name="Freeform 14"/>
            <p:cNvSpPr/>
            <p:nvPr/>
          </p:nvSpPr>
          <p:spPr>
            <a:xfrm>
              <a:off x="5041900" y="2433637"/>
              <a:ext cx="735014" cy="850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0773"/>
                  </a:moveTo>
                  <a:lnTo>
                    <a:pt x="0" y="21600"/>
                  </a:lnTo>
                  <a:lnTo>
                    <a:pt x="21110" y="21600"/>
                  </a:lnTo>
                  <a:lnTo>
                    <a:pt x="21320" y="21580"/>
                  </a:lnTo>
                  <a:lnTo>
                    <a:pt x="21483" y="21499"/>
                  </a:lnTo>
                  <a:lnTo>
                    <a:pt x="21553" y="21358"/>
                  </a:lnTo>
                  <a:lnTo>
                    <a:pt x="21600" y="21197"/>
                  </a:lnTo>
                  <a:lnTo>
                    <a:pt x="21600" y="0"/>
                  </a:lnTo>
                  <a:lnTo>
                    <a:pt x="20644" y="0"/>
                  </a:lnTo>
                  <a:lnTo>
                    <a:pt x="20644" y="20773"/>
                  </a:lnTo>
                  <a:lnTo>
                    <a:pt x="0" y="207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4" name="Freeform 15"/>
            <p:cNvSpPr/>
            <p:nvPr/>
          </p:nvSpPr>
          <p:spPr>
            <a:xfrm>
              <a:off x="5686425" y="2287587"/>
              <a:ext cx="149226" cy="1492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0684" y="0"/>
                  </a:lnTo>
                  <a:lnTo>
                    <a:pt x="0" y="21600"/>
                  </a:lnTo>
                  <a:lnTo>
                    <a:pt x="2160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5" name="Freeform 16"/>
            <p:cNvSpPr/>
            <p:nvPr/>
          </p:nvSpPr>
          <p:spPr>
            <a:xfrm>
              <a:off x="2230437" y="2871787"/>
              <a:ext cx="333376" cy="334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5" y="21139"/>
                  </a:moveTo>
                  <a:lnTo>
                    <a:pt x="0" y="21344"/>
                  </a:lnTo>
                  <a:lnTo>
                    <a:pt x="0" y="21395"/>
                  </a:lnTo>
                  <a:lnTo>
                    <a:pt x="205" y="21600"/>
                  </a:lnTo>
                  <a:lnTo>
                    <a:pt x="461" y="21600"/>
                  </a:lnTo>
                  <a:lnTo>
                    <a:pt x="21498" y="512"/>
                  </a:lnTo>
                  <a:lnTo>
                    <a:pt x="21600" y="461"/>
                  </a:lnTo>
                  <a:lnTo>
                    <a:pt x="21600" y="205"/>
                  </a:lnTo>
                  <a:lnTo>
                    <a:pt x="21395" y="0"/>
                  </a:lnTo>
                  <a:lnTo>
                    <a:pt x="21344" y="0"/>
                  </a:lnTo>
                  <a:lnTo>
                    <a:pt x="205" y="21139"/>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6" name="Freeform 17"/>
            <p:cNvSpPr/>
            <p:nvPr/>
          </p:nvSpPr>
          <p:spPr>
            <a:xfrm>
              <a:off x="2752725" y="2741612"/>
              <a:ext cx="595313" cy="730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3" y="19252"/>
                  </a:moveTo>
                  <a:lnTo>
                    <a:pt x="115" y="19722"/>
                  </a:lnTo>
                  <a:lnTo>
                    <a:pt x="58" y="19957"/>
                  </a:lnTo>
                  <a:lnTo>
                    <a:pt x="0" y="20426"/>
                  </a:lnTo>
                  <a:lnTo>
                    <a:pt x="0" y="20896"/>
                  </a:lnTo>
                  <a:lnTo>
                    <a:pt x="58" y="21130"/>
                  </a:lnTo>
                  <a:lnTo>
                    <a:pt x="115" y="21600"/>
                  </a:lnTo>
                  <a:lnTo>
                    <a:pt x="201" y="21600"/>
                  </a:lnTo>
                  <a:lnTo>
                    <a:pt x="21514" y="2348"/>
                  </a:lnTo>
                  <a:lnTo>
                    <a:pt x="21542" y="2348"/>
                  </a:lnTo>
                  <a:lnTo>
                    <a:pt x="21600" y="1878"/>
                  </a:lnTo>
                  <a:lnTo>
                    <a:pt x="21600" y="704"/>
                  </a:lnTo>
                  <a:lnTo>
                    <a:pt x="21514" y="0"/>
                  </a:lnTo>
                  <a:lnTo>
                    <a:pt x="21456" y="0"/>
                  </a:lnTo>
                  <a:lnTo>
                    <a:pt x="173" y="19252"/>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7" name="Freeform 18"/>
            <p:cNvSpPr/>
            <p:nvPr/>
          </p:nvSpPr>
          <p:spPr>
            <a:xfrm>
              <a:off x="3535362" y="3261518"/>
              <a:ext cx="1249364"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 y="0"/>
                  </a:moveTo>
                  <a:lnTo>
                    <a:pt x="69" y="0"/>
                  </a:lnTo>
                  <a:lnTo>
                    <a:pt x="41" y="2160"/>
                  </a:lnTo>
                  <a:lnTo>
                    <a:pt x="14" y="6480"/>
                  </a:lnTo>
                  <a:lnTo>
                    <a:pt x="0" y="10800"/>
                  </a:lnTo>
                  <a:lnTo>
                    <a:pt x="0" y="15120"/>
                  </a:lnTo>
                  <a:lnTo>
                    <a:pt x="41" y="21600"/>
                  </a:lnTo>
                  <a:lnTo>
                    <a:pt x="21573" y="21600"/>
                  </a:lnTo>
                  <a:lnTo>
                    <a:pt x="21600" y="17280"/>
                  </a:lnTo>
                  <a:lnTo>
                    <a:pt x="21600" y="6480"/>
                  </a:lnTo>
                  <a:lnTo>
                    <a:pt x="21559" y="0"/>
                  </a:lnTo>
                  <a:lnTo>
                    <a:pt x="9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8" name="Freeform 19"/>
            <p:cNvSpPr/>
            <p:nvPr/>
          </p:nvSpPr>
          <p:spPr>
            <a:xfrm>
              <a:off x="3402806" y="2871787"/>
              <a:ext cx="12701" cy="400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00"/>
                  </a:moveTo>
                  <a:lnTo>
                    <a:pt x="21600" y="171"/>
                  </a:lnTo>
                  <a:lnTo>
                    <a:pt x="19440" y="86"/>
                  </a:lnTo>
                  <a:lnTo>
                    <a:pt x="15120" y="0"/>
                  </a:lnTo>
                  <a:lnTo>
                    <a:pt x="10800" y="0"/>
                  </a:lnTo>
                  <a:lnTo>
                    <a:pt x="8640" y="86"/>
                  </a:lnTo>
                  <a:lnTo>
                    <a:pt x="4320" y="171"/>
                  </a:lnTo>
                  <a:lnTo>
                    <a:pt x="0" y="214"/>
                  </a:lnTo>
                  <a:lnTo>
                    <a:pt x="0" y="21471"/>
                  </a:lnTo>
                  <a:lnTo>
                    <a:pt x="4320" y="21514"/>
                  </a:lnTo>
                  <a:lnTo>
                    <a:pt x="8640" y="21600"/>
                  </a:lnTo>
                  <a:lnTo>
                    <a:pt x="19440" y="21600"/>
                  </a:lnTo>
                  <a:lnTo>
                    <a:pt x="21600" y="21514"/>
                  </a:lnTo>
                  <a:lnTo>
                    <a:pt x="21600" y="3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79" name="Freeform 20"/>
            <p:cNvSpPr/>
            <p:nvPr/>
          </p:nvSpPr>
          <p:spPr>
            <a:xfrm>
              <a:off x="3402806" y="3328987"/>
              <a:ext cx="12701" cy="400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00"/>
                  </a:moveTo>
                  <a:lnTo>
                    <a:pt x="21600" y="129"/>
                  </a:lnTo>
                  <a:lnTo>
                    <a:pt x="15120" y="0"/>
                  </a:lnTo>
                  <a:lnTo>
                    <a:pt x="10800" y="0"/>
                  </a:lnTo>
                  <a:lnTo>
                    <a:pt x="8640" y="86"/>
                  </a:lnTo>
                  <a:lnTo>
                    <a:pt x="4320" y="129"/>
                  </a:lnTo>
                  <a:lnTo>
                    <a:pt x="0" y="214"/>
                  </a:lnTo>
                  <a:lnTo>
                    <a:pt x="0" y="21429"/>
                  </a:lnTo>
                  <a:lnTo>
                    <a:pt x="8640" y="21600"/>
                  </a:lnTo>
                  <a:lnTo>
                    <a:pt x="19440" y="21600"/>
                  </a:lnTo>
                  <a:lnTo>
                    <a:pt x="21600" y="21514"/>
                  </a:lnTo>
                  <a:lnTo>
                    <a:pt x="21600" y="3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0" name="Freeform 21"/>
            <p:cNvSpPr/>
            <p:nvPr/>
          </p:nvSpPr>
          <p:spPr>
            <a:xfrm>
              <a:off x="3535362" y="2806700"/>
              <a:ext cx="1249364" cy="4651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 y="0"/>
                  </a:moveTo>
                  <a:lnTo>
                    <a:pt x="69" y="0"/>
                  </a:lnTo>
                  <a:lnTo>
                    <a:pt x="41" y="74"/>
                  </a:lnTo>
                  <a:lnTo>
                    <a:pt x="14" y="111"/>
                  </a:lnTo>
                  <a:lnTo>
                    <a:pt x="0" y="184"/>
                  </a:lnTo>
                  <a:lnTo>
                    <a:pt x="0" y="258"/>
                  </a:lnTo>
                  <a:lnTo>
                    <a:pt x="41" y="369"/>
                  </a:lnTo>
                  <a:lnTo>
                    <a:pt x="69" y="369"/>
                  </a:lnTo>
                  <a:lnTo>
                    <a:pt x="21531" y="21600"/>
                  </a:lnTo>
                  <a:lnTo>
                    <a:pt x="21573" y="21600"/>
                  </a:lnTo>
                  <a:lnTo>
                    <a:pt x="21600" y="21526"/>
                  </a:lnTo>
                  <a:lnTo>
                    <a:pt x="21600" y="21342"/>
                  </a:lnTo>
                  <a:lnTo>
                    <a:pt x="21559" y="21231"/>
                  </a:lnTo>
                  <a:lnTo>
                    <a:pt x="96"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1" name="Freeform 22"/>
            <p:cNvSpPr/>
            <p:nvPr/>
          </p:nvSpPr>
          <p:spPr>
            <a:xfrm>
              <a:off x="2230437" y="3328987"/>
              <a:ext cx="1247776" cy="4651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1" y="21600"/>
                  </a:moveTo>
                  <a:lnTo>
                    <a:pt x="21573" y="21600"/>
                  </a:lnTo>
                  <a:lnTo>
                    <a:pt x="21600" y="21526"/>
                  </a:lnTo>
                  <a:lnTo>
                    <a:pt x="21600" y="21342"/>
                  </a:lnTo>
                  <a:lnTo>
                    <a:pt x="21573" y="21305"/>
                  </a:lnTo>
                  <a:lnTo>
                    <a:pt x="21545" y="21231"/>
                  </a:lnTo>
                  <a:lnTo>
                    <a:pt x="96" y="0"/>
                  </a:lnTo>
                  <a:lnTo>
                    <a:pt x="69" y="0"/>
                  </a:lnTo>
                  <a:lnTo>
                    <a:pt x="55" y="74"/>
                  </a:lnTo>
                  <a:lnTo>
                    <a:pt x="27" y="111"/>
                  </a:lnTo>
                  <a:lnTo>
                    <a:pt x="0" y="184"/>
                  </a:lnTo>
                  <a:lnTo>
                    <a:pt x="0" y="258"/>
                  </a:lnTo>
                  <a:lnTo>
                    <a:pt x="27" y="332"/>
                  </a:lnTo>
                  <a:lnTo>
                    <a:pt x="55" y="369"/>
                  </a:lnTo>
                  <a:lnTo>
                    <a:pt x="69" y="369"/>
                  </a:lnTo>
                  <a:lnTo>
                    <a:pt x="21531"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2" name="Oval 23"/>
            <p:cNvSpPr/>
            <p:nvPr/>
          </p:nvSpPr>
          <p:spPr>
            <a:xfrm>
              <a:off x="3230562" y="2630487"/>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3" name="Oval 24"/>
            <p:cNvSpPr/>
            <p:nvPr/>
          </p:nvSpPr>
          <p:spPr>
            <a:xfrm>
              <a:off x="3213100" y="2614612"/>
              <a:ext cx="392113"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4" name="Oval 25"/>
            <p:cNvSpPr/>
            <p:nvPr/>
          </p:nvSpPr>
          <p:spPr>
            <a:xfrm>
              <a:off x="3230562" y="3087687"/>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5" name="Oval 26"/>
            <p:cNvSpPr/>
            <p:nvPr/>
          </p:nvSpPr>
          <p:spPr>
            <a:xfrm>
              <a:off x="3213100" y="3071812"/>
              <a:ext cx="392113"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6" name="Oval 27"/>
            <p:cNvSpPr/>
            <p:nvPr/>
          </p:nvSpPr>
          <p:spPr>
            <a:xfrm>
              <a:off x="3230562" y="3609975"/>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7" name="Oval 28"/>
            <p:cNvSpPr/>
            <p:nvPr/>
          </p:nvSpPr>
          <p:spPr>
            <a:xfrm>
              <a:off x="3213100" y="3594100"/>
              <a:ext cx="392113"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8" name="Oval 29"/>
            <p:cNvSpPr/>
            <p:nvPr/>
          </p:nvSpPr>
          <p:spPr>
            <a:xfrm>
              <a:off x="4667250" y="3087687"/>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89" name="Oval 30"/>
            <p:cNvSpPr/>
            <p:nvPr/>
          </p:nvSpPr>
          <p:spPr>
            <a:xfrm>
              <a:off x="4649787" y="3071812"/>
              <a:ext cx="392113"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0" name="Oval 31"/>
            <p:cNvSpPr/>
            <p:nvPr/>
          </p:nvSpPr>
          <p:spPr>
            <a:xfrm>
              <a:off x="1989137" y="3087687"/>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1" name="Oval 32"/>
            <p:cNvSpPr/>
            <p:nvPr/>
          </p:nvSpPr>
          <p:spPr>
            <a:xfrm>
              <a:off x="1971675" y="3071812"/>
              <a:ext cx="393701"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2" name="Oval 33"/>
            <p:cNvSpPr/>
            <p:nvPr/>
          </p:nvSpPr>
          <p:spPr>
            <a:xfrm>
              <a:off x="2511425" y="2630487"/>
              <a:ext cx="358777" cy="360363"/>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3" name="Oval 34"/>
            <p:cNvSpPr/>
            <p:nvPr/>
          </p:nvSpPr>
          <p:spPr>
            <a:xfrm>
              <a:off x="2493962" y="2614612"/>
              <a:ext cx="393701" cy="39211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4" name="Rectangle 35"/>
            <p:cNvSpPr/>
            <p:nvPr/>
          </p:nvSpPr>
          <p:spPr>
            <a:xfrm>
              <a:off x="2782887" y="2365375"/>
              <a:ext cx="914401" cy="261938"/>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5" name="Rectangle 36"/>
            <p:cNvSpPr txBox="1"/>
            <p:nvPr/>
          </p:nvSpPr>
          <p:spPr>
            <a:xfrm>
              <a:off x="2862262" y="2405062"/>
              <a:ext cx="133792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solidFill>
                    <a:srgbClr val="000099"/>
                  </a:solidFill>
                  <a:latin typeface="Comic Sans MS"/>
                  <a:ea typeface="Comic Sans MS"/>
                  <a:cs typeface="Comic Sans MS"/>
                  <a:sym typeface="Comic Sans MS"/>
                </a:defRPr>
              </a:lvl1pPr>
            </a:lstStyle>
            <a:p>
              <a:pPr/>
              <a:r>
                <a:t>Network Layer</a:t>
              </a:r>
            </a:p>
          </p:txBody>
        </p:sp>
        <p:sp>
          <p:nvSpPr>
            <p:cNvPr id="1396" name="Rectangle 37"/>
            <p:cNvSpPr/>
            <p:nvPr/>
          </p:nvSpPr>
          <p:spPr>
            <a:xfrm>
              <a:off x="4324350" y="3594100"/>
              <a:ext cx="912813" cy="261938"/>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7" name="Rectangle 38"/>
            <p:cNvSpPr txBox="1"/>
            <p:nvPr/>
          </p:nvSpPr>
          <p:spPr>
            <a:xfrm>
              <a:off x="4402137" y="3633787"/>
              <a:ext cx="927994"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solidFill>
                    <a:srgbClr val="000099"/>
                  </a:solidFill>
                  <a:latin typeface="Comic Sans MS"/>
                  <a:ea typeface="Comic Sans MS"/>
                  <a:cs typeface="Comic Sans MS"/>
                  <a:sym typeface="Comic Sans MS"/>
                </a:defRPr>
              </a:lvl1pPr>
            </a:lstStyle>
            <a:p>
              <a:pPr/>
              <a:r>
                <a:t>Link Layer</a:t>
              </a:r>
            </a:p>
          </p:txBody>
        </p:sp>
        <p:sp>
          <p:nvSpPr>
            <p:cNvPr id="1398" name="Freeform 39"/>
            <p:cNvSpPr/>
            <p:nvPr/>
          </p:nvSpPr>
          <p:spPr>
            <a:xfrm>
              <a:off x="3844925" y="3338512"/>
              <a:ext cx="554038" cy="400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56" y="21600"/>
                  </a:moveTo>
                  <a:lnTo>
                    <a:pt x="21600" y="20186"/>
                  </a:lnTo>
                  <a:lnTo>
                    <a:pt x="744" y="0"/>
                  </a:lnTo>
                  <a:lnTo>
                    <a:pt x="0" y="1414"/>
                  </a:lnTo>
                  <a:lnTo>
                    <a:pt x="20856" y="21600"/>
                  </a:lnTo>
                  <a:close/>
                </a:path>
              </a:pathLst>
            </a:custGeom>
            <a:solidFill>
              <a:srgbClr val="000099"/>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399" name="Freeform 40"/>
            <p:cNvSpPr/>
            <p:nvPr/>
          </p:nvSpPr>
          <p:spPr>
            <a:xfrm>
              <a:off x="3735387" y="3267075"/>
              <a:ext cx="163514" cy="1460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777"/>
                  </a:moveTo>
                  <a:lnTo>
                    <a:pt x="0" y="0"/>
                  </a:lnTo>
                  <a:lnTo>
                    <a:pt x="10431" y="21600"/>
                  </a:lnTo>
                  <a:lnTo>
                    <a:pt x="21600" y="3777"/>
                  </a:lnTo>
                  <a:close/>
                </a:path>
              </a:pathLst>
            </a:custGeom>
            <a:solidFill>
              <a:srgbClr val="000099"/>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0" name="Rectangle 41"/>
            <p:cNvSpPr/>
            <p:nvPr/>
          </p:nvSpPr>
          <p:spPr>
            <a:xfrm>
              <a:off x="4849812" y="333374"/>
              <a:ext cx="1820863" cy="2211389"/>
            </a:xfrm>
            <a:prstGeom prst="rect">
              <a:avLst/>
            </a:prstGeom>
            <a:solidFill>
              <a:srgbClr val="B2B2B2"/>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1" name="Rectangle 42"/>
            <p:cNvSpPr/>
            <p:nvPr/>
          </p:nvSpPr>
          <p:spPr>
            <a:xfrm>
              <a:off x="4845050" y="328612"/>
              <a:ext cx="1830388" cy="2222501"/>
            </a:xfrm>
            <a:prstGeom prst="rect">
              <a:avLst/>
            </a:prstGeom>
            <a:noFill/>
            <a:ln w="7938" cap="flat">
              <a:solidFill>
                <a:srgbClr val="B2B2B2"/>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2" name="Rectangle 43"/>
            <p:cNvSpPr/>
            <p:nvPr/>
          </p:nvSpPr>
          <p:spPr>
            <a:xfrm>
              <a:off x="409574" y="398462"/>
              <a:ext cx="1820864" cy="2212976"/>
            </a:xfrm>
            <a:prstGeom prst="rect">
              <a:avLst/>
            </a:prstGeom>
            <a:solidFill>
              <a:srgbClr val="B2B2B2"/>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3" name="Rectangle 44"/>
            <p:cNvSpPr/>
            <p:nvPr/>
          </p:nvSpPr>
          <p:spPr>
            <a:xfrm>
              <a:off x="404812" y="393700"/>
              <a:ext cx="1830388" cy="2222500"/>
            </a:xfrm>
            <a:prstGeom prst="rect">
              <a:avLst/>
            </a:prstGeom>
            <a:noFill/>
            <a:ln w="7938" cap="flat">
              <a:solidFill>
                <a:srgbClr val="B2B2B2"/>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4" name="Oval 45"/>
            <p:cNvSpPr/>
            <p:nvPr/>
          </p:nvSpPr>
          <p:spPr>
            <a:xfrm>
              <a:off x="879475" y="671512"/>
              <a:ext cx="815977" cy="55562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5" name="Oval 46"/>
            <p:cNvSpPr/>
            <p:nvPr/>
          </p:nvSpPr>
          <p:spPr>
            <a:xfrm>
              <a:off x="862012" y="655637"/>
              <a:ext cx="849313" cy="58896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6" name="Rectangle 47"/>
            <p:cNvSpPr txBox="1"/>
            <p:nvPr/>
          </p:nvSpPr>
          <p:spPr>
            <a:xfrm>
              <a:off x="1030287" y="774700"/>
              <a:ext cx="460153" cy="368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Comic Sans MS"/>
                  <a:ea typeface="Comic Sans MS"/>
                  <a:cs typeface="Comic Sans MS"/>
                  <a:sym typeface="Comic Sans MS"/>
                </a:defRPr>
              </a:lvl1pPr>
            </a:lstStyle>
            <a:p>
              <a:pPr/>
              <a:r>
                <a:t>Ron</a:t>
              </a:r>
            </a:p>
          </p:txBody>
        </p:sp>
        <p:sp>
          <p:nvSpPr>
            <p:cNvPr id="1407" name="Oval 48"/>
            <p:cNvSpPr/>
            <p:nvPr/>
          </p:nvSpPr>
          <p:spPr>
            <a:xfrm>
              <a:off x="5384800" y="671512"/>
              <a:ext cx="815977" cy="55562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8" name="Oval 49"/>
            <p:cNvSpPr/>
            <p:nvPr/>
          </p:nvSpPr>
          <p:spPr>
            <a:xfrm>
              <a:off x="5367338" y="655637"/>
              <a:ext cx="850901" cy="58896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09" name="Rectangle 50"/>
            <p:cNvSpPr txBox="1"/>
            <p:nvPr/>
          </p:nvSpPr>
          <p:spPr>
            <a:xfrm>
              <a:off x="5437188" y="762000"/>
              <a:ext cx="729457" cy="368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Comic Sans MS"/>
                  <a:ea typeface="Comic Sans MS"/>
                  <a:cs typeface="Comic Sans MS"/>
                  <a:sym typeface="Comic Sans MS"/>
                </a:defRPr>
              </a:lvl1pPr>
            </a:lstStyle>
            <a:p>
              <a:pPr/>
              <a:r>
                <a:t>Leslie</a:t>
              </a:r>
            </a:p>
          </p:txBody>
        </p:sp>
        <p:sp>
          <p:nvSpPr>
            <p:cNvPr id="1410" name="Rectangle 51"/>
            <p:cNvSpPr txBox="1"/>
            <p:nvPr/>
          </p:nvSpPr>
          <p:spPr>
            <a:xfrm>
              <a:off x="157162" y="125412"/>
              <a:ext cx="2190056" cy="3061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Times New Roman"/>
                  <a:ea typeface="Times New Roman"/>
                  <a:cs typeface="Times New Roman"/>
                  <a:sym typeface="Times New Roman"/>
                </a:defRPr>
              </a:lvl1pPr>
            </a:lstStyle>
            <a:p>
              <a:pPr/>
              <a:r>
                <a:t>Leland.Stanford.edu</a:t>
              </a:r>
            </a:p>
          </p:txBody>
        </p:sp>
        <p:sp>
          <p:nvSpPr>
            <p:cNvPr id="1411" name="Rectangle 52"/>
            <p:cNvSpPr txBox="1"/>
            <p:nvPr/>
          </p:nvSpPr>
          <p:spPr>
            <a:xfrm>
              <a:off x="4638675" y="60325"/>
              <a:ext cx="915939" cy="3061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Times New Roman"/>
                  <a:ea typeface="Times New Roman"/>
                  <a:cs typeface="Times New Roman"/>
                  <a:sym typeface="Times New Roman"/>
                </a:defRPr>
              </a:lvl1pPr>
            </a:lstStyle>
            <a:p>
              <a:pPr/>
              <a:r>
                <a:t>Arachne</a:t>
              </a:r>
            </a:p>
          </p:txBody>
        </p:sp>
        <p:sp>
          <p:nvSpPr>
            <p:cNvPr id="1412" name="Rectangle 53"/>
            <p:cNvSpPr txBox="1"/>
            <p:nvPr/>
          </p:nvSpPr>
          <p:spPr>
            <a:xfrm>
              <a:off x="5522913" y="60325"/>
              <a:ext cx="127001" cy="3061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Times New Roman"/>
                  <a:ea typeface="Times New Roman"/>
                  <a:cs typeface="Times New Roman"/>
                  <a:sym typeface="Times New Roman"/>
                </a:defRPr>
              </a:lvl1pPr>
            </a:lstStyle>
            <a:p>
              <a:pPr/>
              <a:r>
                <a:t>.</a:t>
              </a:r>
            </a:p>
          </p:txBody>
        </p:sp>
        <p:sp>
          <p:nvSpPr>
            <p:cNvPr id="1413" name="Rectangle 54"/>
            <p:cNvSpPr txBox="1"/>
            <p:nvPr/>
          </p:nvSpPr>
          <p:spPr>
            <a:xfrm>
              <a:off x="5588000" y="60325"/>
              <a:ext cx="975322" cy="3061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Times New Roman"/>
                  <a:ea typeface="Times New Roman"/>
                  <a:cs typeface="Times New Roman"/>
                  <a:sym typeface="Times New Roman"/>
                </a:defRPr>
              </a:lvl1pPr>
            </a:lstStyle>
            <a:p>
              <a:pPr/>
              <a:r>
                <a:t>Berkeley</a:t>
              </a:r>
            </a:p>
          </p:txBody>
        </p:sp>
        <p:sp>
          <p:nvSpPr>
            <p:cNvPr id="1414" name="Rectangle 55"/>
            <p:cNvSpPr txBox="1"/>
            <p:nvPr/>
          </p:nvSpPr>
          <p:spPr>
            <a:xfrm>
              <a:off x="6530975" y="60325"/>
              <a:ext cx="464450" cy="3061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Times New Roman"/>
                  <a:ea typeface="Times New Roman"/>
                  <a:cs typeface="Times New Roman"/>
                  <a:sym typeface="Times New Roman"/>
                </a:defRPr>
              </a:lvl1pPr>
            </a:lstStyle>
            <a:p>
              <a:pPr/>
              <a:r>
                <a:t>.edu</a:t>
              </a:r>
            </a:p>
          </p:txBody>
        </p:sp>
        <p:sp>
          <p:nvSpPr>
            <p:cNvPr id="1415" name="Freeform 56"/>
            <p:cNvSpPr/>
            <p:nvPr/>
          </p:nvSpPr>
          <p:spPr>
            <a:xfrm>
              <a:off x="1695450" y="965200"/>
              <a:ext cx="3494088" cy="33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0"/>
                  </a:moveTo>
                  <a:lnTo>
                    <a:pt x="64" y="1054"/>
                  </a:lnTo>
                  <a:lnTo>
                    <a:pt x="34" y="3688"/>
                  </a:lnTo>
                  <a:lnTo>
                    <a:pt x="5" y="7376"/>
                  </a:lnTo>
                  <a:lnTo>
                    <a:pt x="0" y="10537"/>
                  </a:lnTo>
                  <a:lnTo>
                    <a:pt x="5" y="15278"/>
                  </a:lnTo>
                  <a:lnTo>
                    <a:pt x="34" y="18966"/>
                  </a:lnTo>
                  <a:lnTo>
                    <a:pt x="64" y="20546"/>
                  </a:lnTo>
                  <a:lnTo>
                    <a:pt x="98" y="21600"/>
                  </a:lnTo>
                  <a:lnTo>
                    <a:pt x="142" y="20546"/>
                  </a:lnTo>
                  <a:lnTo>
                    <a:pt x="177" y="18966"/>
                  </a:lnTo>
                  <a:lnTo>
                    <a:pt x="191" y="15278"/>
                  </a:lnTo>
                  <a:lnTo>
                    <a:pt x="201" y="10537"/>
                  </a:lnTo>
                  <a:lnTo>
                    <a:pt x="191" y="7376"/>
                  </a:lnTo>
                  <a:lnTo>
                    <a:pt x="177" y="3688"/>
                  </a:lnTo>
                  <a:lnTo>
                    <a:pt x="142" y="1054"/>
                  </a:lnTo>
                  <a:lnTo>
                    <a:pt x="98" y="0"/>
                  </a:lnTo>
                  <a:lnTo>
                    <a:pt x="506" y="0"/>
                  </a:lnTo>
                  <a:lnTo>
                    <a:pt x="471" y="1054"/>
                  </a:lnTo>
                  <a:lnTo>
                    <a:pt x="437" y="3688"/>
                  </a:lnTo>
                  <a:lnTo>
                    <a:pt x="412" y="7376"/>
                  </a:lnTo>
                  <a:lnTo>
                    <a:pt x="402" y="10537"/>
                  </a:lnTo>
                  <a:lnTo>
                    <a:pt x="412" y="15278"/>
                  </a:lnTo>
                  <a:lnTo>
                    <a:pt x="437" y="18966"/>
                  </a:lnTo>
                  <a:lnTo>
                    <a:pt x="471" y="20546"/>
                  </a:lnTo>
                  <a:lnTo>
                    <a:pt x="506" y="21600"/>
                  </a:lnTo>
                  <a:lnTo>
                    <a:pt x="545" y="20546"/>
                  </a:lnTo>
                  <a:lnTo>
                    <a:pt x="579" y="18966"/>
                  </a:lnTo>
                  <a:lnTo>
                    <a:pt x="594" y="15278"/>
                  </a:lnTo>
                  <a:lnTo>
                    <a:pt x="604" y="10537"/>
                  </a:lnTo>
                  <a:lnTo>
                    <a:pt x="594" y="7376"/>
                  </a:lnTo>
                  <a:lnTo>
                    <a:pt x="579" y="3688"/>
                  </a:lnTo>
                  <a:lnTo>
                    <a:pt x="545" y="1054"/>
                  </a:lnTo>
                  <a:lnTo>
                    <a:pt x="506" y="0"/>
                  </a:lnTo>
                  <a:lnTo>
                    <a:pt x="98" y="0"/>
                  </a:lnTo>
                  <a:lnTo>
                    <a:pt x="908" y="0"/>
                  </a:lnTo>
                  <a:lnTo>
                    <a:pt x="874" y="1054"/>
                  </a:lnTo>
                  <a:lnTo>
                    <a:pt x="839" y="3688"/>
                  </a:lnTo>
                  <a:lnTo>
                    <a:pt x="815" y="7376"/>
                  </a:lnTo>
                  <a:lnTo>
                    <a:pt x="805" y="10537"/>
                  </a:lnTo>
                  <a:lnTo>
                    <a:pt x="815" y="15278"/>
                  </a:lnTo>
                  <a:lnTo>
                    <a:pt x="839" y="18966"/>
                  </a:lnTo>
                  <a:lnTo>
                    <a:pt x="874" y="20546"/>
                  </a:lnTo>
                  <a:lnTo>
                    <a:pt x="908" y="21600"/>
                  </a:lnTo>
                  <a:lnTo>
                    <a:pt x="947" y="20546"/>
                  </a:lnTo>
                  <a:lnTo>
                    <a:pt x="982" y="18966"/>
                  </a:lnTo>
                  <a:lnTo>
                    <a:pt x="1001" y="15278"/>
                  </a:lnTo>
                  <a:lnTo>
                    <a:pt x="1006" y="10537"/>
                  </a:lnTo>
                  <a:lnTo>
                    <a:pt x="1001" y="7376"/>
                  </a:lnTo>
                  <a:lnTo>
                    <a:pt x="982" y="3688"/>
                  </a:lnTo>
                  <a:lnTo>
                    <a:pt x="947" y="1054"/>
                  </a:lnTo>
                  <a:lnTo>
                    <a:pt x="908" y="0"/>
                  </a:lnTo>
                  <a:lnTo>
                    <a:pt x="98" y="0"/>
                  </a:lnTo>
                  <a:lnTo>
                    <a:pt x="1310" y="0"/>
                  </a:lnTo>
                  <a:lnTo>
                    <a:pt x="1276" y="1054"/>
                  </a:lnTo>
                  <a:lnTo>
                    <a:pt x="1242" y="3688"/>
                  </a:lnTo>
                  <a:lnTo>
                    <a:pt x="1217" y="7376"/>
                  </a:lnTo>
                  <a:lnTo>
                    <a:pt x="1207" y="10537"/>
                  </a:lnTo>
                  <a:lnTo>
                    <a:pt x="1217" y="15278"/>
                  </a:lnTo>
                  <a:lnTo>
                    <a:pt x="1242" y="18966"/>
                  </a:lnTo>
                  <a:lnTo>
                    <a:pt x="1276" y="20546"/>
                  </a:lnTo>
                  <a:lnTo>
                    <a:pt x="1310" y="21600"/>
                  </a:lnTo>
                  <a:lnTo>
                    <a:pt x="1355" y="20546"/>
                  </a:lnTo>
                  <a:lnTo>
                    <a:pt x="1384" y="18966"/>
                  </a:lnTo>
                  <a:lnTo>
                    <a:pt x="1404" y="15278"/>
                  </a:lnTo>
                  <a:lnTo>
                    <a:pt x="1413" y="10537"/>
                  </a:lnTo>
                  <a:lnTo>
                    <a:pt x="1404" y="7376"/>
                  </a:lnTo>
                  <a:lnTo>
                    <a:pt x="1384" y="3688"/>
                  </a:lnTo>
                  <a:lnTo>
                    <a:pt x="1355" y="1054"/>
                  </a:lnTo>
                  <a:lnTo>
                    <a:pt x="1310" y="0"/>
                  </a:lnTo>
                  <a:lnTo>
                    <a:pt x="98" y="0"/>
                  </a:lnTo>
                  <a:lnTo>
                    <a:pt x="1713" y="0"/>
                  </a:lnTo>
                  <a:lnTo>
                    <a:pt x="1679" y="1054"/>
                  </a:lnTo>
                  <a:lnTo>
                    <a:pt x="1649" y="3688"/>
                  </a:lnTo>
                  <a:lnTo>
                    <a:pt x="1620" y="7376"/>
                  </a:lnTo>
                  <a:lnTo>
                    <a:pt x="1615" y="10537"/>
                  </a:lnTo>
                  <a:lnTo>
                    <a:pt x="1620" y="15278"/>
                  </a:lnTo>
                  <a:lnTo>
                    <a:pt x="1649" y="18966"/>
                  </a:lnTo>
                  <a:lnTo>
                    <a:pt x="1679" y="20546"/>
                  </a:lnTo>
                  <a:lnTo>
                    <a:pt x="1713" y="21600"/>
                  </a:lnTo>
                  <a:lnTo>
                    <a:pt x="1757" y="20546"/>
                  </a:lnTo>
                  <a:lnTo>
                    <a:pt x="1791" y="18966"/>
                  </a:lnTo>
                  <a:lnTo>
                    <a:pt x="1806" y="15278"/>
                  </a:lnTo>
                  <a:lnTo>
                    <a:pt x="1816" y="10537"/>
                  </a:lnTo>
                  <a:lnTo>
                    <a:pt x="1806" y="7376"/>
                  </a:lnTo>
                  <a:lnTo>
                    <a:pt x="1791" y="3688"/>
                  </a:lnTo>
                  <a:lnTo>
                    <a:pt x="1757" y="1054"/>
                  </a:lnTo>
                  <a:lnTo>
                    <a:pt x="1713" y="0"/>
                  </a:lnTo>
                  <a:lnTo>
                    <a:pt x="98" y="0"/>
                  </a:lnTo>
                  <a:lnTo>
                    <a:pt x="2120" y="0"/>
                  </a:lnTo>
                  <a:lnTo>
                    <a:pt x="2086" y="1054"/>
                  </a:lnTo>
                  <a:lnTo>
                    <a:pt x="2052" y="3688"/>
                  </a:lnTo>
                  <a:lnTo>
                    <a:pt x="2027" y="7376"/>
                  </a:lnTo>
                  <a:lnTo>
                    <a:pt x="2017" y="10537"/>
                  </a:lnTo>
                  <a:lnTo>
                    <a:pt x="2027" y="15278"/>
                  </a:lnTo>
                  <a:lnTo>
                    <a:pt x="2052" y="18966"/>
                  </a:lnTo>
                  <a:lnTo>
                    <a:pt x="2086" y="20546"/>
                  </a:lnTo>
                  <a:lnTo>
                    <a:pt x="2120" y="21600"/>
                  </a:lnTo>
                  <a:lnTo>
                    <a:pt x="2160" y="20546"/>
                  </a:lnTo>
                  <a:lnTo>
                    <a:pt x="2194" y="18966"/>
                  </a:lnTo>
                  <a:lnTo>
                    <a:pt x="2209" y="15278"/>
                  </a:lnTo>
                  <a:lnTo>
                    <a:pt x="2218" y="10537"/>
                  </a:lnTo>
                  <a:lnTo>
                    <a:pt x="2209" y="7376"/>
                  </a:lnTo>
                  <a:lnTo>
                    <a:pt x="2194" y="3688"/>
                  </a:lnTo>
                  <a:lnTo>
                    <a:pt x="2160" y="1054"/>
                  </a:lnTo>
                  <a:lnTo>
                    <a:pt x="2120" y="0"/>
                  </a:lnTo>
                  <a:lnTo>
                    <a:pt x="98" y="0"/>
                  </a:lnTo>
                  <a:lnTo>
                    <a:pt x="2523" y="0"/>
                  </a:lnTo>
                  <a:lnTo>
                    <a:pt x="2488" y="1054"/>
                  </a:lnTo>
                  <a:lnTo>
                    <a:pt x="2454" y="3688"/>
                  </a:lnTo>
                  <a:lnTo>
                    <a:pt x="2429" y="7376"/>
                  </a:lnTo>
                  <a:lnTo>
                    <a:pt x="2420" y="10537"/>
                  </a:lnTo>
                  <a:lnTo>
                    <a:pt x="2429" y="15278"/>
                  </a:lnTo>
                  <a:lnTo>
                    <a:pt x="2454" y="18966"/>
                  </a:lnTo>
                  <a:lnTo>
                    <a:pt x="2488" y="20546"/>
                  </a:lnTo>
                  <a:lnTo>
                    <a:pt x="2523" y="21600"/>
                  </a:lnTo>
                  <a:lnTo>
                    <a:pt x="2562" y="20546"/>
                  </a:lnTo>
                  <a:lnTo>
                    <a:pt x="2596" y="18966"/>
                  </a:lnTo>
                  <a:lnTo>
                    <a:pt x="2616" y="15278"/>
                  </a:lnTo>
                  <a:lnTo>
                    <a:pt x="2621" y="10537"/>
                  </a:lnTo>
                  <a:lnTo>
                    <a:pt x="2616" y="7376"/>
                  </a:lnTo>
                  <a:lnTo>
                    <a:pt x="2596" y="3688"/>
                  </a:lnTo>
                  <a:lnTo>
                    <a:pt x="2562" y="1054"/>
                  </a:lnTo>
                  <a:lnTo>
                    <a:pt x="2523" y="0"/>
                  </a:lnTo>
                  <a:lnTo>
                    <a:pt x="98" y="0"/>
                  </a:lnTo>
                  <a:lnTo>
                    <a:pt x="2925" y="0"/>
                  </a:lnTo>
                  <a:lnTo>
                    <a:pt x="2891" y="1054"/>
                  </a:lnTo>
                  <a:lnTo>
                    <a:pt x="2856" y="3688"/>
                  </a:lnTo>
                  <a:lnTo>
                    <a:pt x="2832" y="7376"/>
                  </a:lnTo>
                  <a:lnTo>
                    <a:pt x="2827" y="10537"/>
                  </a:lnTo>
                  <a:lnTo>
                    <a:pt x="2832" y="15278"/>
                  </a:lnTo>
                  <a:lnTo>
                    <a:pt x="2856" y="18966"/>
                  </a:lnTo>
                  <a:lnTo>
                    <a:pt x="2891" y="20546"/>
                  </a:lnTo>
                  <a:lnTo>
                    <a:pt x="2925" y="21600"/>
                  </a:lnTo>
                  <a:lnTo>
                    <a:pt x="2969" y="20546"/>
                  </a:lnTo>
                  <a:lnTo>
                    <a:pt x="3004" y="18966"/>
                  </a:lnTo>
                  <a:lnTo>
                    <a:pt x="3018" y="15278"/>
                  </a:lnTo>
                  <a:lnTo>
                    <a:pt x="3028" y="10537"/>
                  </a:lnTo>
                  <a:lnTo>
                    <a:pt x="3018" y="7376"/>
                  </a:lnTo>
                  <a:lnTo>
                    <a:pt x="3004" y="3688"/>
                  </a:lnTo>
                  <a:lnTo>
                    <a:pt x="2969" y="1054"/>
                  </a:lnTo>
                  <a:lnTo>
                    <a:pt x="2925" y="0"/>
                  </a:lnTo>
                  <a:lnTo>
                    <a:pt x="98" y="0"/>
                  </a:lnTo>
                  <a:lnTo>
                    <a:pt x="3328" y="0"/>
                  </a:lnTo>
                  <a:lnTo>
                    <a:pt x="3298" y="1054"/>
                  </a:lnTo>
                  <a:lnTo>
                    <a:pt x="3264" y="3688"/>
                  </a:lnTo>
                  <a:lnTo>
                    <a:pt x="3239" y="7376"/>
                  </a:lnTo>
                  <a:lnTo>
                    <a:pt x="3229" y="10537"/>
                  </a:lnTo>
                  <a:lnTo>
                    <a:pt x="3239" y="15278"/>
                  </a:lnTo>
                  <a:lnTo>
                    <a:pt x="3264" y="18966"/>
                  </a:lnTo>
                  <a:lnTo>
                    <a:pt x="3298" y="20546"/>
                  </a:lnTo>
                  <a:lnTo>
                    <a:pt x="3328" y="21600"/>
                  </a:lnTo>
                  <a:lnTo>
                    <a:pt x="3372" y="20546"/>
                  </a:lnTo>
                  <a:lnTo>
                    <a:pt x="3406" y="18966"/>
                  </a:lnTo>
                  <a:lnTo>
                    <a:pt x="3421" y="15278"/>
                  </a:lnTo>
                  <a:lnTo>
                    <a:pt x="3431" y="10537"/>
                  </a:lnTo>
                  <a:lnTo>
                    <a:pt x="3421" y="7376"/>
                  </a:lnTo>
                  <a:lnTo>
                    <a:pt x="3406" y="3688"/>
                  </a:lnTo>
                  <a:lnTo>
                    <a:pt x="3372" y="1054"/>
                  </a:lnTo>
                  <a:lnTo>
                    <a:pt x="3328" y="0"/>
                  </a:lnTo>
                  <a:lnTo>
                    <a:pt x="98" y="0"/>
                  </a:lnTo>
                  <a:lnTo>
                    <a:pt x="3735" y="0"/>
                  </a:lnTo>
                  <a:lnTo>
                    <a:pt x="3701" y="1054"/>
                  </a:lnTo>
                  <a:lnTo>
                    <a:pt x="3666" y="3688"/>
                  </a:lnTo>
                  <a:lnTo>
                    <a:pt x="3642" y="7376"/>
                  </a:lnTo>
                  <a:lnTo>
                    <a:pt x="3632" y="10537"/>
                  </a:lnTo>
                  <a:lnTo>
                    <a:pt x="3642" y="15278"/>
                  </a:lnTo>
                  <a:lnTo>
                    <a:pt x="3666" y="18966"/>
                  </a:lnTo>
                  <a:lnTo>
                    <a:pt x="3701" y="20546"/>
                  </a:lnTo>
                  <a:lnTo>
                    <a:pt x="3735" y="21600"/>
                  </a:lnTo>
                  <a:lnTo>
                    <a:pt x="3774" y="20546"/>
                  </a:lnTo>
                  <a:lnTo>
                    <a:pt x="3809" y="18966"/>
                  </a:lnTo>
                  <a:lnTo>
                    <a:pt x="3828" y="15278"/>
                  </a:lnTo>
                  <a:lnTo>
                    <a:pt x="3833" y="10537"/>
                  </a:lnTo>
                  <a:lnTo>
                    <a:pt x="3828" y="7376"/>
                  </a:lnTo>
                  <a:lnTo>
                    <a:pt x="3809" y="3688"/>
                  </a:lnTo>
                  <a:lnTo>
                    <a:pt x="3774" y="1054"/>
                  </a:lnTo>
                  <a:lnTo>
                    <a:pt x="3735" y="0"/>
                  </a:lnTo>
                  <a:lnTo>
                    <a:pt x="98" y="0"/>
                  </a:lnTo>
                  <a:lnTo>
                    <a:pt x="4137" y="0"/>
                  </a:lnTo>
                  <a:lnTo>
                    <a:pt x="4103" y="1054"/>
                  </a:lnTo>
                  <a:lnTo>
                    <a:pt x="4069" y="3688"/>
                  </a:lnTo>
                  <a:lnTo>
                    <a:pt x="4044" y="7376"/>
                  </a:lnTo>
                  <a:lnTo>
                    <a:pt x="4034" y="10537"/>
                  </a:lnTo>
                  <a:lnTo>
                    <a:pt x="4044" y="15278"/>
                  </a:lnTo>
                  <a:lnTo>
                    <a:pt x="4069" y="18966"/>
                  </a:lnTo>
                  <a:lnTo>
                    <a:pt x="4103" y="20546"/>
                  </a:lnTo>
                  <a:lnTo>
                    <a:pt x="4137" y="21600"/>
                  </a:lnTo>
                  <a:lnTo>
                    <a:pt x="4182" y="20546"/>
                  </a:lnTo>
                  <a:lnTo>
                    <a:pt x="4211" y="18966"/>
                  </a:lnTo>
                  <a:lnTo>
                    <a:pt x="4231" y="15278"/>
                  </a:lnTo>
                  <a:lnTo>
                    <a:pt x="4240" y="10537"/>
                  </a:lnTo>
                  <a:lnTo>
                    <a:pt x="4231" y="7376"/>
                  </a:lnTo>
                  <a:lnTo>
                    <a:pt x="4211" y="3688"/>
                  </a:lnTo>
                  <a:lnTo>
                    <a:pt x="4182" y="1054"/>
                  </a:lnTo>
                  <a:lnTo>
                    <a:pt x="4137" y="0"/>
                  </a:lnTo>
                  <a:lnTo>
                    <a:pt x="98" y="0"/>
                  </a:lnTo>
                  <a:lnTo>
                    <a:pt x="4540" y="0"/>
                  </a:lnTo>
                  <a:lnTo>
                    <a:pt x="4506" y="1054"/>
                  </a:lnTo>
                  <a:lnTo>
                    <a:pt x="4476" y="3688"/>
                  </a:lnTo>
                  <a:lnTo>
                    <a:pt x="4447" y="7376"/>
                  </a:lnTo>
                  <a:lnTo>
                    <a:pt x="4442" y="10537"/>
                  </a:lnTo>
                  <a:lnTo>
                    <a:pt x="4447" y="15278"/>
                  </a:lnTo>
                  <a:lnTo>
                    <a:pt x="4476" y="18966"/>
                  </a:lnTo>
                  <a:lnTo>
                    <a:pt x="4506" y="20546"/>
                  </a:lnTo>
                  <a:lnTo>
                    <a:pt x="4540" y="21600"/>
                  </a:lnTo>
                  <a:lnTo>
                    <a:pt x="4584" y="20546"/>
                  </a:lnTo>
                  <a:lnTo>
                    <a:pt x="4618" y="18966"/>
                  </a:lnTo>
                  <a:lnTo>
                    <a:pt x="4633" y="15278"/>
                  </a:lnTo>
                  <a:lnTo>
                    <a:pt x="4643" y="10537"/>
                  </a:lnTo>
                  <a:lnTo>
                    <a:pt x="4633" y="7376"/>
                  </a:lnTo>
                  <a:lnTo>
                    <a:pt x="4618" y="3688"/>
                  </a:lnTo>
                  <a:lnTo>
                    <a:pt x="4584" y="1054"/>
                  </a:lnTo>
                  <a:lnTo>
                    <a:pt x="4540" y="0"/>
                  </a:lnTo>
                  <a:lnTo>
                    <a:pt x="98" y="0"/>
                  </a:lnTo>
                  <a:lnTo>
                    <a:pt x="4947" y="0"/>
                  </a:lnTo>
                  <a:lnTo>
                    <a:pt x="4913" y="1054"/>
                  </a:lnTo>
                  <a:lnTo>
                    <a:pt x="4879" y="3688"/>
                  </a:lnTo>
                  <a:lnTo>
                    <a:pt x="4854" y="7376"/>
                  </a:lnTo>
                  <a:lnTo>
                    <a:pt x="4844" y="10537"/>
                  </a:lnTo>
                  <a:lnTo>
                    <a:pt x="4854" y="15278"/>
                  </a:lnTo>
                  <a:lnTo>
                    <a:pt x="4879" y="18966"/>
                  </a:lnTo>
                  <a:lnTo>
                    <a:pt x="4913" y="20546"/>
                  </a:lnTo>
                  <a:lnTo>
                    <a:pt x="4947" y="21600"/>
                  </a:lnTo>
                  <a:lnTo>
                    <a:pt x="4987" y="20546"/>
                  </a:lnTo>
                  <a:lnTo>
                    <a:pt x="5021" y="18966"/>
                  </a:lnTo>
                  <a:lnTo>
                    <a:pt x="5036" y="15278"/>
                  </a:lnTo>
                  <a:lnTo>
                    <a:pt x="5045" y="10537"/>
                  </a:lnTo>
                  <a:lnTo>
                    <a:pt x="5036" y="7376"/>
                  </a:lnTo>
                  <a:lnTo>
                    <a:pt x="5021" y="3688"/>
                  </a:lnTo>
                  <a:lnTo>
                    <a:pt x="4987" y="1054"/>
                  </a:lnTo>
                  <a:lnTo>
                    <a:pt x="4947" y="0"/>
                  </a:lnTo>
                  <a:lnTo>
                    <a:pt x="98" y="0"/>
                  </a:lnTo>
                  <a:lnTo>
                    <a:pt x="5350" y="0"/>
                  </a:lnTo>
                  <a:lnTo>
                    <a:pt x="5315" y="1054"/>
                  </a:lnTo>
                  <a:lnTo>
                    <a:pt x="5281" y="3688"/>
                  </a:lnTo>
                  <a:lnTo>
                    <a:pt x="5256" y="7376"/>
                  </a:lnTo>
                  <a:lnTo>
                    <a:pt x="5247" y="10537"/>
                  </a:lnTo>
                  <a:lnTo>
                    <a:pt x="5256" y="15278"/>
                  </a:lnTo>
                  <a:lnTo>
                    <a:pt x="5281" y="18966"/>
                  </a:lnTo>
                  <a:lnTo>
                    <a:pt x="5315" y="20546"/>
                  </a:lnTo>
                  <a:lnTo>
                    <a:pt x="5350" y="21600"/>
                  </a:lnTo>
                  <a:lnTo>
                    <a:pt x="5389" y="20546"/>
                  </a:lnTo>
                  <a:lnTo>
                    <a:pt x="5423" y="18966"/>
                  </a:lnTo>
                  <a:lnTo>
                    <a:pt x="5443" y="15278"/>
                  </a:lnTo>
                  <a:lnTo>
                    <a:pt x="5448" y="10537"/>
                  </a:lnTo>
                  <a:lnTo>
                    <a:pt x="5443" y="7376"/>
                  </a:lnTo>
                  <a:lnTo>
                    <a:pt x="5423" y="3688"/>
                  </a:lnTo>
                  <a:lnTo>
                    <a:pt x="5389" y="1054"/>
                  </a:lnTo>
                  <a:lnTo>
                    <a:pt x="5350" y="0"/>
                  </a:lnTo>
                  <a:lnTo>
                    <a:pt x="98" y="0"/>
                  </a:lnTo>
                  <a:lnTo>
                    <a:pt x="5752" y="0"/>
                  </a:lnTo>
                  <a:lnTo>
                    <a:pt x="5718" y="1054"/>
                  </a:lnTo>
                  <a:lnTo>
                    <a:pt x="5683" y="3688"/>
                  </a:lnTo>
                  <a:lnTo>
                    <a:pt x="5659" y="7376"/>
                  </a:lnTo>
                  <a:lnTo>
                    <a:pt x="5649" y="10537"/>
                  </a:lnTo>
                  <a:lnTo>
                    <a:pt x="5659" y="15278"/>
                  </a:lnTo>
                  <a:lnTo>
                    <a:pt x="5683" y="18966"/>
                  </a:lnTo>
                  <a:lnTo>
                    <a:pt x="5718" y="20546"/>
                  </a:lnTo>
                  <a:lnTo>
                    <a:pt x="5752" y="21600"/>
                  </a:lnTo>
                  <a:lnTo>
                    <a:pt x="5796" y="20546"/>
                  </a:lnTo>
                  <a:lnTo>
                    <a:pt x="5826" y="18966"/>
                  </a:lnTo>
                  <a:lnTo>
                    <a:pt x="5845" y="15278"/>
                  </a:lnTo>
                  <a:lnTo>
                    <a:pt x="5855" y="10537"/>
                  </a:lnTo>
                  <a:lnTo>
                    <a:pt x="5845" y="7376"/>
                  </a:lnTo>
                  <a:lnTo>
                    <a:pt x="5826" y="3688"/>
                  </a:lnTo>
                  <a:lnTo>
                    <a:pt x="5796" y="1054"/>
                  </a:lnTo>
                  <a:lnTo>
                    <a:pt x="5752" y="0"/>
                  </a:lnTo>
                  <a:lnTo>
                    <a:pt x="98" y="0"/>
                  </a:lnTo>
                  <a:lnTo>
                    <a:pt x="6155" y="0"/>
                  </a:lnTo>
                  <a:lnTo>
                    <a:pt x="6120" y="1054"/>
                  </a:lnTo>
                  <a:lnTo>
                    <a:pt x="6091" y="3688"/>
                  </a:lnTo>
                  <a:lnTo>
                    <a:pt x="6061" y="7376"/>
                  </a:lnTo>
                  <a:lnTo>
                    <a:pt x="6056" y="10537"/>
                  </a:lnTo>
                  <a:lnTo>
                    <a:pt x="6061" y="15278"/>
                  </a:lnTo>
                  <a:lnTo>
                    <a:pt x="6091" y="18966"/>
                  </a:lnTo>
                  <a:lnTo>
                    <a:pt x="6120" y="20546"/>
                  </a:lnTo>
                  <a:lnTo>
                    <a:pt x="6155" y="21600"/>
                  </a:lnTo>
                  <a:lnTo>
                    <a:pt x="6199" y="20546"/>
                  </a:lnTo>
                  <a:lnTo>
                    <a:pt x="6233" y="18966"/>
                  </a:lnTo>
                  <a:lnTo>
                    <a:pt x="6248" y="15278"/>
                  </a:lnTo>
                  <a:lnTo>
                    <a:pt x="6258" y="10537"/>
                  </a:lnTo>
                  <a:lnTo>
                    <a:pt x="6248" y="7376"/>
                  </a:lnTo>
                  <a:lnTo>
                    <a:pt x="6233" y="3688"/>
                  </a:lnTo>
                  <a:lnTo>
                    <a:pt x="6199" y="1054"/>
                  </a:lnTo>
                  <a:lnTo>
                    <a:pt x="6155" y="0"/>
                  </a:lnTo>
                  <a:lnTo>
                    <a:pt x="98" y="0"/>
                  </a:lnTo>
                  <a:lnTo>
                    <a:pt x="6562" y="0"/>
                  </a:lnTo>
                  <a:lnTo>
                    <a:pt x="6528" y="1054"/>
                  </a:lnTo>
                  <a:lnTo>
                    <a:pt x="6493" y="3688"/>
                  </a:lnTo>
                  <a:lnTo>
                    <a:pt x="6469" y="7376"/>
                  </a:lnTo>
                  <a:lnTo>
                    <a:pt x="6459" y="10537"/>
                  </a:lnTo>
                  <a:lnTo>
                    <a:pt x="6469" y="15278"/>
                  </a:lnTo>
                  <a:lnTo>
                    <a:pt x="6493" y="18966"/>
                  </a:lnTo>
                  <a:lnTo>
                    <a:pt x="6528" y="20546"/>
                  </a:lnTo>
                  <a:lnTo>
                    <a:pt x="6562" y="21600"/>
                  </a:lnTo>
                  <a:lnTo>
                    <a:pt x="6601" y="20546"/>
                  </a:lnTo>
                  <a:lnTo>
                    <a:pt x="6636" y="18966"/>
                  </a:lnTo>
                  <a:lnTo>
                    <a:pt x="6650" y="15278"/>
                  </a:lnTo>
                  <a:lnTo>
                    <a:pt x="6660" y="10537"/>
                  </a:lnTo>
                  <a:lnTo>
                    <a:pt x="6650" y="7376"/>
                  </a:lnTo>
                  <a:lnTo>
                    <a:pt x="6636" y="3688"/>
                  </a:lnTo>
                  <a:lnTo>
                    <a:pt x="6601" y="1054"/>
                  </a:lnTo>
                  <a:lnTo>
                    <a:pt x="6562" y="0"/>
                  </a:lnTo>
                  <a:lnTo>
                    <a:pt x="98" y="0"/>
                  </a:lnTo>
                  <a:lnTo>
                    <a:pt x="6964" y="0"/>
                  </a:lnTo>
                  <a:lnTo>
                    <a:pt x="6930" y="1054"/>
                  </a:lnTo>
                  <a:lnTo>
                    <a:pt x="6896" y="3688"/>
                  </a:lnTo>
                  <a:lnTo>
                    <a:pt x="6871" y="7376"/>
                  </a:lnTo>
                  <a:lnTo>
                    <a:pt x="6861" y="10537"/>
                  </a:lnTo>
                  <a:lnTo>
                    <a:pt x="6871" y="15278"/>
                  </a:lnTo>
                  <a:lnTo>
                    <a:pt x="6896" y="18966"/>
                  </a:lnTo>
                  <a:lnTo>
                    <a:pt x="6930" y="20546"/>
                  </a:lnTo>
                  <a:lnTo>
                    <a:pt x="6964" y="21600"/>
                  </a:lnTo>
                  <a:lnTo>
                    <a:pt x="7004" y="20546"/>
                  </a:lnTo>
                  <a:lnTo>
                    <a:pt x="7038" y="18966"/>
                  </a:lnTo>
                  <a:lnTo>
                    <a:pt x="7058" y="15278"/>
                  </a:lnTo>
                  <a:lnTo>
                    <a:pt x="7063" y="10537"/>
                  </a:lnTo>
                  <a:lnTo>
                    <a:pt x="7058" y="7376"/>
                  </a:lnTo>
                  <a:lnTo>
                    <a:pt x="7038" y="3688"/>
                  </a:lnTo>
                  <a:lnTo>
                    <a:pt x="7004" y="1054"/>
                  </a:lnTo>
                  <a:lnTo>
                    <a:pt x="6964" y="0"/>
                  </a:lnTo>
                  <a:lnTo>
                    <a:pt x="98" y="0"/>
                  </a:lnTo>
                  <a:lnTo>
                    <a:pt x="7367" y="0"/>
                  </a:lnTo>
                  <a:lnTo>
                    <a:pt x="7333" y="1054"/>
                  </a:lnTo>
                  <a:lnTo>
                    <a:pt x="7298" y="3688"/>
                  </a:lnTo>
                  <a:lnTo>
                    <a:pt x="7274" y="7376"/>
                  </a:lnTo>
                  <a:lnTo>
                    <a:pt x="7269" y="10537"/>
                  </a:lnTo>
                  <a:lnTo>
                    <a:pt x="7274" y="15278"/>
                  </a:lnTo>
                  <a:lnTo>
                    <a:pt x="7298" y="18966"/>
                  </a:lnTo>
                  <a:lnTo>
                    <a:pt x="7333" y="20546"/>
                  </a:lnTo>
                  <a:lnTo>
                    <a:pt x="7367" y="21600"/>
                  </a:lnTo>
                  <a:lnTo>
                    <a:pt x="7411" y="20546"/>
                  </a:lnTo>
                  <a:lnTo>
                    <a:pt x="7445" y="18966"/>
                  </a:lnTo>
                  <a:lnTo>
                    <a:pt x="7460" y="15278"/>
                  </a:lnTo>
                  <a:lnTo>
                    <a:pt x="7470" y="10537"/>
                  </a:lnTo>
                  <a:lnTo>
                    <a:pt x="7460" y="7376"/>
                  </a:lnTo>
                  <a:lnTo>
                    <a:pt x="7445" y="3688"/>
                  </a:lnTo>
                  <a:lnTo>
                    <a:pt x="7411" y="1054"/>
                  </a:lnTo>
                  <a:lnTo>
                    <a:pt x="7367" y="0"/>
                  </a:lnTo>
                  <a:lnTo>
                    <a:pt x="98" y="0"/>
                  </a:lnTo>
                  <a:lnTo>
                    <a:pt x="7769" y="0"/>
                  </a:lnTo>
                  <a:lnTo>
                    <a:pt x="7740" y="1054"/>
                  </a:lnTo>
                  <a:lnTo>
                    <a:pt x="7706" y="3688"/>
                  </a:lnTo>
                  <a:lnTo>
                    <a:pt x="7681" y="7376"/>
                  </a:lnTo>
                  <a:lnTo>
                    <a:pt x="7671" y="10537"/>
                  </a:lnTo>
                  <a:lnTo>
                    <a:pt x="7681" y="15278"/>
                  </a:lnTo>
                  <a:lnTo>
                    <a:pt x="7706" y="18966"/>
                  </a:lnTo>
                  <a:lnTo>
                    <a:pt x="7740" y="20546"/>
                  </a:lnTo>
                  <a:lnTo>
                    <a:pt x="7769" y="21600"/>
                  </a:lnTo>
                  <a:lnTo>
                    <a:pt x="7813" y="20546"/>
                  </a:lnTo>
                  <a:lnTo>
                    <a:pt x="7848" y="18966"/>
                  </a:lnTo>
                  <a:lnTo>
                    <a:pt x="7863" y="15278"/>
                  </a:lnTo>
                  <a:lnTo>
                    <a:pt x="7872" y="10537"/>
                  </a:lnTo>
                  <a:lnTo>
                    <a:pt x="7863" y="7376"/>
                  </a:lnTo>
                  <a:lnTo>
                    <a:pt x="7848" y="3688"/>
                  </a:lnTo>
                  <a:lnTo>
                    <a:pt x="7813" y="1054"/>
                  </a:lnTo>
                  <a:lnTo>
                    <a:pt x="7769" y="0"/>
                  </a:lnTo>
                  <a:lnTo>
                    <a:pt x="98" y="0"/>
                  </a:lnTo>
                  <a:lnTo>
                    <a:pt x="8177" y="0"/>
                  </a:lnTo>
                  <a:lnTo>
                    <a:pt x="8142" y="1054"/>
                  </a:lnTo>
                  <a:lnTo>
                    <a:pt x="8108" y="3688"/>
                  </a:lnTo>
                  <a:lnTo>
                    <a:pt x="8083" y="7376"/>
                  </a:lnTo>
                  <a:lnTo>
                    <a:pt x="8074" y="10537"/>
                  </a:lnTo>
                  <a:lnTo>
                    <a:pt x="8083" y="15278"/>
                  </a:lnTo>
                  <a:lnTo>
                    <a:pt x="8108" y="18966"/>
                  </a:lnTo>
                  <a:lnTo>
                    <a:pt x="8142" y="20546"/>
                  </a:lnTo>
                  <a:lnTo>
                    <a:pt x="8177" y="21600"/>
                  </a:lnTo>
                  <a:lnTo>
                    <a:pt x="8216" y="20546"/>
                  </a:lnTo>
                  <a:lnTo>
                    <a:pt x="8250" y="18966"/>
                  </a:lnTo>
                  <a:lnTo>
                    <a:pt x="8270" y="15278"/>
                  </a:lnTo>
                  <a:lnTo>
                    <a:pt x="8275" y="10537"/>
                  </a:lnTo>
                  <a:lnTo>
                    <a:pt x="8270" y="7376"/>
                  </a:lnTo>
                  <a:lnTo>
                    <a:pt x="8250" y="3688"/>
                  </a:lnTo>
                  <a:lnTo>
                    <a:pt x="8216" y="1054"/>
                  </a:lnTo>
                  <a:lnTo>
                    <a:pt x="8177" y="0"/>
                  </a:lnTo>
                  <a:lnTo>
                    <a:pt x="98" y="0"/>
                  </a:lnTo>
                  <a:lnTo>
                    <a:pt x="8579" y="0"/>
                  </a:lnTo>
                  <a:lnTo>
                    <a:pt x="8545" y="1054"/>
                  </a:lnTo>
                  <a:lnTo>
                    <a:pt x="8510" y="3688"/>
                  </a:lnTo>
                  <a:lnTo>
                    <a:pt x="8486" y="7376"/>
                  </a:lnTo>
                  <a:lnTo>
                    <a:pt x="8476" y="10537"/>
                  </a:lnTo>
                  <a:lnTo>
                    <a:pt x="8486" y="15278"/>
                  </a:lnTo>
                  <a:lnTo>
                    <a:pt x="8510" y="18966"/>
                  </a:lnTo>
                  <a:lnTo>
                    <a:pt x="8545" y="20546"/>
                  </a:lnTo>
                  <a:lnTo>
                    <a:pt x="8579" y="21600"/>
                  </a:lnTo>
                  <a:lnTo>
                    <a:pt x="8623" y="20546"/>
                  </a:lnTo>
                  <a:lnTo>
                    <a:pt x="8653" y="18966"/>
                  </a:lnTo>
                  <a:lnTo>
                    <a:pt x="8672" y="15278"/>
                  </a:lnTo>
                  <a:lnTo>
                    <a:pt x="8682" y="10537"/>
                  </a:lnTo>
                  <a:lnTo>
                    <a:pt x="8672" y="7376"/>
                  </a:lnTo>
                  <a:lnTo>
                    <a:pt x="8653" y="3688"/>
                  </a:lnTo>
                  <a:lnTo>
                    <a:pt x="8623" y="1054"/>
                  </a:lnTo>
                  <a:lnTo>
                    <a:pt x="8579" y="0"/>
                  </a:lnTo>
                  <a:lnTo>
                    <a:pt x="98" y="0"/>
                  </a:lnTo>
                  <a:lnTo>
                    <a:pt x="8982" y="0"/>
                  </a:lnTo>
                  <a:lnTo>
                    <a:pt x="8947" y="1054"/>
                  </a:lnTo>
                  <a:lnTo>
                    <a:pt x="8918" y="3688"/>
                  </a:lnTo>
                  <a:lnTo>
                    <a:pt x="8888" y="7376"/>
                  </a:lnTo>
                  <a:lnTo>
                    <a:pt x="8883" y="10537"/>
                  </a:lnTo>
                  <a:lnTo>
                    <a:pt x="8888" y="15278"/>
                  </a:lnTo>
                  <a:lnTo>
                    <a:pt x="8918" y="18966"/>
                  </a:lnTo>
                  <a:lnTo>
                    <a:pt x="8947" y="20546"/>
                  </a:lnTo>
                  <a:lnTo>
                    <a:pt x="8982" y="21600"/>
                  </a:lnTo>
                  <a:lnTo>
                    <a:pt x="9026" y="20546"/>
                  </a:lnTo>
                  <a:lnTo>
                    <a:pt x="9060" y="18966"/>
                  </a:lnTo>
                  <a:lnTo>
                    <a:pt x="9075" y="15278"/>
                  </a:lnTo>
                  <a:lnTo>
                    <a:pt x="9085" y="10537"/>
                  </a:lnTo>
                  <a:lnTo>
                    <a:pt x="9075" y="7376"/>
                  </a:lnTo>
                  <a:lnTo>
                    <a:pt x="9060" y="3688"/>
                  </a:lnTo>
                  <a:lnTo>
                    <a:pt x="9026" y="1054"/>
                  </a:lnTo>
                  <a:lnTo>
                    <a:pt x="8982" y="0"/>
                  </a:lnTo>
                  <a:lnTo>
                    <a:pt x="98" y="0"/>
                  </a:lnTo>
                  <a:lnTo>
                    <a:pt x="9389" y="0"/>
                  </a:lnTo>
                  <a:lnTo>
                    <a:pt x="9355" y="1054"/>
                  </a:lnTo>
                  <a:lnTo>
                    <a:pt x="9320" y="3688"/>
                  </a:lnTo>
                  <a:lnTo>
                    <a:pt x="9296" y="7376"/>
                  </a:lnTo>
                  <a:lnTo>
                    <a:pt x="9286" y="10537"/>
                  </a:lnTo>
                  <a:lnTo>
                    <a:pt x="9296" y="15278"/>
                  </a:lnTo>
                  <a:lnTo>
                    <a:pt x="9320" y="18966"/>
                  </a:lnTo>
                  <a:lnTo>
                    <a:pt x="9355" y="20546"/>
                  </a:lnTo>
                  <a:lnTo>
                    <a:pt x="9389" y="21600"/>
                  </a:lnTo>
                  <a:lnTo>
                    <a:pt x="9428" y="20546"/>
                  </a:lnTo>
                  <a:lnTo>
                    <a:pt x="9463" y="18966"/>
                  </a:lnTo>
                  <a:lnTo>
                    <a:pt x="9477" y="15278"/>
                  </a:lnTo>
                  <a:lnTo>
                    <a:pt x="9487" y="10537"/>
                  </a:lnTo>
                  <a:lnTo>
                    <a:pt x="9477" y="7376"/>
                  </a:lnTo>
                  <a:lnTo>
                    <a:pt x="9463" y="3688"/>
                  </a:lnTo>
                  <a:lnTo>
                    <a:pt x="9428" y="1054"/>
                  </a:lnTo>
                  <a:lnTo>
                    <a:pt x="9389" y="0"/>
                  </a:lnTo>
                  <a:lnTo>
                    <a:pt x="98" y="0"/>
                  </a:lnTo>
                  <a:lnTo>
                    <a:pt x="9791" y="0"/>
                  </a:lnTo>
                  <a:lnTo>
                    <a:pt x="9757" y="1054"/>
                  </a:lnTo>
                  <a:lnTo>
                    <a:pt x="9723" y="3688"/>
                  </a:lnTo>
                  <a:lnTo>
                    <a:pt x="9698" y="7376"/>
                  </a:lnTo>
                  <a:lnTo>
                    <a:pt x="9688" y="10537"/>
                  </a:lnTo>
                  <a:lnTo>
                    <a:pt x="9698" y="15278"/>
                  </a:lnTo>
                  <a:lnTo>
                    <a:pt x="9723" y="18966"/>
                  </a:lnTo>
                  <a:lnTo>
                    <a:pt x="9757" y="20546"/>
                  </a:lnTo>
                  <a:lnTo>
                    <a:pt x="9791" y="21600"/>
                  </a:lnTo>
                  <a:lnTo>
                    <a:pt x="9831" y="20546"/>
                  </a:lnTo>
                  <a:lnTo>
                    <a:pt x="9865" y="18966"/>
                  </a:lnTo>
                  <a:lnTo>
                    <a:pt x="9885" y="15278"/>
                  </a:lnTo>
                  <a:lnTo>
                    <a:pt x="9890" y="10537"/>
                  </a:lnTo>
                  <a:lnTo>
                    <a:pt x="9885" y="7376"/>
                  </a:lnTo>
                  <a:lnTo>
                    <a:pt x="9865" y="3688"/>
                  </a:lnTo>
                  <a:lnTo>
                    <a:pt x="9831" y="1054"/>
                  </a:lnTo>
                  <a:lnTo>
                    <a:pt x="9791" y="0"/>
                  </a:lnTo>
                  <a:lnTo>
                    <a:pt x="98" y="0"/>
                  </a:lnTo>
                  <a:lnTo>
                    <a:pt x="10194" y="0"/>
                  </a:lnTo>
                  <a:lnTo>
                    <a:pt x="10160" y="1054"/>
                  </a:lnTo>
                  <a:lnTo>
                    <a:pt x="10125" y="3688"/>
                  </a:lnTo>
                  <a:lnTo>
                    <a:pt x="10101" y="7376"/>
                  </a:lnTo>
                  <a:lnTo>
                    <a:pt x="10091" y="10537"/>
                  </a:lnTo>
                  <a:lnTo>
                    <a:pt x="10101" y="15278"/>
                  </a:lnTo>
                  <a:lnTo>
                    <a:pt x="10125" y="18966"/>
                  </a:lnTo>
                  <a:lnTo>
                    <a:pt x="10160" y="20546"/>
                  </a:lnTo>
                  <a:lnTo>
                    <a:pt x="10194" y="21600"/>
                  </a:lnTo>
                  <a:lnTo>
                    <a:pt x="10238" y="20546"/>
                  </a:lnTo>
                  <a:lnTo>
                    <a:pt x="10267" y="18966"/>
                  </a:lnTo>
                  <a:lnTo>
                    <a:pt x="10287" y="15278"/>
                  </a:lnTo>
                  <a:lnTo>
                    <a:pt x="10297" y="10537"/>
                  </a:lnTo>
                  <a:lnTo>
                    <a:pt x="10287" y="7376"/>
                  </a:lnTo>
                  <a:lnTo>
                    <a:pt x="10267" y="3688"/>
                  </a:lnTo>
                  <a:lnTo>
                    <a:pt x="10238" y="1054"/>
                  </a:lnTo>
                  <a:lnTo>
                    <a:pt x="10194" y="0"/>
                  </a:lnTo>
                  <a:lnTo>
                    <a:pt x="98" y="0"/>
                  </a:lnTo>
                  <a:lnTo>
                    <a:pt x="10596" y="0"/>
                  </a:lnTo>
                  <a:lnTo>
                    <a:pt x="10562" y="1054"/>
                  </a:lnTo>
                  <a:lnTo>
                    <a:pt x="10533" y="3688"/>
                  </a:lnTo>
                  <a:lnTo>
                    <a:pt x="10503" y="7376"/>
                  </a:lnTo>
                  <a:lnTo>
                    <a:pt x="10498" y="10537"/>
                  </a:lnTo>
                  <a:lnTo>
                    <a:pt x="10503" y="15278"/>
                  </a:lnTo>
                  <a:lnTo>
                    <a:pt x="10533" y="18966"/>
                  </a:lnTo>
                  <a:lnTo>
                    <a:pt x="10562" y="20546"/>
                  </a:lnTo>
                  <a:lnTo>
                    <a:pt x="10596" y="21600"/>
                  </a:lnTo>
                  <a:lnTo>
                    <a:pt x="10640" y="20546"/>
                  </a:lnTo>
                  <a:lnTo>
                    <a:pt x="10675" y="18966"/>
                  </a:lnTo>
                  <a:lnTo>
                    <a:pt x="10690" y="15278"/>
                  </a:lnTo>
                  <a:lnTo>
                    <a:pt x="10699" y="10537"/>
                  </a:lnTo>
                  <a:lnTo>
                    <a:pt x="10690" y="7376"/>
                  </a:lnTo>
                  <a:lnTo>
                    <a:pt x="10675" y="3688"/>
                  </a:lnTo>
                  <a:lnTo>
                    <a:pt x="10640" y="1054"/>
                  </a:lnTo>
                  <a:lnTo>
                    <a:pt x="10596" y="0"/>
                  </a:lnTo>
                  <a:lnTo>
                    <a:pt x="98" y="0"/>
                  </a:lnTo>
                  <a:lnTo>
                    <a:pt x="11004" y="0"/>
                  </a:lnTo>
                  <a:lnTo>
                    <a:pt x="10969" y="1054"/>
                  </a:lnTo>
                  <a:lnTo>
                    <a:pt x="10935" y="3688"/>
                  </a:lnTo>
                  <a:lnTo>
                    <a:pt x="10910" y="7376"/>
                  </a:lnTo>
                  <a:lnTo>
                    <a:pt x="10901" y="10537"/>
                  </a:lnTo>
                  <a:lnTo>
                    <a:pt x="10910" y="15278"/>
                  </a:lnTo>
                  <a:lnTo>
                    <a:pt x="10935" y="18966"/>
                  </a:lnTo>
                  <a:lnTo>
                    <a:pt x="10969" y="20546"/>
                  </a:lnTo>
                  <a:lnTo>
                    <a:pt x="11004" y="21600"/>
                  </a:lnTo>
                  <a:lnTo>
                    <a:pt x="11043" y="20546"/>
                  </a:lnTo>
                  <a:lnTo>
                    <a:pt x="11077" y="18966"/>
                  </a:lnTo>
                  <a:lnTo>
                    <a:pt x="11092" y="15278"/>
                  </a:lnTo>
                  <a:lnTo>
                    <a:pt x="11102" y="10537"/>
                  </a:lnTo>
                  <a:lnTo>
                    <a:pt x="11092" y="7376"/>
                  </a:lnTo>
                  <a:lnTo>
                    <a:pt x="11077" y="3688"/>
                  </a:lnTo>
                  <a:lnTo>
                    <a:pt x="11043" y="1054"/>
                  </a:lnTo>
                  <a:lnTo>
                    <a:pt x="11004" y="0"/>
                  </a:lnTo>
                  <a:lnTo>
                    <a:pt x="98" y="0"/>
                  </a:lnTo>
                  <a:lnTo>
                    <a:pt x="11406" y="0"/>
                  </a:lnTo>
                  <a:lnTo>
                    <a:pt x="11372" y="1054"/>
                  </a:lnTo>
                  <a:lnTo>
                    <a:pt x="11337" y="3688"/>
                  </a:lnTo>
                  <a:lnTo>
                    <a:pt x="11313" y="7376"/>
                  </a:lnTo>
                  <a:lnTo>
                    <a:pt x="11303" y="10537"/>
                  </a:lnTo>
                  <a:lnTo>
                    <a:pt x="11313" y="15278"/>
                  </a:lnTo>
                  <a:lnTo>
                    <a:pt x="11337" y="18966"/>
                  </a:lnTo>
                  <a:lnTo>
                    <a:pt x="11372" y="20546"/>
                  </a:lnTo>
                  <a:lnTo>
                    <a:pt x="11406" y="21600"/>
                  </a:lnTo>
                  <a:lnTo>
                    <a:pt x="11445" y="20546"/>
                  </a:lnTo>
                  <a:lnTo>
                    <a:pt x="11480" y="18966"/>
                  </a:lnTo>
                  <a:lnTo>
                    <a:pt x="11499" y="15278"/>
                  </a:lnTo>
                  <a:lnTo>
                    <a:pt x="11504" y="10537"/>
                  </a:lnTo>
                  <a:lnTo>
                    <a:pt x="11499" y="7376"/>
                  </a:lnTo>
                  <a:lnTo>
                    <a:pt x="11480" y="3688"/>
                  </a:lnTo>
                  <a:lnTo>
                    <a:pt x="11445" y="1054"/>
                  </a:lnTo>
                  <a:lnTo>
                    <a:pt x="11406" y="0"/>
                  </a:lnTo>
                  <a:lnTo>
                    <a:pt x="98" y="0"/>
                  </a:lnTo>
                  <a:lnTo>
                    <a:pt x="11809" y="0"/>
                  </a:lnTo>
                  <a:lnTo>
                    <a:pt x="11774" y="1054"/>
                  </a:lnTo>
                  <a:lnTo>
                    <a:pt x="11740" y="3688"/>
                  </a:lnTo>
                  <a:lnTo>
                    <a:pt x="11715" y="7376"/>
                  </a:lnTo>
                  <a:lnTo>
                    <a:pt x="11710" y="10537"/>
                  </a:lnTo>
                  <a:lnTo>
                    <a:pt x="11715" y="15278"/>
                  </a:lnTo>
                  <a:lnTo>
                    <a:pt x="11740" y="18966"/>
                  </a:lnTo>
                  <a:lnTo>
                    <a:pt x="11774" y="20546"/>
                  </a:lnTo>
                  <a:lnTo>
                    <a:pt x="11809" y="21600"/>
                  </a:lnTo>
                  <a:lnTo>
                    <a:pt x="11853" y="20546"/>
                  </a:lnTo>
                  <a:lnTo>
                    <a:pt x="11887" y="18966"/>
                  </a:lnTo>
                  <a:lnTo>
                    <a:pt x="11902" y="15278"/>
                  </a:lnTo>
                  <a:lnTo>
                    <a:pt x="11912" y="10537"/>
                  </a:lnTo>
                  <a:lnTo>
                    <a:pt x="11902" y="7376"/>
                  </a:lnTo>
                  <a:lnTo>
                    <a:pt x="11887" y="3688"/>
                  </a:lnTo>
                  <a:lnTo>
                    <a:pt x="11853" y="1054"/>
                  </a:lnTo>
                  <a:lnTo>
                    <a:pt x="11809" y="0"/>
                  </a:lnTo>
                  <a:lnTo>
                    <a:pt x="98" y="0"/>
                  </a:lnTo>
                  <a:lnTo>
                    <a:pt x="12211" y="0"/>
                  </a:lnTo>
                  <a:lnTo>
                    <a:pt x="12182" y="1054"/>
                  </a:lnTo>
                  <a:lnTo>
                    <a:pt x="12147" y="3688"/>
                  </a:lnTo>
                  <a:lnTo>
                    <a:pt x="12123" y="7376"/>
                  </a:lnTo>
                  <a:lnTo>
                    <a:pt x="12113" y="10537"/>
                  </a:lnTo>
                  <a:lnTo>
                    <a:pt x="12123" y="15278"/>
                  </a:lnTo>
                  <a:lnTo>
                    <a:pt x="12147" y="18966"/>
                  </a:lnTo>
                  <a:lnTo>
                    <a:pt x="12182" y="20546"/>
                  </a:lnTo>
                  <a:lnTo>
                    <a:pt x="12211" y="21600"/>
                  </a:lnTo>
                  <a:lnTo>
                    <a:pt x="12255" y="20546"/>
                  </a:lnTo>
                  <a:lnTo>
                    <a:pt x="12290" y="18966"/>
                  </a:lnTo>
                  <a:lnTo>
                    <a:pt x="12304" y="15278"/>
                  </a:lnTo>
                  <a:lnTo>
                    <a:pt x="12314" y="10537"/>
                  </a:lnTo>
                  <a:lnTo>
                    <a:pt x="12304" y="7376"/>
                  </a:lnTo>
                  <a:lnTo>
                    <a:pt x="12290" y="3688"/>
                  </a:lnTo>
                  <a:lnTo>
                    <a:pt x="12255" y="1054"/>
                  </a:lnTo>
                  <a:lnTo>
                    <a:pt x="12211" y="0"/>
                  </a:lnTo>
                  <a:lnTo>
                    <a:pt x="98" y="0"/>
                  </a:lnTo>
                  <a:lnTo>
                    <a:pt x="12618" y="0"/>
                  </a:lnTo>
                  <a:lnTo>
                    <a:pt x="12584" y="1054"/>
                  </a:lnTo>
                  <a:lnTo>
                    <a:pt x="12550" y="3688"/>
                  </a:lnTo>
                  <a:lnTo>
                    <a:pt x="12525" y="7376"/>
                  </a:lnTo>
                  <a:lnTo>
                    <a:pt x="12515" y="10537"/>
                  </a:lnTo>
                  <a:lnTo>
                    <a:pt x="12525" y="15278"/>
                  </a:lnTo>
                  <a:lnTo>
                    <a:pt x="12550" y="18966"/>
                  </a:lnTo>
                  <a:lnTo>
                    <a:pt x="12584" y="20546"/>
                  </a:lnTo>
                  <a:lnTo>
                    <a:pt x="12618" y="21600"/>
                  </a:lnTo>
                  <a:lnTo>
                    <a:pt x="12658" y="20546"/>
                  </a:lnTo>
                  <a:lnTo>
                    <a:pt x="12692" y="18966"/>
                  </a:lnTo>
                  <a:lnTo>
                    <a:pt x="12712" y="15278"/>
                  </a:lnTo>
                  <a:lnTo>
                    <a:pt x="12717" y="10537"/>
                  </a:lnTo>
                  <a:lnTo>
                    <a:pt x="12712" y="7376"/>
                  </a:lnTo>
                  <a:lnTo>
                    <a:pt x="12692" y="3688"/>
                  </a:lnTo>
                  <a:lnTo>
                    <a:pt x="12658" y="1054"/>
                  </a:lnTo>
                  <a:lnTo>
                    <a:pt x="12618" y="0"/>
                  </a:lnTo>
                  <a:lnTo>
                    <a:pt x="98" y="0"/>
                  </a:lnTo>
                  <a:lnTo>
                    <a:pt x="13021" y="0"/>
                  </a:lnTo>
                  <a:lnTo>
                    <a:pt x="12987" y="1054"/>
                  </a:lnTo>
                  <a:lnTo>
                    <a:pt x="12952" y="3688"/>
                  </a:lnTo>
                  <a:lnTo>
                    <a:pt x="12928" y="7376"/>
                  </a:lnTo>
                  <a:lnTo>
                    <a:pt x="12918" y="10537"/>
                  </a:lnTo>
                  <a:lnTo>
                    <a:pt x="12928" y="15278"/>
                  </a:lnTo>
                  <a:lnTo>
                    <a:pt x="12952" y="18966"/>
                  </a:lnTo>
                  <a:lnTo>
                    <a:pt x="12987" y="20546"/>
                  </a:lnTo>
                  <a:lnTo>
                    <a:pt x="13021" y="21600"/>
                  </a:lnTo>
                  <a:lnTo>
                    <a:pt x="13065" y="20546"/>
                  </a:lnTo>
                  <a:lnTo>
                    <a:pt x="13094" y="18966"/>
                  </a:lnTo>
                  <a:lnTo>
                    <a:pt x="13114" y="15278"/>
                  </a:lnTo>
                  <a:lnTo>
                    <a:pt x="13124" y="10537"/>
                  </a:lnTo>
                  <a:lnTo>
                    <a:pt x="13114" y="7376"/>
                  </a:lnTo>
                  <a:lnTo>
                    <a:pt x="13094" y="3688"/>
                  </a:lnTo>
                  <a:lnTo>
                    <a:pt x="13065" y="1054"/>
                  </a:lnTo>
                  <a:lnTo>
                    <a:pt x="13021" y="0"/>
                  </a:lnTo>
                  <a:lnTo>
                    <a:pt x="98" y="0"/>
                  </a:lnTo>
                  <a:lnTo>
                    <a:pt x="13423" y="0"/>
                  </a:lnTo>
                  <a:lnTo>
                    <a:pt x="13389" y="1054"/>
                  </a:lnTo>
                  <a:lnTo>
                    <a:pt x="13360" y="3688"/>
                  </a:lnTo>
                  <a:lnTo>
                    <a:pt x="13330" y="7376"/>
                  </a:lnTo>
                  <a:lnTo>
                    <a:pt x="13325" y="10537"/>
                  </a:lnTo>
                  <a:lnTo>
                    <a:pt x="13330" y="15278"/>
                  </a:lnTo>
                  <a:lnTo>
                    <a:pt x="13360" y="18966"/>
                  </a:lnTo>
                  <a:lnTo>
                    <a:pt x="13389" y="20546"/>
                  </a:lnTo>
                  <a:lnTo>
                    <a:pt x="13423" y="21600"/>
                  </a:lnTo>
                  <a:lnTo>
                    <a:pt x="13467" y="20546"/>
                  </a:lnTo>
                  <a:lnTo>
                    <a:pt x="13502" y="18966"/>
                  </a:lnTo>
                  <a:lnTo>
                    <a:pt x="13517" y="15278"/>
                  </a:lnTo>
                  <a:lnTo>
                    <a:pt x="13526" y="10537"/>
                  </a:lnTo>
                  <a:lnTo>
                    <a:pt x="13517" y="7376"/>
                  </a:lnTo>
                  <a:lnTo>
                    <a:pt x="13502" y="3688"/>
                  </a:lnTo>
                  <a:lnTo>
                    <a:pt x="13467" y="1054"/>
                  </a:lnTo>
                  <a:lnTo>
                    <a:pt x="13423" y="0"/>
                  </a:lnTo>
                  <a:lnTo>
                    <a:pt x="98" y="0"/>
                  </a:lnTo>
                  <a:lnTo>
                    <a:pt x="13831" y="0"/>
                  </a:lnTo>
                  <a:lnTo>
                    <a:pt x="13796" y="1054"/>
                  </a:lnTo>
                  <a:lnTo>
                    <a:pt x="13762" y="3688"/>
                  </a:lnTo>
                  <a:lnTo>
                    <a:pt x="13737" y="7376"/>
                  </a:lnTo>
                  <a:lnTo>
                    <a:pt x="13728" y="10537"/>
                  </a:lnTo>
                  <a:lnTo>
                    <a:pt x="13737" y="15278"/>
                  </a:lnTo>
                  <a:lnTo>
                    <a:pt x="13762" y="18966"/>
                  </a:lnTo>
                  <a:lnTo>
                    <a:pt x="13796" y="20546"/>
                  </a:lnTo>
                  <a:lnTo>
                    <a:pt x="13831" y="21600"/>
                  </a:lnTo>
                  <a:lnTo>
                    <a:pt x="13870" y="20546"/>
                  </a:lnTo>
                  <a:lnTo>
                    <a:pt x="13904" y="18966"/>
                  </a:lnTo>
                  <a:lnTo>
                    <a:pt x="13919" y="15278"/>
                  </a:lnTo>
                  <a:lnTo>
                    <a:pt x="13929" y="10537"/>
                  </a:lnTo>
                  <a:lnTo>
                    <a:pt x="13919" y="7376"/>
                  </a:lnTo>
                  <a:lnTo>
                    <a:pt x="13904" y="3688"/>
                  </a:lnTo>
                  <a:lnTo>
                    <a:pt x="13870" y="1054"/>
                  </a:lnTo>
                  <a:lnTo>
                    <a:pt x="13831" y="0"/>
                  </a:lnTo>
                  <a:lnTo>
                    <a:pt x="98" y="0"/>
                  </a:lnTo>
                  <a:lnTo>
                    <a:pt x="14233" y="0"/>
                  </a:lnTo>
                  <a:lnTo>
                    <a:pt x="14199" y="1054"/>
                  </a:lnTo>
                  <a:lnTo>
                    <a:pt x="14164" y="3688"/>
                  </a:lnTo>
                  <a:lnTo>
                    <a:pt x="14140" y="7376"/>
                  </a:lnTo>
                  <a:lnTo>
                    <a:pt x="14130" y="10537"/>
                  </a:lnTo>
                  <a:lnTo>
                    <a:pt x="14140" y="15278"/>
                  </a:lnTo>
                  <a:lnTo>
                    <a:pt x="14164" y="18966"/>
                  </a:lnTo>
                  <a:lnTo>
                    <a:pt x="14199" y="20546"/>
                  </a:lnTo>
                  <a:lnTo>
                    <a:pt x="14233" y="21600"/>
                  </a:lnTo>
                  <a:lnTo>
                    <a:pt x="14272" y="20546"/>
                  </a:lnTo>
                  <a:lnTo>
                    <a:pt x="14307" y="18966"/>
                  </a:lnTo>
                  <a:lnTo>
                    <a:pt x="14326" y="15278"/>
                  </a:lnTo>
                  <a:lnTo>
                    <a:pt x="14331" y="10537"/>
                  </a:lnTo>
                  <a:lnTo>
                    <a:pt x="14326" y="7376"/>
                  </a:lnTo>
                  <a:lnTo>
                    <a:pt x="14307" y="3688"/>
                  </a:lnTo>
                  <a:lnTo>
                    <a:pt x="14272" y="1054"/>
                  </a:lnTo>
                  <a:lnTo>
                    <a:pt x="14233" y="0"/>
                  </a:lnTo>
                  <a:lnTo>
                    <a:pt x="98" y="0"/>
                  </a:lnTo>
                  <a:lnTo>
                    <a:pt x="14636" y="0"/>
                  </a:lnTo>
                  <a:lnTo>
                    <a:pt x="14601" y="1054"/>
                  </a:lnTo>
                  <a:lnTo>
                    <a:pt x="14567" y="3688"/>
                  </a:lnTo>
                  <a:lnTo>
                    <a:pt x="14542" y="7376"/>
                  </a:lnTo>
                  <a:lnTo>
                    <a:pt x="14533" y="10537"/>
                  </a:lnTo>
                  <a:lnTo>
                    <a:pt x="14542" y="15278"/>
                  </a:lnTo>
                  <a:lnTo>
                    <a:pt x="14567" y="18966"/>
                  </a:lnTo>
                  <a:lnTo>
                    <a:pt x="14601" y="20546"/>
                  </a:lnTo>
                  <a:lnTo>
                    <a:pt x="14636" y="21600"/>
                  </a:lnTo>
                  <a:lnTo>
                    <a:pt x="14680" y="20546"/>
                  </a:lnTo>
                  <a:lnTo>
                    <a:pt x="14709" y="18966"/>
                  </a:lnTo>
                  <a:lnTo>
                    <a:pt x="14729" y="15278"/>
                  </a:lnTo>
                  <a:lnTo>
                    <a:pt x="14739" y="10537"/>
                  </a:lnTo>
                  <a:lnTo>
                    <a:pt x="14729" y="7376"/>
                  </a:lnTo>
                  <a:lnTo>
                    <a:pt x="14709" y="3688"/>
                  </a:lnTo>
                  <a:lnTo>
                    <a:pt x="14680" y="1054"/>
                  </a:lnTo>
                  <a:lnTo>
                    <a:pt x="14636" y="0"/>
                  </a:lnTo>
                  <a:lnTo>
                    <a:pt x="98" y="0"/>
                  </a:lnTo>
                  <a:lnTo>
                    <a:pt x="15038" y="0"/>
                  </a:lnTo>
                  <a:lnTo>
                    <a:pt x="15004" y="1054"/>
                  </a:lnTo>
                  <a:lnTo>
                    <a:pt x="14974" y="3688"/>
                  </a:lnTo>
                  <a:lnTo>
                    <a:pt x="14945" y="7376"/>
                  </a:lnTo>
                  <a:lnTo>
                    <a:pt x="14940" y="10537"/>
                  </a:lnTo>
                  <a:lnTo>
                    <a:pt x="14945" y="15278"/>
                  </a:lnTo>
                  <a:lnTo>
                    <a:pt x="14974" y="18966"/>
                  </a:lnTo>
                  <a:lnTo>
                    <a:pt x="15004" y="20546"/>
                  </a:lnTo>
                  <a:lnTo>
                    <a:pt x="15038" y="21600"/>
                  </a:lnTo>
                  <a:lnTo>
                    <a:pt x="15082" y="20546"/>
                  </a:lnTo>
                  <a:lnTo>
                    <a:pt x="15117" y="18966"/>
                  </a:lnTo>
                  <a:lnTo>
                    <a:pt x="15131" y="15278"/>
                  </a:lnTo>
                  <a:lnTo>
                    <a:pt x="15141" y="10537"/>
                  </a:lnTo>
                  <a:lnTo>
                    <a:pt x="15131" y="7376"/>
                  </a:lnTo>
                  <a:lnTo>
                    <a:pt x="15117" y="3688"/>
                  </a:lnTo>
                  <a:lnTo>
                    <a:pt x="15082" y="1054"/>
                  </a:lnTo>
                  <a:lnTo>
                    <a:pt x="15038" y="0"/>
                  </a:lnTo>
                  <a:lnTo>
                    <a:pt x="98" y="0"/>
                  </a:lnTo>
                  <a:lnTo>
                    <a:pt x="15445" y="0"/>
                  </a:lnTo>
                  <a:lnTo>
                    <a:pt x="15411" y="1054"/>
                  </a:lnTo>
                  <a:lnTo>
                    <a:pt x="15377" y="3688"/>
                  </a:lnTo>
                  <a:lnTo>
                    <a:pt x="15352" y="7376"/>
                  </a:lnTo>
                  <a:lnTo>
                    <a:pt x="15342" y="10537"/>
                  </a:lnTo>
                  <a:lnTo>
                    <a:pt x="15352" y="15278"/>
                  </a:lnTo>
                  <a:lnTo>
                    <a:pt x="15377" y="18966"/>
                  </a:lnTo>
                  <a:lnTo>
                    <a:pt x="15411" y="20546"/>
                  </a:lnTo>
                  <a:lnTo>
                    <a:pt x="15445" y="21600"/>
                  </a:lnTo>
                  <a:lnTo>
                    <a:pt x="15485" y="20546"/>
                  </a:lnTo>
                  <a:lnTo>
                    <a:pt x="15519" y="18966"/>
                  </a:lnTo>
                  <a:lnTo>
                    <a:pt x="15534" y="15278"/>
                  </a:lnTo>
                  <a:lnTo>
                    <a:pt x="15544" y="10537"/>
                  </a:lnTo>
                  <a:lnTo>
                    <a:pt x="15534" y="7376"/>
                  </a:lnTo>
                  <a:lnTo>
                    <a:pt x="15519" y="3688"/>
                  </a:lnTo>
                  <a:lnTo>
                    <a:pt x="15485" y="1054"/>
                  </a:lnTo>
                  <a:lnTo>
                    <a:pt x="15445" y="0"/>
                  </a:lnTo>
                  <a:lnTo>
                    <a:pt x="98" y="0"/>
                  </a:lnTo>
                  <a:lnTo>
                    <a:pt x="15848" y="0"/>
                  </a:lnTo>
                  <a:lnTo>
                    <a:pt x="15813" y="1054"/>
                  </a:lnTo>
                  <a:lnTo>
                    <a:pt x="15779" y="3688"/>
                  </a:lnTo>
                  <a:lnTo>
                    <a:pt x="15755" y="7376"/>
                  </a:lnTo>
                  <a:lnTo>
                    <a:pt x="15745" y="10537"/>
                  </a:lnTo>
                  <a:lnTo>
                    <a:pt x="15755" y="15278"/>
                  </a:lnTo>
                  <a:lnTo>
                    <a:pt x="15779" y="18966"/>
                  </a:lnTo>
                  <a:lnTo>
                    <a:pt x="15813" y="20546"/>
                  </a:lnTo>
                  <a:lnTo>
                    <a:pt x="15848" y="21600"/>
                  </a:lnTo>
                  <a:lnTo>
                    <a:pt x="15887" y="20546"/>
                  </a:lnTo>
                  <a:lnTo>
                    <a:pt x="15921" y="18966"/>
                  </a:lnTo>
                  <a:lnTo>
                    <a:pt x="15941" y="15278"/>
                  </a:lnTo>
                  <a:lnTo>
                    <a:pt x="15946" y="10537"/>
                  </a:lnTo>
                  <a:lnTo>
                    <a:pt x="15941" y="7376"/>
                  </a:lnTo>
                  <a:lnTo>
                    <a:pt x="15921" y="3688"/>
                  </a:lnTo>
                  <a:lnTo>
                    <a:pt x="15887" y="1054"/>
                  </a:lnTo>
                  <a:lnTo>
                    <a:pt x="15848" y="0"/>
                  </a:lnTo>
                  <a:lnTo>
                    <a:pt x="98" y="0"/>
                  </a:lnTo>
                  <a:lnTo>
                    <a:pt x="16250" y="0"/>
                  </a:lnTo>
                  <a:lnTo>
                    <a:pt x="16216" y="1054"/>
                  </a:lnTo>
                  <a:lnTo>
                    <a:pt x="16182" y="3688"/>
                  </a:lnTo>
                  <a:lnTo>
                    <a:pt x="16157" y="7376"/>
                  </a:lnTo>
                  <a:lnTo>
                    <a:pt x="16152" y="10537"/>
                  </a:lnTo>
                  <a:lnTo>
                    <a:pt x="16157" y="15278"/>
                  </a:lnTo>
                  <a:lnTo>
                    <a:pt x="16182" y="18966"/>
                  </a:lnTo>
                  <a:lnTo>
                    <a:pt x="16216" y="20546"/>
                  </a:lnTo>
                  <a:lnTo>
                    <a:pt x="16250" y="21600"/>
                  </a:lnTo>
                  <a:lnTo>
                    <a:pt x="16294" y="20546"/>
                  </a:lnTo>
                  <a:lnTo>
                    <a:pt x="16329" y="18966"/>
                  </a:lnTo>
                  <a:lnTo>
                    <a:pt x="16344" y="15278"/>
                  </a:lnTo>
                  <a:lnTo>
                    <a:pt x="16353" y="10537"/>
                  </a:lnTo>
                  <a:lnTo>
                    <a:pt x="16344" y="7376"/>
                  </a:lnTo>
                  <a:lnTo>
                    <a:pt x="16329" y="3688"/>
                  </a:lnTo>
                  <a:lnTo>
                    <a:pt x="16294" y="1054"/>
                  </a:lnTo>
                  <a:lnTo>
                    <a:pt x="16250" y="0"/>
                  </a:lnTo>
                  <a:lnTo>
                    <a:pt x="98" y="0"/>
                  </a:lnTo>
                  <a:lnTo>
                    <a:pt x="16653" y="0"/>
                  </a:lnTo>
                  <a:lnTo>
                    <a:pt x="16623" y="1054"/>
                  </a:lnTo>
                  <a:lnTo>
                    <a:pt x="16589" y="3688"/>
                  </a:lnTo>
                  <a:lnTo>
                    <a:pt x="16564" y="7376"/>
                  </a:lnTo>
                  <a:lnTo>
                    <a:pt x="16555" y="10537"/>
                  </a:lnTo>
                  <a:lnTo>
                    <a:pt x="16564" y="15278"/>
                  </a:lnTo>
                  <a:lnTo>
                    <a:pt x="16589" y="18966"/>
                  </a:lnTo>
                  <a:lnTo>
                    <a:pt x="16623" y="20546"/>
                  </a:lnTo>
                  <a:lnTo>
                    <a:pt x="16653" y="21600"/>
                  </a:lnTo>
                  <a:lnTo>
                    <a:pt x="16697" y="20546"/>
                  </a:lnTo>
                  <a:lnTo>
                    <a:pt x="16731" y="18966"/>
                  </a:lnTo>
                  <a:lnTo>
                    <a:pt x="16746" y="15278"/>
                  </a:lnTo>
                  <a:lnTo>
                    <a:pt x="16756" y="10537"/>
                  </a:lnTo>
                  <a:lnTo>
                    <a:pt x="16746" y="7376"/>
                  </a:lnTo>
                  <a:lnTo>
                    <a:pt x="16731" y="3688"/>
                  </a:lnTo>
                  <a:lnTo>
                    <a:pt x="16697" y="1054"/>
                  </a:lnTo>
                  <a:lnTo>
                    <a:pt x="16653" y="0"/>
                  </a:lnTo>
                  <a:lnTo>
                    <a:pt x="98" y="0"/>
                  </a:lnTo>
                  <a:lnTo>
                    <a:pt x="17060" y="0"/>
                  </a:lnTo>
                  <a:lnTo>
                    <a:pt x="17026" y="1054"/>
                  </a:lnTo>
                  <a:lnTo>
                    <a:pt x="16991" y="3688"/>
                  </a:lnTo>
                  <a:lnTo>
                    <a:pt x="16967" y="7376"/>
                  </a:lnTo>
                  <a:lnTo>
                    <a:pt x="16957" y="10537"/>
                  </a:lnTo>
                  <a:lnTo>
                    <a:pt x="16967" y="15278"/>
                  </a:lnTo>
                  <a:lnTo>
                    <a:pt x="16991" y="18966"/>
                  </a:lnTo>
                  <a:lnTo>
                    <a:pt x="17026" y="20546"/>
                  </a:lnTo>
                  <a:lnTo>
                    <a:pt x="17060" y="21600"/>
                  </a:lnTo>
                  <a:lnTo>
                    <a:pt x="17099" y="20546"/>
                  </a:lnTo>
                  <a:lnTo>
                    <a:pt x="17134" y="18966"/>
                  </a:lnTo>
                  <a:lnTo>
                    <a:pt x="17153" y="15278"/>
                  </a:lnTo>
                  <a:lnTo>
                    <a:pt x="17158" y="10537"/>
                  </a:lnTo>
                  <a:lnTo>
                    <a:pt x="17153" y="7376"/>
                  </a:lnTo>
                  <a:lnTo>
                    <a:pt x="17134" y="3688"/>
                  </a:lnTo>
                  <a:lnTo>
                    <a:pt x="17099" y="1054"/>
                  </a:lnTo>
                  <a:lnTo>
                    <a:pt x="17060" y="0"/>
                  </a:lnTo>
                  <a:lnTo>
                    <a:pt x="98" y="0"/>
                  </a:lnTo>
                  <a:lnTo>
                    <a:pt x="17463" y="0"/>
                  </a:lnTo>
                  <a:lnTo>
                    <a:pt x="17428" y="1054"/>
                  </a:lnTo>
                  <a:lnTo>
                    <a:pt x="17394" y="3688"/>
                  </a:lnTo>
                  <a:lnTo>
                    <a:pt x="17369" y="7376"/>
                  </a:lnTo>
                  <a:lnTo>
                    <a:pt x="17360" y="10537"/>
                  </a:lnTo>
                  <a:lnTo>
                    <a:pt x="17369" y="15278"/>
                  </a:lnTo>
                  <a:lnTo>
                    <a:pt x="17394" y="18966"/>
                  </a:lnTo>
                  <a:lnTo>
                    <a:pt x="17428" y="20546"/>
                  </a:lnTo>
                  <a:lnTo>
                    <a:pt x="17463" y="21600"/>
                  </a:lnTo>
                  <a:lnTo>
                    <a:pt x="17507" y="20546"/>
                  </a:lnTo>
                  <a:lnTo>
                    <a:pt x="17536" y="18966"/>
                  </a:lnTo>
                  <a:lnTo>
                    <a:pt x="17556" y="15278"/>
                  </a:lnTo>
                  <a:lnTo>
                    <a:pt x="17566" y="10537"/>
                  </a:lnTo>
                  <a:lnTo>
                    <a:pt x="17556" y="7376"/>
                  </a:lnTo>
                  <a:lnTo>
                    <a:pt x="17536" y="3688"/>
                  </a:lnTo>
                  <a:lnTo>
                    <a:pt x="17507" y="1054"/>
                  </a:lnTo>
                  <a:lnTo>
                    <a:pt x="17463" y="0"/>
                  </a:lnTo>
                  <a:lnTo>
                    <a:pt x="98" y="0"/>
                  </a:lnTo>
                  <a:lnTo>
                    <a:pt x="17865" y="0"/>
                  </a:lnTo>
                  <a:lnTo>
                    <a:pt x="17831" y="1054"/>
                  </a:lnTo>
                  <a:lnTo>
                    <a:pt x="17801" y="3688"/>
                  </a:lnTo>
                  <a:lnTo>
                    <a:pt x="17772" y="7376"/>
                  </a:lnTo>
                  <a:lnTo>
                    <a:pt x="17767" y="10537"/>
                  </a:lnTo>
                  <a:lnTo>
                    <a:pt x="17772" y="15278"/>
                  </a:lnTo>
                  <a:lnTo>
                    <a:pt x="17801" y="18966"/>
                  </a:lnTo>
                  <a:lnTo>
                    <a:pt x="17831" y="20546"/>
                  </a:lnTo>
                  <a:lnTo>
                    <a:pt x="17865" y="21600"/>
                  </a:lnTo>
                  <a:lnTo>
                    <a:pt x="17909" y="20546"/>
                  </a:lnTo>
                  <a:lnTo>
                    <a:pt x="17944" y="18966"/>
                  </a:lnTo>
                  <a:lnTo>
                    <a:pt x="17958" y="15278"/>
                  </a:lnTo>
                  <a:lnTo>
                    <a:pt x="17968" y="10537"/>
                  </a:lnTo>
                  <a:lnTo>
                    <a:pt x="17958" y="7376"/>
                  </a:lnTo>
                  <a:lnTo>
                    <a:pt x="17944" y="3688"/>
                  </a:lnTo>
                  <a:lnTo>
                    <a:pt x="17909" y="1054"/>
                  </a:lnTo>
                  <a:lnTo>
                    <a:pt x="17865" y="0"/>
                  </a:lnTo>
                  <a:lnTo>
                    <a:pt x="98" y="0"/>
                  </a:lnTo>
                  <a:lnTo>
                    <a:pt x="18272" y="0"/>
                  </a:lnTo>
                  <a:lnTo>
                    <a:pt x="18238" y="1054"/>
                  </a:lnTo>
                  <a:lnTo>
                    <a:pt x="18204" y="3688"/>
                  </a:lnTo>
                  <a:lnTo>
                    <a:pt x="18179" y="7376"/>
                  </a:lnTo>
                  <a:lnTo>
                    <a:pt x="18169" y="10537"/>
                  </a:lnTo>
                  <a:lnTo>
                    <a:pt x="18179" y="15278"/>
                  </a:lnTo>
                  <a:lnTo>
                    <a:pt x="18204" y="18966"/>
                  </a:lnTo>
                  <a:lnTo>
                    <a:pt x="18238" y="20546"/>
                  </a:lnTo>
                  <a:lnTo>
                    <a:pt x="18272" y="21600"/>
                  </a:lnTo>
                  <a:lnTo>
                    <a:pt x="18312" y="20546"/>
                  </a:lnTo>
                  <a:lnTo>
                    <a:pt x="18346" y="18966"/>
                  </a:lnTo>
                  <a:lnTo>
                    <a:pt x="18361" y="15278"/>
                  </a:lnTo>
                  <a:lnTo>
                    <a:pt x="18371" y="10537"/>
                  </a:lnTo>
                  <a:lnTo>
                    <a:pt x="18361" y="7376"/>
                  </a:lnTo>
                  <a:lnTo>
                    <a:pt x="18346" y="3688"/>
                  </a:lnTo>
                  <a:lnTo>
                    <a:pt x="18312" y="1054"/>
                  </a:lnTo>
                  <a:lnTo>
                    <a:pt x="18272" y="0"/>
                  </a:lnTo>
                  <a:lnTo>
                    <a:pt x="98" y="0"/>
                  </a:lnTo>
                  <a:lnTo>
                    <a:pt x="18675" y="0"/>
                  </a:lnTo>
                  <a:lnTo>
                    <a:pt x="18640" y="1054"/>
                  </a:lnTo>
                  <a:lnTo>
                    <a:pt x="18606" y="3688"/>
                  </a:lnTo>
                  <a:lnTo>
                    <a:pt x="18582" y="7376"/>
                  </a:lnTo>
                  <a:lnTo>
                    <a:pt x="18572" y="10537"/>
                  </a:lnTo>
                  <a:lnTo>
                    <a:pt x="18582" y="15278"/>
                  </a:lnTo>
                  <a:lnTo>
                    <a:pt x="18606" y="18966"/>
                  </a:lnTo>
                  <a:lnTo>
                    <a:pt x="18640" y="20546"/>
                  </a:lnTo>
                  <a:lnTo>
                    <a:pt x="18675" y="21600"/>
                  </a:lnTo>
                  <a:lnTo>
                    <a:pt x="18714" y="20546"/>
                  </a:lnTo>
                  <a:lnTo>
                    <a:pt x="18748" y="18966"/>
                  </a:lnTo>
                  <a:lnTo>
                    <a:pt x="18768" y="15278"/>
                  </a:lnTo>
                  <a:lnTo>
                    <a:pt x="18773" y="10537"/>
                  </a:lnTo>
                  <a:lnTo>
                    <a:pt x="18768" y="7376"/>
                  </a:lnTo>
                  <a:lnTo>
                    <a:pt x="18748" y="3688"/>
                  </a:lnTo>
                  <a:lnTo>
                    <a:pt x="18714" y="1054"/>
                  </a:lnTo>
                  <a:lnTo>
                    <a:pt x="18675" y="0"/>
                  </a:lnTo>
                  <a:lnTo>
                    <a:pt x="98" y="0"/>
                  </a:lnTo>
                  <a:lnTo>
                    <a:pt x="19077" y="0"/>
                  </a:lnTo>
                  <a:lnTo>
                    <a:pt x="19043" y="1054"/>
                  </a:lnTo>
                  <a:lnTo>
                    <a:pt x="19009" y="3688"/>
                  </a:lnTo>
                  <a:lnTo>
                    <a:pt x="18984" y="7376"/>
                  </a:lnTo>
                  <a:lnTo>
                    <a:pt x="18974" y="10537"/>
                  </a:lnTo>
                  <a:lnTo>
                    <a:pt x="18984" y="15278"/>
                  </a:lnTo>
                  <a:lnTo>
                    <a:pt x="19009" y="18966"/>
                  </a:lnTo>
                  <a:lnTo>
                    <a:pt x="19043" y="20546"/>
                  </a:lnTo>
                  <a:lnTo>
                    <a:pt x="19077" y="21600"/>
                  </a:lnTo>
                  <a:lnTo>
                    <a:pt x="19121" y="20546"/>
                  </a:lnTo>
                  <a:lnTo>
                    <a:pt x="19151" y="18966"/>
                  </a:lnTo>
                  <a:lnTo>
                    <a:pt x="19171" y="15278"/>
                  </a:lnTo>
                  <a:lnTo>
                    <a:pt x="19180" y="10537"/>
                  </a:lnTo>
                  <a:lnTo>
                    <a:pt x="19171" y="7376"/>
                  </a:lnTo>
                  <a:lnTo>
                    <a:pt x="19151" y="3688"/>
                  </a:lnTo>
                  <a:lnTo>
                    <a:pt x="19121" y="1054"/>
                  </a:lnTo>
                  <a:lnTo>
                    <a:pt x="19077" y="0"/>
                  </a:lnTo>
                  <a:lnTo>
                    <a:pt x="98" y="0"/>
                  </a:lnTo>
                  <a:lnTo>
                    <a:pt x="19480" y="0"/>
                  </a:lnTo>
                  <a:lnTo>
                    <a:pt x="19445" y="1054"/>
                  </a:lnTo>
                  <a:lnTo>
                    <a:pt x="19416" y="3688"/>
                  </a:lnTo>
                  <a:lnTo>
                    <a:pt x="19387" y="7376"/>
                  </a:lnTo>
                  <a:lnTo>
                    <a:pt x="19382" y="10537"/>
                  </a:lnTo>
                  <a:lnTo>
                    <a:pt x="19387" y="15278"/>
                  </a:lnTo>
                  <a:lnTo>
                    <a:pt x="19416" y="18966"/>
                  </a:lnTo>
                  <a:lnTo>
                    <a:pt x="19445" y="20546"/>
                  </a:lnTo>
                  <a:lnTo>
                    <a:pt x="19480" y="21600"/>
                  </a:lnTo>
                  <a:lnTo>
                    <a:pt x="19524" y="20546"/>
                  </a:lnTo>
                  <a:lnTo>
                    <a:pt x="19558" y="18966"/>
                  </a:lnTo>
                  <a:lnTo>
                    <a:pt x="19573" y="15278"/>
                  </a:lnTo>
                  <a:lnTo>
                    <a:pt x="19583" y="10537"/>
                  </a:lnTo>
                  <a:lnTo>
                    <a:pt x="19573" y="7376"/>
                  </a:lnTo>
                  <a:lnTo>
                    <a:pt x="19558" y="3688"/>
                  </a:lnTo>
                  <a:lnTo>
                    <a:pt x="19524" y="1054"/>
                  </a:lnTo>
                  <a:lnTo>
                    <a:pt x="19480" y="0"/>
                  </a:lnTo>
                  <a:lnTo>
                    <a:pt x="98" y="0"/>
                  </a:lnTo>
                  <a:lnTo>
                    <a:pt x="19887" y="0"/>
                  </a:lnTo>
                  <a:lnTo>
                    <a:pt x="19853" y="1054"/>
                  </a:lnTo>
                  <a:lnTo>
                    <a:pt x="19818" y="3688"/>
                  </a:lnTo>
                  <a:lnTo>
                    <a:pt x="19794" y="7376"/>
                  </a:lnTo>
                  <a:lnTo>
                    <a:pt x="19784" y="10537"/>
                  </a:lnTo>
                  <a:lnTo>
                    <a:pt x="19794" y="15278"/>
                  </a:lnTo>
                  <a:lnTo>
                    <a:pt x="19818" y="18966"/>
                  </a:lnTo>
                  <a:lnTo>
                    <a:pt x="19853" y="20546"/>
                  </a:lnTo>
                  <a:lnTo>
                    <a:pt x="19887" y="21600"/>
                  </a:lnTo>
                  <a:lnTo>
                    <a:pt x="19926" y="20546"/>
                  </a:lnTo>
                  <a:lnTo>
                    <a:pt x="19961" y="18966"/>
                  </a:lnTo>
                  <a:lnTo>
                    <a:pt x="19975" y="15278"/>
                  </a:lnTo>
                  <a:lnTo>
                    <a:pt x="19985" y="10537"/>
                  </a:lnTo>
                  <a:lnTo>
                    <a:pt x="19975" y="7376"/>
                  </a:lnTo>
                  <a:lnTo>
                    <a:pt x="19961" y="3688"/>
                  </a:lnTo>
                  <a:lnTo>
                    <a:pt x="19926" y="1054"/>
                  </a:lnTo>
                  <a:lnTo>
                    <a:pt x="19887" y="0"/>
                  </a:lnTo>
                  <a:lnTo>
                    <a:pt x="98" y="0"/>
                  </a:lnTo>
                  <a:lnTo>
                    <a:pt x="20290" y="0"/>
                  </a:lnTo>
                  <a:lnTo>
                    <a:pt x="20255" y="1054"/>
                  </a:lnTo>
                  <a:lnTo>
                    <a:pt x="20221" y="3688"/>
                  </a:lnTo>
                  <a:lnTo>
                    <a:pt x="20196" y="7376"/>
                  </a:lnTo>
                  <a:lnTo>
                    <a:pt x="20187" y="10537"/>
                  </a:lnTo>
                  <a:lnTo>
                    <a:pt x="20196" y="15278"/>
                  </a:lnTo>
                  <a:lnTo>
                    <a:pt x="20221" y="18966"/>
                  </a:lnTo>
                  <a:lnTo>
                    <a:pt x="20255" y="20546"/>
                  </a:lnTo>
                  <a:lnTo>
                    <a:pt x="20290" y="21600"/>
                  </a:lnTo>
                  <a:lnTo>
                    <a:pt x="20329" y="20546"/>
                  </a:lnTo>
                  <a:lnTo>
                    <a:pt x="20363" y="18966"/>
                  </a:lnTo>
                  <a:lnTo>
                    <a:pt x="20383" y="15278"/>
                  </a:lnTo>
                  <a:lnTo>
                    <a:pt x="20388" y="10537"/>
                  </a:lnTo>
                  <a:lnTo>
                    <a:pt x="20383" y="7376"/>
                  </a:lnTo>
                  <a:lnTo>
                    <a:pt x="20363" y="3688"/>
                  </a:lnTo>
                  <a:lnTo>
                    <a:pt x="20329" y="1054"/>
                  </a:lnTo>
                  <a:lnTo>
                    <a:pt x="20290" y="0"/>
                  </a:lnTo>
                  <a:lnTo>
                    <a:pt x="98" y="0"/>
                  </a:lnTo>
                  <a:lnTo>
                    <a:pt x="20692" y="0"/>
                  </a:lnTo>
                  <a:lnTo>
                    <a:pt x="20658" y="1054"/>
                  </a:lnTo>
                  <a:lnTo>
                    <a:pt x="20623" y="3688"/>
                  </a:lnTo>
                  <a:lnTo>
                    <a:pt x="20599" y="7376"/>
                  </a:lnTo>
                  <a:lnTo>
                    <a:pt x="20594" y="10537"/>
                  </a:lnTo>
                  <a:lnTo>
                    <a:pt x="20599" y="15278"/>
                  </a:lnTo>
                  <a:lnTo>
                    <a:pt x="20623" y="18966"/>
                  </a:lnTo>
                  <a:lnTo>
                    <a:pt x="20658" y="20546"/>
                  </a:lnTo>
                  <a:lnTo>
                    <a:pt x="20692" y="21600"/>
                  </a:lnTo>
                  <a:lnTo>
                    <a:pt x="20736" y="20546"/>
                  </a:lnTo>
                  <a:lnTo>
                    <a:pt x="20771" y="18966"/>
                  </a:lnTo>
                  <a:lnTo>
                    <a:pt x="20785" y="15278"/>
                  </a:lnTo>
                  <a:lnTo>
                    <a:pt x="20795" y="10537"/>
                  </a:lnTo>
                  <a:lnTo>
                    <a:pt x="20785" y="7376"/>
                  </a:lnTo>
                  <a:lnTo>
                    <a:pt x="20771" y="3688"/>
                  </a:lnTo>
                  <a:lnTo>
                    <a:pt x="20736" y="1054"/>
                  </a:lnTo>
                  <a:lnTo>
                    <a:pt x="20692" y="0"/>
                  </a:lnTo>
                  <a:lnTo>
                    <a:pt x="98" y="0"/>
                  </a:lnTo>
                  <a:lnTo>
                    <a:pt x="21094" y="0"/>
                  </a:lnTo>
                  <a:lnTo>
                    <a:pt x="21065" y="1054"/>
                  </a:lnTo>
                  <a:lnTo>
                    <a:pt x="21031" y="3688"/>
                  </a:lnTo>
                  <a:lnTo>
                    <a:pt x="21006" y="7376"/>
                  </a:lnTo>
                  <a:lnTo>
                    <a:pt x="20996" y="10537"/>
                  </a:lnTo>
                  <a:lnTo>
                    <a:pt x="21006" y="15278"/>
                  </a:lnTo>
                  <a:lnTo>
                    <a:pt x="21031" y="18966"/>
                  </a:lnTo>
                  <a:lnTo>
                    <a:pt x="21065" y="20546"/>
                  </a:lnTo>
                  <a:lnTo>
                    <a:pt x="21094" y="21600"/>
                  </a:lnTo>
                  <a:lnTo>
                    <a:pt x="21139" y="20546"/>
                  </a:lnTo>
                  <a:lnTo>
                    <a:pt x="21173" y="18966"/>
                  </a:lnTo>
                  <a:lnTo>
                    <a:pt x="21188" y="15278"/>
                  </a:lnTo>
                  <a:lnTo>
                    <a:pt x="21198" y="10537"/>
                  </a:lnTo>
                  <a:lnTo>
                    <a:pt x="21188" y="7376"/>
                  </a:lnTo>
                  <a:lnTo>
                    <a:pt x="21173" y="3688"/>
                  </a:lnTo>
                  <a:lnTo>
                    <a:pt x="21139" y="1054"/>
                  </a:lnTo>
                  <a:lnTo>
                    <a:pt x="21094" y="0"/>
                  </a:lnTo>
                  <a:lnTo>
                    <a:pt x="98" y="0"/>
                  </a:lnTo>
                  <a:lnTo>
                    <a:pt x="21502" y="0"/>
                  </a:lnTo>
                  <a:lnTo>
                    <a:pt x="21467" y="1054"/>
                  </a:lnTo>
                  <a:lnTo>
                    <a:pt x="21433" y="3688"/>
                  </a:lnTo>
                  <a:lnTo>
                    <a:pt x="21409" y="7376"/>
                  </a:lnTo>
                  <a:lnTo>
                    <a:pt x="21399" y="10537"/>
                  </a:lnTo>
                  <a:lnTo>
                    <a:pt x="21409" y="15278"/>
                  </a:lnTo>
                  <a:lnTo>
                    <a:pt x="21433" y="18966"/>
                  </a:lnTo>
                  <a:lnTo>
                    <a:pt x="21467" y="20546"/>
                  </a:lnTo>
                  <a:lnTo>
                    <a:pt x="21502" y="21600"/>
                  </a:lnTo>
                  <a:lnTo>
                    <a:pt x="21541" y="20546"/>
                  </a:lnTo>
                  <a:lnTo>
                    <a:pt x="21575" y="18966"/>
                  </a:lnTo>
                  <a:lnTo>
                    <a:pt x="21595" y="15278"/>
                  </a:lnTo>
                  <a:lnTo>
                    <a:pt x="21600" y="10537"/>
                  </a:lnTo>
                  <a:lnTo>
                    <a:pt x="21595" y="7376"/>
                  </a:lnTo>
                  <a:lnTo>
                    <a:pt x="21575" y="3688"/>
                  </a:lnTo>
                  <a:lnTo>
                    <a:pt x="21541" y="1054"/>
                  </a:lnTo>
                  <a:lnTo>
                    <a:pt x="21502" y="0"/>
                  </a:lnTo>
                  <a:lnTo>
                    <a:pt x="98"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16" name="Freeform 57"/>
            <p:cNvSpPr/>
            <p:nvPr/>
          </p:nvSpPr>
          <p:spPr>
            <a:xfrm>
              <a:off x="5221288" y="908050"/>
              <a:ext cx="147638" cy="1492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627"/>
                  </a:lnTo>
                  <a:lnTo>
                    <a:pt x="0"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17" name="Rectangle 58"/>
            <p:cNvSpPr txBox="1"/>
            <p:nvPr/>
          </p:nvSpPr>
          <p:spPr>
            <a:xfrm>
              <a:off x="2770187" y="368300"/>
              <a:ext cx="1554096" cy="266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solidFill>
                    <a:srgbClr val="000099"/>
                  </a:solidFill>
                  <a:latin typeface="Comic Sans MS"/>
                  <a:ea typeface="Comic Sans MS"/>
                  <a:cs typeface="Comic Sans MS"/>
                  <a:sym typeface="Comic Sans MS"/>
                </a:defRPr>
              </a:lvl1pPr>
            </a:lstStyle>
            <a:p>
              <a:pPr/>
              <a:r>
                <a:t>Application Layer</a:t>
              </a:r>
            </a:p>
          </p:txBody>
        </p:sp>
        <p:sp>
          <p:nvSpPr>
            <p:cNvPr id="1418" name="Freeform 59"/>
            <p:cNvSpPr/>
            <p:nvPr/>
          </p:nvSpPr>
          <p:spPr>
            <a:xfrm>
              <a:off x="3278187" y="785812"/>
              <a:ext cx="385764" cy="3873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lnTo>
                    <a:pt x="10822" y="0"/>
                  </a:lnTo>
                  <a:lnTo>
                    <a:pt x="0" y="10800"/>
                  </a:lnTo>
                  <a:lnTo>
                    <a:pt x="10822" y="21600"/>
                  </a:lnTo>
                  <a:lnTo>
                    <a:pt x="21600" y="108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19" name="Freeform 60"/>
            <p:cNvSpPr/>
            <p:nvPr/>
          </p:nvSpPr>
          <p:spPr>
            <a:xfrm>
              <a:off x="3370262" y="893762"/>
              <a:ext cx="231776" cy="1825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 y="10143"/>
                  </a:moveTo>
                  <a:lnTo>
                    <a:pt x="2524" y="10988"/>
                  </a:lnTo>
                  <a:lnTo>
                    <a:pt x="2895" y="11739"/>
                  </a:lnTo>
                  <a:lnTo>
                    <a:pt x="3118" y="12584"/>
                  </a:lnTo>
                  <a:lnTo>
                    <a:pt x="3414" y="13336"/>
                  </a:lnTo>
                  <a:lnTo>
                    <a:pt x="3637" y="14181"/>
                  </a:lnTo>
                  <a:lnTo>
                    <a:pt x="3934" y="14932"/>
                  </a:lnTo>
                  <a:lnTo>
                    <a:pt x="4157" y="15777"/>
                  </a:lnTo>
                  <a:lnTo>
                    <a:pt x="4454" y="16717"/>
                  </a:lnTo>
                  <a:lnTo>
                    <a:pt x="4899" y="20285"/>
                  </a:lnTo>
                  <a:lnTo>
                    <a:pt x="5419" y="20943"/>
                  </a:lnTo>
                  <a:lnTo>
                    <a:pt x="5938" y="21224"/>
                  </a:lnTo>
                  <a:lnTo>
                    <a:pt x="6458" y="21600"/>
                  </a:lnTo>
                  <a:lnTo>
                    <a:pt x="6977" y="21224"/>
                  </a:lnTo>
                  <a:lnTo>
                    <a:pt x="7348" y="20567"/>
                  </a:lnTo>
                  <a:lnTo>
                    <a:pt x="7126" y="19346"/>
                  </a:lnTo>
                  <a:lnTo>
                    <a:pt x="6829" y="18031"/>
                  </a:lnTo>
                  <a:lnTo>
                    <a:pt x="6606" y="16623"/>
                  </a:lnTo>
                  <a:lnTo>
                    <a:pt x="6309" y="15308"/>
                  </a:lnTo>
                  <a:lnTo>
                    <a:pt x="5567" y="12678"/>
                  </a:lnTo>
                  <a:lnTo>
                    <a:pt x="5196" y="11457"/>
                  </a:lnTo>
                  <a:lnTo>
                    <a:pt x="4528" y="10143"/>
                  </a:lnTo>
                  <a:lnTo>
                    <a:pt x="4305" y="9297"/>
                  </a:lnTo>
                  <a:lnTo>
                    <a:pt x="3934" y="8546"/>
                  </a:lnTo>
                  <a:lnTo>
                    <a:pt x="3637" y="7889"/>
                  </a:lnTo>
                  <a:lnTo>
                    <a:pt x="3266" y="7043"/>
                  </a:lnTo>
                  <a:lnTo>
                    <a:pt x="3043" y="6480"/>
                  </a:lnTo>
                  <a:lnTo>
                    <a:pt x="2672" y="5635"/>
                  </a:lnTo>
                  <a:lnTo>
                    <a:pt x="2375" y="4790"/>
                  </a:lnTo>
                  <a:lnTo>
                    <a:pt x="2004" y="4226"/>
                  </a:lnTo>
                  <a:lnTo>
                    <a:pt x="2375" y="3850"/>
                  </a:lnTo>
                  <a:lnTo>
                    <a:pt x="2895" y="3381"/>
                  </a:lnTo>
                  <a:lnTo>
                    <a:pt x="3414" y="3193"/>
                  </a:lnTo>
                  <a:lnTo>
                    <a:pt x="3934" y="2911"/>
                  </a:lnTo>
                  <a:lnTo>
                    <a:pt x="4305" y="2723"/>
                  </a:lnTo>
                  <a:lnTo>
                    <a:pt x="4825" y="2536"/>
                  </a:lnTo>
                  <a:lnTo>
                    <a:pt x="5419" y="2442"/>
                  </a:lnTo>
                  <a:lnTo>
                    <a:pt x="5938" y="2254"/>
                  </a:lnTo>
                  <a:lnTo>
                    <a:pt x="6680" y="2723"/>
                  </a:lnTo>
                  <a:lnTo>
                    <a:pt x="7200" y="3569"/>
                  </a:lnTo>
                  <a:lnTo>
                    <a:pt x="7868" y="6292"/>
                  </a:lnTo>
                  <a:lnTo>
                    <a:pt x="9353" y="5353"/>
                  </a:lnTo>
                  <a:lnTo>
                    <a:pt x="10169" y="4790"/>
                  </a:lnTo>
                  <a:lnTo>
                    <a:pt x="10911" y="4508"/>
                  </a:lnTo>
                  <a:lnTo>
                    <a:pt x="11654" y="4038"/>
                  </a:lnTo>
                  <a:lnTo>
                    <a:pt x="12544" y="3850"/>
                  </a:lnTo>
                  <a:lnTo>
                    <a:pt x="13361" y="3569"/>
                  </a:lnTo>
                  <a:lnTo>
                    <a:pt x="14103" y="3193"/>
                  </a:lnTo>
                  <a:lnTo>
                    <a:pt x="15216" y="3193"/>
                  </a:lnTo>
                  <a:lnTo>
                    <a:pt x="16256" y="3569"/>
                  </a:lnTo>
                  <a:lnTo>
                    <a:pt x="16924" y="4320"/>
                  </a:lnTo>
                  <a:lnTo>
                    <a:pt x="17295" y="5823"/>
                  </a:lnTo>
                  <a:lnTo>
                    <a:pt x="17518" y="7231"/>
                  </a:lnTo>
                  <a:lnTo>
                    <a:pt x="17814" y="8734"/>
                  </a:lnTo>
                  <a:lnTo>
                    <a:pt x="18037" y="10143"/>
                  </a:lnTo>
                  <a:lnTo>
                    <a:pt x="18260" y="11082"/>
                  </a:lnTo>
                  <a:lnTo>
                    <a:pt x="18557" y="11927"/>
                  </a:lnTo>
                  <a:lnTo>
                    <a:pt x="18928" y="12678"/>
                  </a:lnTo>
                  <a:lnTo>
                    <a:pt x="19299" y="13711"/>
                  </a:lnTo>
                  <a:lnTo>
                    <a:pt x="18186" y="13805"/>
                  </a:lnTo>
                  <a:lnTo>
                    <a:pt x="17146" y="13993"/>
                  </a:lnTo>
                  <a:lnTo>
                    <a:pt x="16033" y="14369"/>
                  </a:lnTo>
                  <a:lnTo>
                    <a:pt x="14994" y="14650"/>
                  </a:lnTo>
                  <a:lnTo>
                    <a:pt x="13806" y="14932"/>
                  </a:lnTo>
                  <a:lnTo>
                    <a:pt x="12693" y="15496"/>
                  </a:lnTo>
                  <a:lnTo>
                    <a:pt x="11654" y="16059"/>
                  </a:lnTo>
                  <a:lnTo>
                    <a:pt x="10763" y="16717"/>
                  </a:lnTo>
                  <a:lnTo>
                    <a:pt x="10243" y="17186"/>
                  </a:lnTo>
                  <a:lnTo>
                    <a:pt x="9872" y="17843"/>
                  </a:lnTo>
                  <a:lnTo>
                    <a:pt x="9353" y="18501"/>
                  </a:lnTo>
                  <a:lnTo>
                    <a:pt x="9278" y="19158"/>
                  </a:lnTo>
                  <a:lnTo>
                    <a:pt x="9278" y="19346"/>
                  </a:lnTo>
                  <a:lnTo>
                    <a:pt x="9649" y="19158"/>
                  </a:lnTo>
                  <a:lnTo>
                    <a:pt x="9872" y="18970"/>
                  </a:lnTo>
                  <a:lnTo>
                    <a:pt x="10169" y="18877"/>
                  </a:lnTo>
                  <a:lnTo>
                    <a:pt x="10392" y="18689"/>
                  </a:lnTo>
                  <a:lnTo>
                    <a:pt x="10763" y="18501"/>
                  </a:lnTo>
                  <a:lnTo>
                    <a:pt x="11060" y="18313"/>
                  </a:lnTo>
                  <a:lnTo>
                    <a:pt x="11282" y="18219"/>
                  </a:lnTo>
                  <a:lnTo>
                    <a:pt x="11654" y="18031"/>
                  </a:lnTo>
                  <a:lnTo>
                    <a:pt x="12322" y="17562"/>
                  </a:lnTo>
                  <a:lnTo>
                    <a:pt x="12915" y="17374"/>
                  </a:lnTo>
                  <a:lnTo>
                    <a:pt x="13732" y="17092"/>
                  </a:lnTo>
                  <a:lnTo>
                    <a:pt x="14474" y="16904"/>
                  </a:lnTo>
                  <a:lnTo>
                    <a:pt x="15142" y="16717"/>
                  </a:lnTo>
                  <a:lnTo>
                    <a:pt x="15736" y="16623"/>
                  </a:lnTo>
                  <a:lnTo>
                    <a:pt x="16627" y="16435"/>
                  </a:lnTo>
                  <a:lnTo>
                    <a:pt x="17369" y="16435"/>
                  </a:lnTo>
                  <a:lnTo>
                    <a:pt x="19967" y="15965"/>
                  </a:lnTo>
                  <a:lnTo>
                    <a:pt x="20932" y="15590"/>
                  </a:lnTo>
                  <a:lnTo>
                    <a:pt x="21600" y="14932"/>
                  </a:lnTo>
                  <a:lnTo>
                    <a:pt x="21080" y="13805"/>
                  </a:lnTo>
                  <a:lnTo>
                    <a:pt x="20561" y="12866"/>
                  </a:lnTo>
                  <a:lnTo>
                    <a:pt x="20338" y="11739"/>
                  </a:lnTo>
                  <a:lnTo>
                    <a:pt x="19967" y="10612"/>
                  </a:lnTo>
                  <a:lnTo>
                    <a:pt x="19670" y="9485"/>
                  </a:lnTo>
                  <a:lnTo>
                    <a:pt x="19447" y="8358"/>
                  </a:lnTo>
                  <a:lnTo>
                    <a:pt x="19151" y="7231"/>
                  </a:lnTo>
                  <a:lnTo>
                    <a:pt x="19076" y="5917"/>
                  </a:lnTo>
                  <a:lnTo>
                    <a:pt x="18779" y="4696"/>
                  </a:lnTo>
                  <a:lnTo>
                    <a:pt x="18557" y="3381"/>
                  </a:lnTo>
                  <a:lnTo>
                    <a:pt x="18037" y="2066"/>
                  </a:lnTo>
                  <a:lnTo>
                    <a:pt x="17295" y="1127"/>
                  </a:lnTo>
                  <a:lnTo>
                    <a:pt x="16627" y="939"/>
                  </a:lnTo>
                  <a:lnTo>
                    <a:pt x="15216" y="939"/>
                  </a:lnTo>
                  <a:lnTo>
                    <a:pt x="14623" y="1127"/>
                  </a:lnTo>
                  <a:lnTo>
                    <a:pt x="13955" y="1315"/>
                  </a:lnTo>
                  <a:lnTo>
                    <a:pt x="13361" y="1597"/>
                  </a:lnTo>
                  <a:lnTo>
                    <a:pt x="12693" y="1784"/>
                  </a:lnTo>
                  <a:lnTo>
                    <a:pt x="12173" y="2066"/>
                  </a:lnTo>
                  <a:lnTo>
                    <a:pt x="11654" y="2254"/>
                  </a:lnTo>
                  <a:lnTo>
                    <a:pt x="11282" y="2442"/>
                  </a:lnTo>
                  <a:lnTo>
                    <a:pt x="10911" y="2536"/>
                  </a:lnTo>
                  <a:lnTo>
                    <a:pt x="10169" y="2911"/>
                  </a:lnTo>
                  <a:lnTo>
                    <a:pt x="9649" y="3193"/>
                  </a:lnTo>
                  <a:lnTo>
                    <a:pt x="8907" y="3569"/>
                  </a:lnTo>
                  <a:lnTo>
                    <a:pt x="8610" y="2442"/>
                  </a:lnTo>
                  <a:lnTo>
                    <a:pt x="8388" y="1409"/>
                  </a:lnTo>
                  <a:lnTo>
                    <a:pt x="7868" y="657"/>
                  </a:lnTo>
                  <a:lnTo>
                    <a:pt x="6977" y="0"/>
                  </a:lnTo>
                  <a:lnTo>
                    <a:pt x="6680" y="0"/>
                  </a:lnTo>
                  <a:lnTo>
                    <a:pt x="6458" y="188"/>
                  </a:lnTo>
                  <a:lnTo>
                    <a:pt x="6235" y="282"/>
                  </a:lnTo>
                  <a:lnTo>
                    <a:pt x="5790" y="282"/>
                  </a:lnTo>
                  <a:lnTo>
                    <a:pt x="5567" y="470"/>
                  </a:lnTo>
                  <a:lnTo>
                    <a:pt x="5344" y="470"/>
                  </a:lnTo>
                  <a:lnTo>
                    <a:pt x="5047" y="657"/>
                  </a:lnTo>
                  <a:lnTo>
                    <a:pt x="4825" y="845"/>
                  </a:lnTo>
                  <a:lnTo>
                    <a:pt x="4008" y="939"/>
                  </a:lnTo>
                  <a:lnTo>
                    <a:pt x="3414" y="1315"/>
                  </a:lnTo>
                  <a:lnTo>
                    <a:pt x="2746" y="1597"/>
                  </a:lnTo>
                  <a:lnTo>
                    <a:pt x="2004" y="1972"/>
                  </a:lnTo>
                  <a:lnTo>
                    <a:pt x="1336" y="2442"/>
                  </a:lnTo>
                  <a:lnTo>
                    <a:pt x="891" y="2911"/>
                  </a:lnTo>
                  <a:lnTo>
                    <a:pt x="371" y="3569"/>
                  </a:lnTo>
                  <a:lnTo>
                    <a:pt x="0" y="4226"/>
                  </a:lnTo>
                  <a:lnTo>
                    <a:pt x="0" y="5165"/>
                  </a:lnTo>
                  <a:lnTo>
                    <a:pt x="223" y="5917"/>
                  </a:lnTo>
                  <a:lnTo>
                    <a:pt x="445" y="6574"/>
                  </a:lnTo>
                  <a:lnTo>
                    <a:pt x="891" y="7231"/>
                  </a:lnTo>
                  <a:lnTo>
                    <a:pt x="1336" y="8546"/>
                  </a:lnTo>
                  <a:lnTo>
                    <a:pt x="1633" y="9016"/>
                  </a:lnTo>
                  <a:lnTo>
                    <a:pt x="1856" y="9673"/>
                  </a:lnTo>
                  <a:lnTo>
                    <a:pt x="2153" y="1014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0" name="Freeform 61"/>
            <p:cNvSpPr/>
            <p:nvPr/>
          </p:nvSpPr>
          <p:spPr>
            <a:xfrm>
              <a:off x="3335337" y="960437"/>
              <a:ext cx="103189" cy="1047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95" y="3927"/>
                  </a:moveTo>
                  <a:lnTo>
                    <a:pt x="9471" y="5073"/>
                  </a:lnTo>
                  <a:lnTo>
                    <a:pt x="8474" y="5564"/>
                  </a:lnTo>
                  <a:lnTo>
                    <a:pt x="7643" y="6218"/>
                  </a:lnTo>
                  <a:lnTo>
                    <a:pt x="6812" y="7036"/>
                  </a:lnTo>
                  <a:lnTo>
                    <a:pt x="5982" y="7527"/>
                  </a:lnTo>
                  <a:lnTo>
                    <a:pt x="7477" y="8345"/>
                  </a:lnTo>
                  <a:lnTo>
                    <a:pt x="8806" y="9491"/>
                  </a:lnTo>
                  <a:lnTo>
                    <a:pt x="10302" y="10309"/>
                  </a:lnTo>
                  <a:lnTo>
                    <a:pt x="11631" y="11455"/>
                  </a:lnTo>
                  <a:lnTo>
                    <a:pt x="13126" y="12273"/>
                  </a:lnTo>
                  <a:lnTo>
                    <a:pt x="14289" y="13418"/>
                  </a:lnTo>
                  <a:lnTo>
                    <a:pt x="15951" y="14236"/>
                  </a:lnTo>
                  <a:lnTo>
                    <a:pt x="17446" y="15382"/>
                  </a:lnTo>
                  <a:lnTo>
                    <a:pt x="19606" y="14564"/>
                  </a:lnTo>
                  <a:lnTo>
                    <a:pt x="21600" y="21109"/>
                  </a:lnTo>
                  <a:lnTo>
                    <a:pt x="18443" y="21600"/>
                  </a:lnTo>
                  <a:lnTo>
                    <a:pt x="16449" y="19964"/>
                  </a:lnTo>
                  <a:lnTo>
                    <a:pt x="14455" y="18491"/>
                  </a:lnTo>
                  <a:lnTo>
                    <a:pt x="12462" y="16855"/>
                  </a:lnTo>
                  <a:lnTo>
                    <a:pt x="10302" y="15382"/>
                  </a:lnTo>
                  <a:lnTo>
                    <a:pt x="8308" y="13745"/>
                  </a:lnTo>
                  <a:lnTo>
                    <a:pt x="5982" y="12600"/>
                  </a:lnTo>
                  <a:lnTo>
                    <a:pt x="3489" y="11291"/>
                  </a:lnTo>
                  <a:lnTo>
                    <a:pt x="1163" y="10145"/>
                  </a:lnTo>
                  <a:lnTo>
                    <a:pt x="0" y="9491"/>
                  </a:lnTo>
                  <a:lnTo>
                    <a:pt x="831" y="8182"/>
                  </a:lnTo>
                  <a:lnTo>
                    <a:pt x="1662" y="6709"/>
                  </a:lnTo>
                  <a:lnTo>
                    <a:pt x="2825" y="5400"/>
                  </a:lnTo>
                  <a:lnTo>
                    <a:pt x="4320" y="4255"/>
                  </a:lnTo>
                  <a:lnTo>
                    <a:pt x="5649" y="3109"/>
                  </a:lnTo>
                  <a:lnTo>
                    <a:pt x="7477" y="2291"/>
                  </a:lnTo>
                  <a:lnTo>
                    <a:pt x="10468" y="818"/>
                  </a:lnTo>
                  <a:lnTo>
                    <a:pt x="12794" y="0"/>
                  </a:lnTo>
                  <a:lnTo>
                    <a:pt x="15452" y="3109"/>
                  </a:lnTo>
                  <a:lnTo>
                    <a:pt x="12295" y="3927"/>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1" name="Rectangle 62"/>
            <p:cNvSpPr txBox="1"/>
            <p:nvPr/>
          </p:nvSpPr>
          <p:spPr>
            <a:xfrm>
              <a:off x="2770187" y="1425575"/>
              <a:ext cx="1461357" cy="266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500">
                  <a:solidFill>
                    <a:srgbClr val="000099"/>
                  </a:solidFill>
                  <a:latin typeface="Comic Sans MS"/>
                  <a:ea typeface="Comic Sans MS"/>
                  <a:cs typeface="Comic Sans MS"/>
                  <a:sym typeface="Comic Sans MS"/>
                </a:defRPr>
              </a:lvl1pPr>
            </a:lstStyle>
            <a:p>
              <a:pPr/>
              <a:r>
                <a:t>Transport Layer</a:t>
              </a:r>
            </a:p>
          </p:txBody>
        </p:sp>
        <p:sp>
          <p:nvSpPr>
            <p:cNvPr id="1422" name="Freeform 63"/>
            <p:cNvSpPr/>
            <p:nvPr/>
          </p:nvSpPr>
          <p:spPr>
            <a:xfrm>
              <a:off x="74612" y="1367631"/>
              <a:ext cx="70612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 y="0"/>
                  </a:moveTo>
                  <a:lnTo>
                    <a:pt x="12" y="0"/>
                  </a:lnTo>
                  <a:lnTo>
                    <a:pt x="10" y="4320"/>
                  </a:lnTo>
                  <a:lnTo>
                    <a:pt x="5" y="6480"/>
                  </a:lnTo>
                  <a:lnTo>
                    <a:pt x="0" y="10800"/>
                  </a:lnTo>
                  <a:lnTo>
                    <a:pt x="0" y="15120"/>
                  </a:lnTo>
                  <a:lnTo>
                    <a:pt x="5" y="19440"/>
                  </a:lnTo>
                  <a:lnTo>
                    <a:pt x="10" y="21600"/>
                  </a:lnTo>
                  <a:lnTo>
                    <a:pt x="21595" y="21600"/>
                  </a:lnTo>
                  <a:lnTo>
                    <a:pt x="21600" y="19440"/>
                  </a:lnTo>
                  <a:lnTo>
                    <a:pt x="21600" y="6480"/>
                  </a:lnTo>
                  <a:lnTo>
                    <a:pt x="21595" y="4320"/>
                  </a:lnTo>
                  <a:lnTo>
                    <a:pt x="21593" y="0"/>
                  </a:lnTo>
                  <a:lnTo>
                    <a:pt x="17"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3" name="Oval 64"/>
            <p:cNvSpPr/>
            <p:nvPr/>
          </p:nvSpPr>
          <p:spPr>
            <a:xfrm>
              <a:off x="747712" y="1716087"/>
              <a:ext cx="1012827" cy="55562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4" name="Oval 65"/>
            <p:cNvSpPr/>
            <p:nvPr/>
          </p:nvSpPr>
          <p:spPr>
            <a:xfrm>
              <a:off x="731837" y="1700212"/>
              <a:ext cx="1046163" cy="58896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5" name="Rectangle 66"/>
            <p:cNvSpPr txBox="1"/>
            <p:nvPr/>
          </p:nvSpPr>
          <p:spPr>
            <a:xfrm>
              <a:off x="876300" y="1871662"/>
              <a:ext cx="543366" cy="36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Comic Sans MS"/>
                  <a:ea typeface="Comic Sans MS"/>
                  <a:cs typeface="Comic Sans MS"/>
                  <a:sym typeface="Comic Sans MS"/>
                </a:defRPr>
              </a:lvl1pPr>
            </a:lstStyle>
            <a:p>
              <a:pPr/>
              <a:r>
                <a:t>O.S.</a:t>
              </a:r>
            </a:p>
          </p:txBody>
        </p:sp>
        <p:sp>
          <p:nvSpPr>
            <p:cNvPr id="1426" name="Oval 67"/>
            <p:cNvSpPr/>
            <p:nvPr/>
          </p:nvSpPr>
          <p:spPr>
            <a:xfrm>
              <a:off x="5254625" y="1716087"/>
              <a:ext cx="1011239" cy="55562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7" name="Oval 68"/>
            <p:cNvSpPr/>
            <p:nvPr/>
          </p:nvSpPr>
          <p:spPr>
            <a:xfrm>
              <a:off x="5237163" y="1700212"/>
              <a:ext cx="1046163" cy="588963"/>
            </a:xfrm>
            <a:prstGeom prst="ellipse">
              <a:avLst/>
            </a:prstGeom>
            <a:noFill/>
            <a:ln w="33338" cap="flat">
              <a:solidFill>
                <a:srgbClr val="808080"/>
              </a:solidFill>
              <a:prstDash val="solid"/>
              <a:round/>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28" name="Rectangle 69"/>
            <p:cNvSpPr txBox="1"/>
            <p:nvPr/>
          </p:nvSpPr>
          <p:spPr>
            <a:xfrm>
              <a:off x="5381625" y="1871662"/>
              <a:ext cx="543367" cy="36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100">
                  <a:latin typeface="Comic Sans MS"/>
                  <a:ea typeface="Comic Sans MS"/>
                  <a:cs typeface="Comic Sans MS"/>
                  <a:sym typeface="Comic Sans MS"/>
                </a:defRPr>
              </a:lvl1pPr>
            </a:lstStyle>
            <a:p>
              <a:pPr/>
              <a:r>
                <a:t>O.S.</a:t>
              </a:r>
            </a:p>
          </p:txBody>
        </p:sp>
        <p:sp>
          <p:nvSpPr>
            <p:cNvPr id="1429" name="Rectangle 70"/>
            <p:cNvSpPr/>
            <p:nvPr/>
          </p:nvSpPr>
          <p:spPr>
            <a:xfrm>
              <a:off x="1238250" y="1243012"/>
              <a:ext cx="31751" cy="312738"/>
            </a:xfrm>
            <a:prstGeom prst="rect">
              <a:avLst/>
            </a:pr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0" name="Freeform 71"/>
            <p:cNvSpPr/>
            <p:nvPr/>
          </p:nvSpPr>
          <p:spPr>
            <a:xfrm>
              <a:off x="1181100" y="1554162"/>
              <a:ext cx="147638" cy="14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627" y="21600"/>
                  </a:lnTo>
                  <a:lnTo>
                    <a:pt x="21600" y="0"/>
                  </a:lnTo>
                  <a:lnTo>
                    <a:pt x="0"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1" name="Rectangle 72"/>
            <p:cNvSpPr/>
            <p:nvPr/>
          </p:nvSpPr>
          <p:spPr>
            <a:xfrm>
              <a:off x="5743575" y="1389062"/>
              <a:ext cx="33338" cy="311151"/>
            </a:xfrm>
            <a:prstGeom prst="rect">
              <a:avLst/>
            </a:pr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2" name="Freeform 73"/>
            <p:cNvSpPr/>
            <p:nvPr/>
          </p:nvSpPr>
          <p:spPr>
            <a:xfrm>
              <a:off x="5686425" y="1243012"/>
              <a:ext cx="149226" cy="1492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0684" y="0"/>
                  </a:lnTo>
                  <a:lnTo>
                    <a:pt x="0" y="21600"/>
                  </a:lnTo>
                  <a:lnTo>
                    <a:pt x="2160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3" name="Freeform 74"/>
            <p:cNvSpPr/>
            <p:nvPr/>
          </p:nvSpPr>
          <p:spPr>
            <a:xfrm>
              <a:off x="666750" y="1243012"/>
              <a:ext cx="384176" cy="3873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lnTo>
                    <a:pt x="10822" y="0"/>
                  </a:lnTo>
                  <a:lnTo>
                    <a:pt x="0" y="10800"/>
                  </a:lnTo>
                  <a:lnTo>
                    <a:pt x="10822" y="21600"/>
                  </a:lnTo>
                  <a:lnTo>
                    <a:pt x="21600" y="108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4" name="Freeform 75"/>
            <p:cNvSpPr/>
            <p:nvPr/>
          </p:nvSpPr>
          <p:spPr>
            <a:xfrm>
              <a:off x="757237" y="1350962"/>
              <a:ext cx="231776" cy="1825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 y="10143"/>
                  </a:moveTo>
                  <a:lnTo>
                    <a:pt x="2524" y="10894"/>
                  </a:lnTo>
                  <a:lnTo>
                    <a:pt x="2895" y="11739"/>
                  </a:lnTo>
                  <a:lnTo>
                    <a:pt x="3192" y="12584"/>
                  </a:lnTo>
                  <a:lnTo>
                    <a:pt x="3414" y="13336"/>
                  </a:lnTo>
                  <a:lnTo>
                    <a:pt x="3637" y="14181"/>
                  </a:lnTo>
                  <a:lnTo>
                    <a:pt x="3934" y="14932"/>
                  </a:lnTo>
                  <a:lnTo>
                    <a:pt x="4157" y="15777"/>
                  </a:lnTo>
                  <a:lnTo>
                    <a:pt x="4454" y="16717"/>
                  </a:lnTo>
                  <a:lnTo>
                    <a:pt x="4973" y="20285"/>
                  </a:lnTo>
                  <a:lnTo>
                    <a:pt x="5419" y="20943"/>
                  </a:lnTo>
                  <a:lnTo>
                    <a:pt x="5938" y="21224"/>
                  </a:lnTo>
                  <a:lnTo>
                    <a:pt x="6458" y="21600"/>
                  </a:lnTo>
                  <a:lnTo>
                    <a:pt x="6977" y="21224"/>
                  </a:lnTo>
                  <a:lnTo>
                    <a:pt x="7348" y="20567"/>
                  </a:lnTo>
                  <a:lnTo>
                    <a:pt x="7126" y="19346"/>
                  </a:lnTo>
                  <a:lnTo>
                    <a:pt x="6829" y="18031"/>
                  </a:lnTo>
                  <a:lnTo>
                    <a:pt x="6606" y="16529"/>
                  </a:lnTo>
                  <a:lnTo>
                    <a:pt x="6309" y="15308"/>
                  </a:lnTo>
                  <a:lnTo>
                    <a:pt x="5567" y="12678"/>
                  </a:lnTo>
                  <a:lnTo>
                    <a:pt x="5196" y="11457"/>
                  </a:lnTo>
                  <a:lnTo>
                    <a:pt x="4528" y="10143"/>
                  </a:lnTo>
                  <a:lnTo>
                    <a:pt x="4305" y="9297"/>
                  </a:lnTo>
                  <a:lnTo>
                    <a:pt x="3934" y="8546"/>
                  </a:lnTo>
                  <a:lnTo>
                    <a:pt x="3637" y="7889"/>
                  </a:lnTo>
                  <a:lnTo>
                    <a:pt x="3266" y="7043"/>
                  </a:lnTo>
                  <a:lnTo>
                    <a:pt x="3043" y="6386"/>
                  </a:lnTo>
                  <a:lnTo>
                    <a:pt x="2672" y="5635"/>
                  </a:lnTo>
                  <a:lnTo>
                    <a:pt x="2375" y="4790"/>
                  </a:lnTo>
                  <a:lnTo>
                    <a:pt x="2004" y="4226"/>
                  </a:lnTo>
                  <a:lnTo>
                    <a:pt x="2375" y="3850"/>
                  </a:lnTo>
                  <a:lnTo>
                    <a:pt x="2895" y="3381"/>
                  </a:lnTo>
                  <a:lnTo>
                    <a:pt x="3414" y="3193"/>
                  </a:lnTo>
                  <a:lnTo>
                    <a:pt x="3934" y="2911"/>
                  </a:lnTo>
                  <a:lnTo>
                    <a:pt x="4305" y="2723"/>
                  </a:lnTo>
                  <a:lnTo>
                    <a:pt x="4825" y="2536"/>
                  </a:lnTo>
                  <a:lnTo>
                    <a:pt x="5419" y="2442"/>
                  </a:lnTo>
                  <a:lnTo>
                    <a:pt x="5938" y="2254"/>
                  </a:lnTo>
                  <a:lnTo>
                    <a:pt x="6755" y="2723"/>
                  </a:lnTo>
                  <a:lnTo>
                    <a:pt x="7200" y="3569"/>
                  </a:lnTo>
                  <a:lnTo>
                    <a:pt x="7868" y="6292"/>
                  </a:lnTo>
                  <a:lnTo>
                    <a:pt x="8610" y="5823"/>
                  </a:lnTo>
                  <a:lnTo>
                    <a:pt x="9427" y="5353"/>
                  </a:lnTo>
                  <a:lnTo>
                    <a:pt x="10169" y="4790"/>
                  </a:lnTo>
                  <a:lnTo>
                    <a:pt x="10911" y="4508"/>
                  </a:lnTo>
                  <a:lnTo>
                    <a:pt x="11654" y="4038"/>
                  </a:lnTo>
                  <a:lnTo>
                    <a:pt x="12544" y="3850"/>
                  </a:lnTo>
                  <a:lnTo>
                    <a:pt x="13361" y="3569"/>
                  </a:lnTo>
                  <a:lnTo>
                    <a:pt x="14103" y="3193"/>
                  </a:lnTo>
                  <a:lnTo>
                    <a:pt x="15216" y="3193"/>
                  </a:lnTo>
                  <a:lnTo>
                    <a:pt x="16256" y="3569"/>
                  </a:lnTo>
                  <a:lnTo>
                    <a:pt x="16924" y="4320"/>
                  </a:lnTo>
                  <a:lnTo>
                    <a:pt x="17295" y="5823"/>
                  </a:lnTo>
                  <a:lnTo>
                    <a:pt x="17518" y="7231"/>
                  </a:lnTo>
                  <a:lnTo>
                    <a:pt x="17814" y="8640"/>
                  </a:lnTo>
                  <a:lnTo>
                    <a:pt x="18037" y="10143"/>
                  </a:lnTo>
                  <a:lnTo>
                    <a:pt x="18334" y="11082"/>
                  </a:lnTo>
                  <a:lnTo>
                    <a:pt x="18557" y="11927"/>
                  </a:lnTo>
                  <a:lnTo>
                    <a:pt x="18928" y="12678"/>
                  </a:lnTo>
                  <a:lnTo>
                    <a:pt x="19299" y="13711"/>
                  </a:lnTo>
                  <a:lnTo>
                    <a:pt x="18186" y="13805"/>
                  </a:lnTo>
                  <a:lnTo>
                    <a:pt x="17146" y="13993"/>
                  </a:lnTo>
                  <a:lnTo>
                    <a:pt x="16033" y="14275"/>
                  </a:lnTo>
                  <a:lnTo>
                    <a:pt x="14994" y="14650"/>
                  </a:lnTo>
                  <a:lnTo>
                    <a:pt x="13880" y="14932"/>
                  </a:lnTo>
                  <a:lnTo>
                    <a:pt x="12693" y="15402"/>
                  </a:lnTo>
                  <a:lnTo>
                    <a:pt x="11654" y="16059"/>
                  </a:lnTo>
                  <a:lnTo>
                    <a:pt x="10763" y="16717"/>
                  </a:lnTo>
                  <a:lnTo>
                    <a:pt x="10318" y="17186"/>
                  </a:lnTo>
                  <a:lnTo>
                    <a:pt x="9427" y="18501"/>
                  </a:lnTo>
                  <a:lnTo>
                    <a:pt x="9278" y="19158"/>
                  </a:lnTo>
                  <a:lnTo>
                    <a:pt x="9278" y="19346"/>
                  </a:lnTo>
                  <a:lnTo>
                    <a:pt x="9649" y="19158"/>
                  </a:lnTo>
                  <a:lnTo>
                    <a:pt x="9872" y="18970"/>
                  </a:lnTo>
                  <a:lnTo>
                    <a:pt x="10169" y="18783"/>
                  </a:lnTo>
                  <a:lnTo>
                    <a:pt x="10392" y="18689"/>
                  </a:lnTo>
                  <a:lnTo>
                    <a:pt x="10763" y="18501"/>
                  </a:lnTo>
                  <a:lnTo>
                    <a:pt x="11060" y="18313"/>
                  </a:lnTo>
                  <a:lnTo>
                    <a:pt x="11282" y="18219"/>
                  </a:lnTo>
                  <a:lnTo>
                    <a:pt x="11654" y="18031"/>
                  </a:lnTo>
                  <a:lnTo>
                    <a:pt x="12322" y="17562"/>
                  </a:lnTo>
                  <a:lnTo>
                    <a:pt x="12990" y="17374"/>
                  </a:lnTo>
                  <a:lnTo>
                    <a:pt x="13732" y="17092"/>
                  </a:lnTo>
                  <a:lnTo>
                    <a:pt x="14474" y="16904"/>
                  </a:lnTo>
                  <a:lnTo>
                    <a:pt x="15142" y="16717"/>
                  </a:lnTo>
                  <a:lnTo>
                    <a:pt x="15736" y="16529"/>
                  </a:lnTo>
                  <a:lnTo>
                    <a:pt x="16627" y="16435"/>
                  </a:lnTo>
                  <a:lnTo>
                    <a:pt x="17443" y="16435"/>
                  </a:lnTo>
                  <a:lnTo>
                    <a:pt x="19967" y="15965"/>
                  </a:lnTo>
                  <a:lnTo>
                    <a:pt x="21006" y="15590"/>
                  </a:lnTo>
                  <a:lnTo>
                    <a:pt x="21600" y="14932"/>
                  </a:lnTo>
                  <a:lnTo>
                    <a:pt x="21080" y="13805"/>
                  </a:lnTo>
                  <a:lnTo>
                    <a:pt x="20561" y="12866"/>
                  </a:lnTo>
                  <a:lnTo>
                    <a:pt x="20338" y="11739"/>
                  </a:lnTo>
                  <a:lnTo>
                    <a:pt x="19967" y="10612"/>
                  </a:lnTo>
                  <a:lnTo>
                    <a:pt x="19670" y="9485"/>
                  </a:lnTo>
                  <a:lnTo>
                    <a:pt x="19225" y="7231"/>
                  </a:lnTo>
                  <a:lnTo>
                    <a:pt x="19076" y="5917"/>
                  </a:lnTo>
                  <a:lnTo>
                    <a:pt x="18779" y="4696"/>
                  </a:lnTo>
                  <a:lnTo>
                    <a:pt x="18557" y="3381"/>
                  </a:lnTo>
                  <a:lnTo>
                    <a:pt x="18037" y="2066"/>
                  </a:lnTo>
                  <a:lnTo>
                    <a:pt x="17295" y="1127"/>
                  </a:lnTo>
                  <a:lnTo>
                    <a:pt x="16627" y="939"/>
                  </a:lnTo>
                  <a:lnTo>
                    <a:pt x="15216" y="939"/>
                  </a:lnTo>
                  <a:lnTo>
                    <a:pt x="14623" y="1127"/>
                  </a:lnTo>
                  <a:lnTo>
                    <a:pt x="13955" y="1315"/>
                  </a:lnTo>
                  <a:lnTo>
                    <a:pt x="13361" y="1597"/>
                  </a:lnTo>
                  <a:lnTo>
                    <a:pt x="12693" y="1784"/>
                  </a:lnTo>
                  <a:lnTo>
                    <a:pt x="12173" y="2066"/>
                  </a:lnTo>
                  <a:lnTo>
                    <a:pt x="11654" y="2254"/>
                  </a:lnTo>
                  <a:lnTo>
                    <a:pt x="11282" y="2442"/>
                  </a:lnTo>
                  <a:lnTo>
                    <a:pt x="10911" y="2536"/>
                  </a:lnTo>
                  <a:lnTo>
                    <a:pt x="10169" y="2911"/>
                  </a:lnTo>
                  <a:lnTo>
                    <a:pt x="9649" y="3193"/>
                  </a:lnTo>
                  <a:lnTo>
                    <a:pt x="8907" y="3569"/>
                  </a:lnTo>
                  <a:lnTo>
                    <a:pt x="8610" y="2442"/>
                  </a:lnTo>
                  <a:lnTo>
                    <a:pt x="8388" y="1409"/>
                  </a:lnTo>
                  <a:lnTo>
                    <a:pt x="7868" y="657"/>
                  </a:lnTo>
                  <a:lnTo>
                    <a:pt x="6977" y="0"/>
                  </a:lnTo>
                  <a:lnTo>
                    <a:pt x="6755" y="0"/>
                  </a:lnTo>
                  <a:lnTo>
                    <a:pt x="6458" y="188"/>
                  </a:lnTo>
                  <a:lnTo>
                    <a:pt x="6235" y="282"/>
                  </a:lnTo>
                  <a:lnTo>
                    <a:pt x="5864" y="282"/>
                  </a:lnTo>
                  <a:lnTo>
                    <a:pt x="5567" y="470"/>
                  </a:lnTo>
                  <a:lnTo>
                    <a:pt x="5344" y="470"/>
                  </a:lnTo>
                  <a:lnTo>
                    <a:pt x="5047" y="657"/>
                  </a:lnTo>
                  <a:lnTo>
                    <a:pt x="4825" y="845"/>
                  </a:lnTo>
                  <a:lnTo>
                    <a:pt x="4082" y="939"/>
                  </a:lnTo>
                  <a:lnTo>
                    <a:pt x="3414" y="1315"/>
                  </a:lnTo>
                  <a:lnTo>
                    <a:pt x="2746" y="1597"/>
                  </a:lnTo>
                  <a:lnTo>
                    <a:pt x="2004" y="1972"/>
                  </a:lnTo>
                  <a:lnTo>
                    <a:pt x="1410" y="2442"/>
                  </a:lnTo>
                  <a:lnTo>
                    <a:pt x="891" y="2911"/>
                  </a:lnTo>
                  <a:lnTo>
                    <a:pt x="371" y="3569"/>
                  </a:lnTo>
                  <a:lnTo>
                    <a:pt x="0" y="4226"/>
                  </a:lnTo>
                  <a:lnTo>
                    <a:pt x="0" y="5165"/>
                  </a:lnTo>
                  <a:lnTo>
                    <a:pt x="223" y="5917"/>
                  </a:lnTo>
                  <a:lnTo>
                    <a:pt x="520" y="6574"/>
                  </a:lnTo>
                  <a:lnTo>
                    <a:pt x="891" y="7231"/>
                  </a:lnTo>
                  <a:lnTo>
                    <a:pt x="1113" y="7889"/>
                  </a:lnTo>
                  <a:lnTo>
                    <a:pt x="1410" y="8546"/>
                  </a:lnTo>
                  <a:lnTo>
                    <a:pt x="1633" y="9016"/>
                  </a:lnTo>
                  <a:lnTo>
                    <a:pt x="1856" y="9673"/>
                  </a:lnTo>
                  <a:lnTo>
                    <a:pt x="2153" y="1014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5" name="Freeform 76"/>
            <p:cNvSpPr/>
            <p:nvPr/>
          </p:nvSpPr>
          <p:spPr>
            <a:xfrm>
              <a:off x="722312" y="1417637"/>
              <a:ext cx="103189" cy="1047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95" y="3927"/>
                  </a:moveTo>
                  <a:lnTo>
                    <a:pt x="9471" y="5073"/>
                  </a:lnTo>
                  <a:lnTo>
                    <a:pt x="8640" y="5564"/>
                  </a:lnTo>
                  <a:lnTo>
                    <a:pt x="7643" y="6218"/>
                  </a:lnTo>
                  <a:lnTo>
                    <a:pt x="6812" y="7036"/>
                  </a:lnTo>
                  <a:lnTo>
                    <a:pt x="5982" y="7527"/>
                  </a:lnTo>
                  <a:lnTo>
                    <a:pt x="7477" y="8345"/>
                  </a:lnTo>
                  <a:lnTo>
                    <a:pt x="8806" y="9491"/>
                  </a:lnTo>
                  <a:lnTo>
                    <a:pt x="10302" y="10309"/>
                  </a:lnTo>
                  <a:lnTo>
                    <a:pt x="11631" y="11455"/>
                  </a:lnTo>
                  <a:lnTo>
                    <a:pt x="13126" y="12273"/>
                  </a:lnTo>
                  <a:lnTo>
                    <a:pt x="14289" y="13418"/>
                  </a:lnTo>
                  <a:lnTo>
                    <a:pt x="15951" y="14236"/>
                  </a:lnTo>
                  <a:lnTo>
                    <a:pt x="17446" y="15382"/>
                  </a:lnTo>
                  <a:lnTo>
                    <a:pt x="19606" y="14564"/>
                  </a:lnTo>
                  <a:lnTo>
                    <a:pt x="21600" y="20945"/>
                  </a:lnTo>
                  <a:lnTo>
                    <a:pt x="18609" y="21600"/>
                  </a:lnTo>
                  <a:lnTo>
                    <a:pt x="16615" y="19964"/>
                  </a:lnTo>
                  <a:lnTo>
                    <a:pt x="14622" y="18491"/>
                  </a:lnTo>
                  <a:lnTo>
                    <a:pt x="12628" y="16855"/>
                  </a:lnTo>
                  <a:lnTo>
                    <a:pt x="10302" y="15382"/>
                  </a:lnTo>
                  <a:lnTo>
                    <a:pt x="8308" y="13745"/>
                  </a:lnTo>
                  <a:lnTo>
                    <a:pt x="5982" y="12600"/>
                  </a:lnTo>
                  <a:lnTo>
                    <a:pt x="3489" y="11127"/>
                  </a:lnTo>
                  <a:lnTo>
                    <a:pt x="1163" y="10145"/>
                  </a:lnTo>
                  <a:lnTo>
                    <a:pt x="0" y="9491"/>
                  </a:lnTo>
                  <a:lnTo>
                    <a:pt x="831" y="8182"/>
                  </a:lnTo>
                  <a:lnTo>
                    <a:pt x="1662" y="6709"/>
                  </a:lnTo>
                  <a:lnTo>
                    <a:pt x="2825" y="5236"/>
                  </a:lnTo>
                  <a:lnTo>
                    <a:pt x="4320" y="4255"/>
                  </a:lnTo>
                  <a:lnTo>
                    <a:pt x="5649" y="3109"/>
                  </a:lnTo>
                  <a:lnTo>
                    <a:pt x="7477" y="2291"/>
                  </a:lnTo>
                  <a:lnTo>
                    <a:pt x="8806" y="1636"/>
                  </a:lnTo>
                  <a:lnTo>
                    <a:pt x="10634" y="818"/>
                  </a:lnTo>
                  <a:lnTo>
                    <a:pt x="12794" y="0"/>
                  </a:lnTo>
                  <a:lnTo>
                    <a:pt x="15452" y="3109"/>
                  </a:lnTo>
                  <a:lnTo>
                    <a:pt x="12295" y="3927"/>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6" name="Freeform 77"/>
            <p:cNvSpPr/>
            <p:nvPr/>
          </p:nvSpPr>
          <p:spPr>
            <a:xfrm>
              <a:off x="5956300" y="1243012"/>
              <a:ext cx="385764" cy="3873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00"/>
                  </a:moveTo>
                  <a:lnTo>
                    <a:pt x="10822" y="0"/>
                  </a:lnTo>
                  <a:lnTo>
                    <a:pt x="0" y="10800"/>
                  </a:lnTo>
                  <a:lnTo>
                    <a:pt x="10822" y="21600"/>
                  </a:lnTo>
                  <a:lnTo>
                    <a:pt x="21600" y="108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7" name="Freeform 78"/>
            <p:cNvSpPr/>
            <p:nvPr/>
          </p:nvSpPr>
          <p:spPr>
            <a:xfrm>
              <a:off x="6046788" y="1350962"/>
              <a:ext cx="231776" cy="1825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 y="10143"/>
                  </a:moveTo>
                  <a:lnTo>
                    <a:pt x="2524" y="10894"/>
                  </a:lnTo>
                  <a:lnTo>
                    <a:pt x="2895" y="11739"/>
                  </a:lnTo>
                  <a:lnTo>
                    <a:pt x="3192" y="12584"/>
                  </a:lnTo>
                  <a:lnTo>
                    <a:pt x="3414" y="13336"/>
                  </a:lnTo>
                  <a:lnTo>
                    <a:pt x="3711" y="14181"/>
                  </a:lnTo>
                  <a:lnTo>
                    <a:pt x="3934" y="14932"/>
                  </a:lnTo>
                  <a:lnTo>
                    <a:pt x="4157" y="15777"/>
                  </a:lnTo>
                  <a:lnTo>
                    <a:pt x="4454" y="16717"/>
                  </a:lnTo>
                  <a:lnTo>
                    <a:pt x="4973" y="20285"/>
                  </a:lnTo>
                  <a:lnTo>
                    <a:pt x="5493" y="20943"/>
                  </a:lnTo>
                  <a:lnTo>
                    <a:pt x="5938" y="21224"/>
                  </a:lnTo>
                  <a:lnTo>
                    <a:pt x="6458" y="21600"/>
                  </a:lnTo>
                  <a:lnTo>
                    <a:pt x="6977" y="21224"/>
                  </a:lnTo>
                  <a:lnTo>
                    <a:pt x="7348" y="20567"/>
                  </a:lnTo>
                  <a:lnTo>
                    <a:pt x="7126" y="19346"/>
                  </a:lnTo>
                  <a:lnTo>
                    <a:pt x="6829" y="18031"/>
                  </a:lnTo>
                  <a:lnTo>
                    <a:pt x="6606" y="16529"/>
                  </a:lnTo>
                  <a:lnTo>
                    <a:pt x="6384" y="15308"/>
                  </a:lnTo>
                  <a:lnTo>
                    <a:pt x="5938" y="13993"/>
                  </a:lnTo>
                  <a:lnTo>
                    <a:pt x="5567" y="12678"/>
                  </a:lnTo>
                  <a:lnTo>
                    <a:pt x="5196" y="11457"/>
                  </a:lnTo>
                  <a:lnTo>
                    <a:pt x="4602" y="10143"/>
                  </a:lnTo>
                  <a:lnTo>
                    <a:pt x="4305" y="9297"/>
                  </a:lnTo>
                  <a:lnTo>
                    <a:pt x="3934" y="8546"/>
                  </a:lnTo>
                  <a:lnTo>
                    <a:pt x="3711" y="7889"/>
                  </a:lnTo>
                  <a:lnTo>
                    <a:pt x="3266" y="7043"/>
                  </a:lnTo>
                  <a:lnTo>
                    <a:pt x="3043" y="6386"/>
                  </a:lnTo>
                  <a:lnTo>
                    <a:pt x="2672" y="5635"/>
                  </a:lnTo>
                  <a:lnTo>
                    <a:pt x="2375" y="4790"/>
                  </a:lnTo>
                  <a:lnTo>
                    <a:pt x="2004" y="4226"/>
                  </a:lnTo>
                  <a:lnTo>
                    <a:pt x="2375" y="3850"/>
                  </a:lnTo>
                  <a:lnTo>
                    <a:pt x="2895" y="3381"/>
                  </a:lnTo>
                  <a:lnTo>
                    <a:pt x="3414" y="3193"/>
                  </a:lnTo>
                  <a:lnTo>
                    <a:pt x="3934" y="2911"/>
                  </a:lnTo>
                  <a:lnTo>
                    <a:pt x="4305" y="2723"/>
                  </a:lnTo>
                  <a:lnTo>
                    <a:pt x="4825" y="2536"/>
                  </a:lnTo>
                  <a:lnTo>
                    <a:pt x="5493" y="2442"/>
                  </a:lnTo>
                  <a:lnTo>
                    <a:pt x="5938" y="2254"/>
                  </a:lnTo>
                  <a:lnTo>
                    <a:pt x="6755" y="2723"/>
                  </a:lnTo>
                  <a:lnTo>
                    <a:pt x="7274" y="3569"/>
                  </a:lnTo>
                  <a:lnTo>
                    <a:pt x="7868" y="6292"/>
                  </a:lnTo>
                  <a:lnTo>
                    <a:pt x="8610" y="5823"/>
                  </a:lnTo>
                  <a:lnTo>
                    <a:pt x="9427" y="5353"/>
                  </a:lnTo>
                  <a:lnTo>
                    <a:pt x="10169" y="4790"/>
                  </a:lnTo>
                  <a:lnTo>
                    <a:pt x="10911" y="4508"/>
                  </a:lnTo>
                  <a:lnTo>
                    <a:pt x="11654" y="4038"/>
                  </a:lnTo>
                  <a:lnTo>
                    <a:pt x="12544" y="3850"/>
                  </a:lnTo>
                  <a:lnTo>
                    <a:pt x="13361" y="3569"/>
                  </a:lnTo>
                  <a:lnTo>
                    <a:pt x="14103" y="3193"/>
                  </a:lnTo>
                  <a:lnTo>
                    <a:pt x="15216" y="3193"/>
                  </a:lnTo>
                  <a:lnTo>
                    <a:pt x="16256" y="3569"/>
                  </a:lnTo>
                  <a:lnTo>
                    <a:pt x="16924" y="4320"/>
                  </a:lnTo>
                  <a:lnTo>
                    <a:pt x="17295" y="5823"/>
                  </a:lnTo>
                  <a:lnTo>
                    <a:pt x="17518" y="7231"/>
                  </a:lnTo>
                  <a:lnTo>
                    <a:pt x="17814" y="8640"/>
                  </a:lnTo>
                  <a:lnTo>
                    <a:pt x="18037" y="10143"/>
                  </a:lnTo>
                  <a:lnTo>
                    <a:pt x="18334" y="11082"/>
                  </a:lnTo>
                  <a:lnTo>
                    <a:pt x="18557" y="11927"/>
                  </a:lnTo>
                  <a:lnTo>
                    <a:pt x="18928" y="12678"/>
                  </a:lnTo>
                  <a:lnTo>
                    <a:pt x="19299" y="13711"/>
                  </a:lnTo>
                  <a:lnTo>
                    <a:pt x="18186" y="13805"/>
                  </a:lnTo>
                  <a:lnTo>
                    <a:pt x="17146" y="13993"/>
                  </a:lnTo>
                  <a:lnTo>
                    <a:pt x="16033" y="14275"/>
                  </a:lnTo>
                  <a:lnTo>
                    <a:pt x="14994" y="14650"/>
                  </a:lnTo>
                  <a:lnTo>
                    <a:pt x="13880" y="14932"/>
                  </a:lnTo>
                  <a:lnTo>
                    <a:pt x="12693" y="15402"/>
                  </a:lnTo>
                  <a:lnTo>
                    <a:pt x="11654" y="16059"/>
                  </a:lnTo>
                  <a:lnTo>
                    <a:pt x="10763" y="16717"/>
                  </a:lnTo>
                  <a:lnTo>
                    <a:pt x="10318" y="17186"/>
                  </a:lnTo>
                  <a:lnTo>
                    <a:pt x="9427" y="18501"/>
                  </a:lnTo>
                  <a:lnTo>
                    <a:pt x="9278" y="19158"/>
                  </a:lnTo>
                  <a:lnTo>
                    <a:pt x="9278" y="19346"/>
                  </a:lnTo>
                  <a:lnTo>
                    <a:pt x="9649" y="19158"/>
                  </a:lnTo>
                  <a:lnTo>
                    <a:pt x="9872" y="18970"/>
                  </a:lnTo>
                  <a:lnTo>
                    <a:pt x="10169" y="18783"/>
                  </a:lnTo>
                  <a:lnTo>
                    <a:pt x="10392" y="18689"/>
                  </a:lnTo>
                  <a:lnTo>
                    <a:pt x="10763" y="18501"/>
                  </a:lnTo>
                  <a:lnTo>
                    <a:pt x="11060" y="18313"/>
                  </a:lnTo>
                  <a:lnTo>
                    <a:pt x="11282" y="18219"/>
                  </a:lnTo>
                  <a:lnTo>
                    <a:pt x="11654" y="18031"/>
                  </a:lnTo>
                  <a:lnTo>
                    <a:pt x="12322" y="17562"/>
                  </a:lnTo>
                  <a:lnTo>
                    <a:pt x="12990" y="17374"/>
                  </a:lnTo>
                  <a:lnTo>
                    <a:pt x="13732" y="17092"/>
                  </a:lnTo>
                  <a:lnTo>
                    <a:pt x="14474" y="16904"/>
                  </a:lnTo>
                  <a:lnTo>
                    <a:pt x="15142" y="16717"/>
                  </a:lnTo>
                  <a:lnTo>
                    <a:pt x="15736" y="16529"/>
                  </a:lnTo>
                  <a:lnTo>
                    <a:pt x="16627" y="16435"/>
                  </a:lnTo>
                  <a:lnTo>
                    <a:pt x="17443" y="16435"/>
                  </a:lnTo>
                  <a:lnTo>
                    <a:pt x="19967" y="15965"/>
                  </a:lnTo>
                  <a:lnTo>
                    <a:pt x="21006" y="15590"/>
                  </a:lnTo>
                  <a:lnTo>
                    <a:pt x="21600" y="14932"/>
                  </a:lnTo>
                  <a:lnTo>
                    <a:pt x="21080" y="13805"/>
                  </a:lnTo>
                  <a:lnTo>
                    <a:pt x="20561" y="12866"/>
                  </a:lnTo>
                  <a:lnTo>
                    <a:pt x="20338" y="11739"/>
                  </a:lnTo>
                  <a:lnTo>
                    <a:pt x="19967" y="10612"/>
                  </a:lnTo>
                  <a:lnTo>
                    <a:pt x="19670" y="9485"/>
                  </a:lnTo>
                  <a:lnTo>
                    <a:pt x="19225" y="7231"/>
                  </a:lnTo>
                  <a:lnTo>
                    <a:pt x="19076" y="5917"/>
                  </a:lnTo>
                  <a:lnTo>
                    <a:pt x="18779" y="4696"/>
                  </a:lnTo>
                  <a:lnTo>
                    <a:pt x="18557" y="3381"/>
                  </a:lnTo>
                  <a:lnTo>
                    <a:pt x="18037" y="2066"/>
                  </a:lnTo>
                  <a:lnTo>
                    <a:pt x="17295" y="1127"/>
                  </a:lnTo>
                  <a:lnTo>
                    <a:pt x="16627" y="939"/>
                  </a:lnTo>
                  <a:lnTo>
                    <a:pt x="15216" y="939"/>
                  </a:lnTo>
                  <a:lnTo>
                    <a:pt x="14623" y="1127"/>
                  </a:lnTo>
                  <a:lnTo>
                    <a:pt x="13955" y="1315"/>
                  </a:lnTo>
                  <a:lnTo>
                    <a:pt x="13361" y="1597"/>
                  </a:lnTo>
                  <a:lnTo>
                    <a:pt x="12693" y="1784"/>
                  </a:lnTo>
                  <a:lnTo>
                    <a:pt x="12173" y="2066"/>
                  </a:lnTo>
                  <a:lnTo>
                    <a:pt x="11654" y="2254"/>
                  </a:lnTo>
                  <a:lnTo>
                    <a:pt x="11282" y="2442"/>
                  </a:lnTo>
                  <a:lnTo>
                    <a:pt x="10911" y="2536"/>
                  </a:lnTo>
                  <a:lnTo>
                    <a:pt x="10169" y="2911"/>
                  </a:lnTo>
                  <a:lnTo>
                    <a:pt x="9649" y="3193"/>
                  </a:lnTo>
                  <a:lnTo>
                    <a:pt x="8907" y="3569"/>
                  </a:lnTo>
                  <a:lnTo>
                    <a:pt x="8610" y="2442"/>
                  </a:lnTo>
                  <a:lnTo>
                    <a:pt x="8388" y="1409"/>
                  </a:lnTo>
                  <a:lnTo>
                    <a:pt x="7868" y="657"/>
                  </a:lnTo>
                  <a:lnTo>
                    <a:pt x="6977" y="0"/>
                  </a:lnTo>
                  <a:lnTo>
                    <a:pt x="6755" y="0"/>
                  </a:lnTo>
                  <a:lnTo>
                    <a:pt x="6458" y="188"/>
                  </a:lnTo>
                  <a:lnTo>
                    <a:pt x="6235" y="282"/>
                  </a:lnTo>
                  <a:lnTo>
                    <a:pt x="5864" y="282"/>
                  </a:lnTo>
                  <a:lnTo>
                    <a:pt x="5567" y="470"/>
                  </a:lnTo>
                  <a:lnTo>
                    <a:pt x="5344" y="470"/>
                  </a:lnTo>
                  <a:lnTo>
                    <a:pt x="5047" y="657"/>
                  </a:lnTo>
                  <a:lnTo>
                    <a:pt x="4825" y="845"/>
                  </a:lnTo>
                  <a:lnTo>
                    <a:pt x="4082" y="939"/>
                  </a:lnTo>
                  <a:lnTo>
                    <a:pt x="3414" y="1315"/>
                  </a:lnTo>
                  <a:lnTo>
                    <a:pt x="2821" y="1597"/>
                  </a:lnTo>
                  <a:lnTo>
                    <a:pt x="2004" y="1972"/>
                  </a:lnTo>
                  <a:lnTo>
                    <a:pt x="1410" y="2442"/>
                  </a:lnTo>
                  <a:lnTo>
                    <a:pt x="891" y="2911"/>
                  </a:lnTo>
                  <a:lnTo>
                    <a:pt x="371" y="3569"/>
                  </a:lnTo>
                  <a:lnTo>
                    <a:pt x="0" y="4226"/>
                  </a:lnTo>
                  <a:lnTo>
                    <a:pt x="0" y="5165"/>
                  </a:lnTo>
                  <a:lnTo>
                    <a:pt x="223" y="5917"/>
                  </a:lnTo>
                  <a:lnTo>
                    <a:pt x="520" y="6574"/>
                  </a:lnTo>
                  <a:lnTo>
                    <a:pt x="891" y="7231"/>
                  </a:lnTo>
                  <a:lnTo>
                    <a:pt x="1113" y="7889"/>
                  </a:lnTo>
                  <a:lnTo>
                    <a:pt x="1410" y="8546"/>
                  </a:lnTo>
                  <a:lnTo>
                    <a:pt x="1633" y="9016"/>
                  </a:lnTo>
                  <a:lnTo>
                    <a:pt x="1930" y="9673"/>
                  </a:lnTo>
                  <a:lnTo>
                    <a:pt x="2153" y="1014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8" name="Freeform 79"/>
            <p:cNvSpPr/>
            <p:nvPr/>
          </p:nvSpPr>
          <p:spPr>
            <a:xfrm>
              <a:off x="6011863" y="1417637"/>
              <a:ext cx="103188" cy="1047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02" y="3927"/>
                  </a:moveTo>
                  <a:lnTo>
                    <a:pt x="9398" y="5073"/>
                  </a:lnTo>
                  <a:lnTo>
                    <a:pt x="8574" y="5564"/>
                  </a:lnTo>
                  <a:lnTo>
                    <a:pt x="7750" y="6218"/>
                  </a:lnTo>
                  <a:lnTo>
                    <a:pt x="6760" y="7036"/>
                  </a:lnTo>
                  <a:lnTo>
                    <a:pt x="5936" y="7527"/>
                  </a:lnTo>
                  <a:lnTo>
                    <a:pt x="7420" y="8345"/>
                  </a:lnTo>
                  <a:lnTo>
                    <a:pt x="8739" y="9491"/>
                  </a:lnTo>
                  <a:lnTo>
                    <a:pt x="10223" y="10309"/>
                  </a:lnTo>
                  <a:lnTo>
                    <a:pt x="11707" y="11455"/>
                  </a:lnTo>
                  <a:lnTo>
                    <a:pt x="13026" y="12273"/>
                  </a:lnTo>
                  <a:lnTo>
                    <a:pt x="14180" y="13418"/>
                  </a:lnTo>
                  <a:lnTo>
                    <a:pt x="15829" y="14236"/>
                  </a:lnTo>
                  <a:lnTo>
                    <a:pt x="17313" y="15382"/>
                  </a:lnTo>
                  <a:lnTo>
                    <a:pt x="19621" y="14564"/>
                  </a:lnTo>
                  <a:lnTo>
                    <a:pt x="21600" y="20945"/>
                  </a:lnTo>
                  <a:lnTo>
                    <a:pt x="18467" y="21600"/>
                  </a:lnTo>
                  <a:lnTo>
                    <a:pt x="16489" y="19964"/>
                  </a:lnTo>
                  <a:lnTo>
                    <a:pt x="14510" y="18491"/>
                  </a:lnTo>
                  <a:lnTo>
                    <a:pt x="12531" y="16855"/>
                  </a:lnTo>
                  <a:lnTo>
                    <a:pt x="10223" y="15382"/>
                  </a:lnTo>
                  <a:lnTo>
                    <a:pt x="8244" y="13745"/>
                  </a:lnTo>
                  <a:lnTo>
                    <a:pt x="5936" y="12600"/>
                  </a:lnTo>
                  <a:lnTo>
                    <a:pt x="3463" y="11127"/>
                  </a:lnTo>
                  <a:lnTo>
                    <a:pt x="1154" y="10145"/>
                  </a:lnTo>
                  <a:lnTo>
                    <a:pt x="0" y="9491"/>
                  </a:lnTo>
                  <a:lnTo>
                    <a:pt x="824" y="8182"/>
                  </a:lnTo>
                  <a:lnTo>
                    <a:pt x="2803" y="5236"/>
                  </a:lnTo>
                  <a:lnTo>
                    <a:pt x="4287" y="4255"/>
                  </a:lnTo>
                  <a:lnTo>
                    <a:pt x="5771" y="3109"/>
                  </a:lnTo>
                  <a:lnTo>
                    <a:pt x="8739" y="1636"/>
                  </a:lnTo>
                  <a:lnTo>
                    <a:pt x="10553" y="818"/>
                  </a:lnTo>
                  <a:lnTo>
                    <a:pt x="12696" y="0"/>
                  </a:lnTo>
                  <a:lnTo>
                    <a:pt x="15334" y="3109"/>
                  </a:lnTo>
                  <a:lnTo>
                    <a:pt x="12202" y="3927"/>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39" name="Freeform 80"/>
            <p:cNvSpPr/>
            <p:nvPr/>
          </p:nvSpPr>
          <p:spPr>
            <a:xfrm>
              <a:off x="1760537" y="2011362"/>
              <a:ext cx="3297239" cy="31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 y="0"/>
                  </a:moveTo>
                  <a:lnTo>
                    <a:pt x="73" y="1054"/>
                  </a:lnTo>
                  <a:lnTo>
                    <a:pt x="36" y="3688"/>
                  </a:lnTo>
                  <a:lnTo>
                    <a:pt x="10" y="7376"/>
                  </a:lnTo>
                  <a:lnTo>
                    <a:pt x="0" y="11063"/>
                  </a:lnTo>
                  <a:lnTo>
                    <a:pt x="10" y="15278"/>
                  </a:lnTo>
                  <a:lnTo>
                    <a:pt x="36" y="18966"/>
                  </a:lnTo>
                  <a:lnTo>
                    <a:pt x="73" y="21073"/>
                  </a:lnTo>
                  <a:lnTo>
                    <a:pt x="109" y="21600"/>
                  </a:lnTo>
                  <a:lnTo>
                    <a:pt x="151" y="21073"/>
                  </a:lnTo>
                  <a:lnTo>
                    <a:pt x="187" y="18966"/>
                  </a:lnTo>
                  <a:lnTo>
                    <a:pt x="203" y="15278"/>
                  </a:lnTo>
                  <a:lnTo>
                    <a:pt x="213" y="11063"/>
                  </a:lnTo>
                  <a:lnTo>
                    <a:pt x="203" y="7376"/>
                  </a:lnTo>
                  <a:lnTo>
                    <a:pt x="187" y="3688"/>
                  </a:lnTo>
                  <a:lnTo>
                    <a:pt x="151" y="1054"/>
                  </a:lnTo>
                  <a:lnTo>
                    <a:pt x="109" y="0"/>
                  </a:lnTo>
                  <a:lnTo>
                    <a:pt x="535" y="0"/>
                  </a:lnTo>
                  <a:lnTo>
                    <a:pt x="499" y="1054"/>
                  </a:lnTo>
                  <a:lnTo>
                    <a:pt x="463" y="3688"/>
                  </a:lnTo>
                  <a:lnTo>
                    <a:pt x="437" y="7376"/>
                  </a:lnTo>
                  <a:lnTo>
                    <a:pt x="426" y="11063"/>
                  </a:lnTo>
                  <a:lnTo>
                    <a:pt x="437" y="15278"/>
                  </a:lnTo>
                  <a:lnTo>
                    <a:pt x="463" y="18966"/>
                  </a:lnTo>
                  <a:lnTo>
                    <a:pt x="499" y="21073"/>
                  </a:lnTo>
                  <a:lnTo>
                    <a:pt x="535" y="21600"/>
                  </a:lnTo>
                  <a:lnTo>
                    <a:pt x="577" y="21073"/>
                  </a:lnTo>
                  <a:lnTo>
                    <a:pt x="613" y="18966"/>
                  </a:lnTo>
                  <a:lnTo>
                    <a:pt x="634" y="15278"/>
                  </a:lnTo>
                  <a:lnTo>
                    <a:pt x="639" y="11063"/>
                  </a:lnTo>
                  <a:lnTo>
                    <a:pt x="634" y="7376"/>
                  </a:lnTo>
                  <a:lnTo>
                    <a:pt x="613" y="3688"/>
                  </a:lnTo>
                  <a:lnTo>
                    <a:pt x="577" y="1054"/>
                  </a:lnTo>
                  <a:lnTo>
                    <a:pt x="535" y="0"/>
                  </a:lnTo>
                  <a:lnTo>
                    <a:pt x="109" y="0"/>
                  </a:lnTo>
                  <a:lnTo>
                    <a:pt x="962" y="0"/>
                  </a:lnTo>
                  <a:lnTo>
                    <a:pt x="925" y="1054"/>
                  </a:lnTo>
                  <a:lnTo>
                    <a:pt x="889" y="3688"/>
                  </a:lnTo>
                  <a:lnTo>
                    <a:pt x="863" y="7376"/>
                  </a:lnTo>
                  <a:lnTo>
                    <a:pt x="853" y="11063"/>
                  </a:lnTo>
                  <a:lnTo>
                    <a:pt x="863" y="15278"/>
                  </a:lnTo>
                  <a:lnTo>
                    <a:pt x="889" y="18966"/>
                  </a:lnTo>
                  <a:lnTo>
                    <a:pt x="925" y="21073"/>
                  </a:lnTo>
                  <a:lnTo>
                    <a:pt x="962" y="21600"/>
                  </a:lnTo>
                  <a:lnTo>
                    <a:pt x="1009" y="21073"/>
                  </a:lnTo>
                  <a:lnTo>
                    <a:pt x="1040" y="18966"/>
                  </a:lnTo>
                  <a:lnTo>
                    <a:pt x="1061" y="15278"/>
                  </a:lnTo>
                  <a:lnTo>
                    <a:pt x="1071" y="11063"/>
                  </a:lnTo>
                  <a:lnTo>
                    <a:pt x="1061" y="7376"/>
                  </a:lnTo>
                  <a:lnTo>
                    <a:pt x="1040" y="3688"/>
                  </a:lnTo>
                  <a:lnTo>
                    <a:pt x="1009" y="1054"/>
                  </a:lnTo>
                  <a:lnTo>
                    <a:pt x="962" y="0"/>
                  </a:lnTo>
                  <a:lnTo>
                    <a:pt x="109" y="0"/>
                  </a:lnTo>
                  <a:lnTo>
                    <a:pt x="1388" y="0"/>
                  </a:lnTo>
                  <a:lnTo>
                    <a:pt x="1352" y="1054"/>
                  </a:lnTo>
                  <a:lnTo>
                    <a:pt x="1320" y="3688"/>
                  </a:lnTo>
                  <a:lnTo>
                    <a:pt x="1289" y="7376"/>
                  </a:lnTo>
                  <a:lnTo>
                    <a:pt x="1284" y="11063"/>
                  </a:lnTo>
                  <a:lnTo>
                    <a:pt x="1289" y="15278"/>
                  </a:lnTo>
                  <a:lnTo>
                    <a:pt x="1320" y="18966"/>
                  </a:lnTo>
                  <a:lnTo>
                    <a:pt x="1352" y="21073"/>
                  </a:lnTo>
                  <a:lnTo>
                    <a:pt x="1388" y="21600"/>
                  </a:lnTo>
                  <a:lnTo>
                    <a:pt x="1435" y="21073"/>
                  </a:lnTo>
                  <a:lnTo>
                    <a:pt x="1471" y="18966"/>
                  </a:lnTo>
                  <a:lnTo>
                    <a:pt x="1487" y="15278"/>
                  </a:lnTo>
                  <a:lnTo>
                    <a:pt x="1497" y="11063"/>
                  </a:lnTo>
                  <a:lnTo>
                    <a:pt x="1487" y="7376"/>
                  </a:lnTo>
                  <a:lnTo>
                    <a:pt x="1471" y="3688"/>
                  </a:lnTo>
                  <a:lnTo>
                    <a:pt x="1435" y="1054"/>
                  </a:lnTo>
                  <a:lnTo>
                    <a:pt x="1388" y="0"/>
                  </a:lnTo>
                  <a:lnTo>
                    <a:pt x="109" y="0"/>
                  </a:lnTo>
                  <a:lnTo>
                    <a:pt x="1819" y="0"/>
                  </a:lnTo>
                  <a:lnTo>
                    <a:pt x="1783" y="1054"/>
                  </a:lnTo>
                  <a:lnTo>
                    <a:pt x="1747" y="3688"/>
                  </a:lnTo>
                  <a:lnTo>
                    <a:pt x="1721" y="7376"/>
                  </a:lnTo>
                  <a:lnTo>
                    <a:pt x="1710" y="11063"/>
                  </a:lnTo>
                  <a:lnTo>
                    <a:pt x="1721" y="15278"/>
                  </a:lnTo>
                  <a:lnTo>
                    <a:pt x="1747" y="18966"/>
                  </a:lnTo>
                  <a:lnTo>
                    <a:pt x="1783" y="21073"/>
                  </a:lnTo>
                  <a:lnTo>
                    <a:pt x="1819" y="21600"/>
                  </a:lnTo>
                  <a:lnTo>
                    <a:pt x="1861" y="21073"/>
                  </a:lnTo>
                  <a:lnTo>
                    <a:pt x="1897" y="18966"/>
                  </a:lnTo>
                  <a:lnTo>
                    <a:pt x="1913" y="15278"/>
                  </a:lnTo>
                  <a:lnTo>
                    <a:pt x="1923" y="11063"/>
                  </a:lnTo>
                  <a:lnTo>
                    <a:pt x="1913" y="7376"/>
                  </a:lnTo>
                  <a:lnTo>
                    <a:pt x="1897" y="3688"/>
                  </a:lnTo>
                  <a:lnTo>
                    <a:pt x="1861" y="1054"/>
                  </a:lnTo>
                  <a:lnTo>
                    <a:pt x="1819" y="0"/>
                  </a:lnTo>
                  <a:lnTo>
                    <a:pt x="109" y="0"/>
                  </a:lnTo>
                  <a:lnTo>
                    <a:pt x="2246" y="0"/>
                  </a:lnTo>
                  <a:lnTo>
                    <a:pt x="2209" y="1054"/>
                  </a:lnTo>
                  <a:lnTo>
                    <a:pt x="2173" y="3688"/>
                  </a:lnTo>
                  <a:lnTo>
                    <a:pt x="2147" y="7376"/>
                  </a:lnTo>
                  <a:lnTo>
                    <a:pt x="2137" y="11063"/>
                  </a:lnTo>
                  <a:lnTo>
                    <a:pt x="2147" y="15278"/>
                  </a:lnTo>
                  <a:lnTo>
                    <a:pt x="2173" y="18966"/>
                  </a:lnTo>
                  <a:lnTo>
                    <a:pt x="2209" y="21073"/>
                  </a:lnTo>
                  <a:lnTo>
                    <a:pt x="2246" y="21600"/>
                  </a:lnTo>
                  <a:lnTo>
                    <a:pt x="2287" y="21073"/>
                  </a:lnTo>
                  <a:lnTo>
                    <a:pt x="2324" y="18966"/>
                  </a:lnTo>
                  <a:lnTo>
                    <a:pt x="2345" y="15278"/>
                  </a:lnTo>
                  <a:lnTo>
                    <a:pt x="2350" y="11063"/>
                  </a:lnTo>
                  <a:lnTo>
                    <a:pt x="2345" y="7376"/>
                  </a:lnTo>
                  <a:lnTo>
                    <a:pt x="2324" y="3688"/>
                  </a:lnTo>
                  <a:lnTo>
                    <a:pt x="2287" y="1054"/>
                  </a:lnTo>
                  <a:lnTo>
                    <a:pt x="2246" y="0"/>
                  </a:lnTo>
                  <a:lnTo>
                    <a:pt x="109" y="0"/>
                  </a:lnTo>
                  <a:lnTo>
                    <a:pt x="2672" y="0"/>
                  </a:lnTo>
                  <a:lnTo>
                    <a:pt x="2636" y="1054"/>
                  </a:lnTo>
                  <a:lnTo>
                    <a:pt x="2599" y="3688"/>
                  </a:lnTo>
                  <a:lnTo>
                    <a:pt x="2573" y="7376"/>
                  </a:lnTo>
                  <a:lnTo>
                    <a:pt x="2568" y="11063"/>
                  </a:lnTo>
                  <a:lnTo>
                    <a:pt x="2573" y="15278"/>
                  </a:lnTo>
                  <a:lnTo>
                    <a:pt x="2599" y="18966"/>
                  </a:lnTo>
                  <a:lnTo>
                    <a:pt x="2636" y="21073"/>
                  </a:lnTo>
                  <a:lnTo>
                    <a:pt x="2672" y="21600"/>
                  </a:lnTo>
                  <a:lnTo>
                    <a:pt x="2719" y="21073"/>
                  </a:lnTo>
                  <a:lnTo>
                    <a:pt x="2755" y="18966"/>
                  </a:lnTo>
                  <a:lnTo>
                    <a:pt x="2771" y="15278"/>
                  </a:lnTo>
                  <a:lnTo>
                    <a:pt x="2781" y="11063"/>
                  </a:lnTo>
                  <a:lnTo>
                    <a:pt x="2771" y="7376"/>
                  </a:lnTo>
                  <a:lnTo>
                    <a:pt x="2755" y="3688"/>
                  </a:lnTo>
                  <a:lnTo>
                    <a:pt x="2719" y="1054"/>
                  </a:lnTo>
                  <a:lnTo>
                    <a:pt x="2672" y="0"/>
                  </a:lnTo>
                  <a:lnTo>
                    <a:pt x="109" y="0"/>
                  </a:lnTo>
                  <a:lnTo>
                    <a:pt x="3098" y="0"/>
                  </a:lnTo>
                  <a:lnTo>
                    <a:pt x="3067" y="1054"/>
                  </a:lnTo>
                  <a:lnTo>
                    <a:pt x="3031" y="3688"/>
                  </a:lnTo>
                  <a:lnTo>
                    <a:pt x="3005" y="7376"/>
                  </a:lnTo>
                  <a:lnTo>
                    <a:pt x="2994" y="11063"/>
                  </a:lnTo>
                  <a:lnTo>
                    <a:pt x="3005" y="15278"/>
                  </a:lnTo>
                  <a:lnTo>
                    <a:pt x="3031" y="18966"/>
                  </a:lnTo>
                  <a:lnTo>
                    <a:pt x="3067" y="21073"/>
                  </a:lnTo>
                  <a:lnTo>
                    <a:pt x="3098" y="21600"/>
                  </a:lnTo>
                  <a:lnTo>
                    <a:pt x="3145" y="21073"/>
                  </a:lnTo>
                  <a:lnTo>
                    <a:pt x="3182" y="18966"/>
                  </a:lnTo>
                  <a:lnTo>
                    <a:pt x="3197" y="15278"/>
                  </a:lnTo>
                  <a:lnTo>
                    <a:pt x="3208" y="11063"/>
                  </a:lnTo>
                  <a:lnTo>
                    <a:pt x="3197" y="7376"/>
                  </a:lnTo>
                  <a:lnTo>
                    <a:pt x="3182" y="3688"/>
                  </a:lnTo>
                  <a:lnTo>
                    <a:pt x="3145" y="1054"/>
                  </a:lnTo>
                  <a:lnTo>
                    <a:pt x="3098" y="0"/>
                  </a:lnTo>
                  <a:lnTo>
                    <a:pt x="109" y="0"/>
                  </a:lnTo>
                  <a:lnTo>
                    <a:pt x="3530" y="0"/>
                  </a:lnTo>
                  <a:lnTo>
                    <a:pt x="3493" y="1054"/>
                  </a:lnTo>
                  <a:lnTo>
                    <a:pt x="3457" y="3688"/>
                  </a:lnTo>
                  <a:lnTo>
                    <a:pt x="3431" y="7376"/>
                  </a:lnTo>
                  <a:lnTo>
                    <a:pt x="3421" y="11063"/>
                  </a:lnTo>
                  <a:lnTo>
                    <a:pt x="3431" y="15278"/>
                  </a:lnTo>
                  <a:lnTo>
                    <a:pt x="3457" y="18966"/>
                  </a:lnTo>
                  <a:lnTo>
                    <a:pt x="3493" y="21073"/>
                  </a:lnTo>
                  <a:lnTo>
                    <a:pt x="3530" y="21600"/>
                  </a:lnTo>
                  <a:lnTo>
                    <a:pt x="3571" y="21073"/>
                  </a:lnTo>
                  <a:lnTo>
                    <a:pt x="3608" y="18966"/>
                  </a:lnTo>
                  <a:lnTo>
                    <a:pt x="3629" y="15278"/>
                  </a:lnTo>
                  <a:lnTo>
                    <a:pt x="3634" y="11063"/>
                  </a:lnTo>
                  <a:lnTo>
                    <a:pt x="3629" y="7376"/>
                  </a:lnTo>
                  <a:lnTo>
                    <a:pt x="3608" y="3688"/>
                  </a:lnTo>
                  <a:lnTo>
                    <a:pt x="3571" y="1054"/>
                  </a:lnTo>
                  <a:lnTo>
                    <a:pt x="3530" y="0"/>
                  </a:lnTo>
                  <a:lnTo>
                    <a:pt x="109" y="0"/>
                  </a:lnTo>
                  <a:lnTo>
                    <a:pt x="3956" y="0"/>
                  </a:lnTo>
                  <a:lnTo>
                    <a:pt x="3920" y="1054"/>
                  </a:lnTo>
                  <a:lnTo>
                    <a:pt x="3883" y="3688"/>
                  </a:lnTo>
                  <a:lnTo>
                    <a:pt x="3857" y="7376"/>
                  </a:lnTo>
                  <a:lnTo>
                    <a:pt x="3847" y="11063"/>
                  </a:lnTo>
                  <a:lnTo>
                    <a:pt x="3857" y="15278"/>
                  </a:lnTo>
                  <a:lnTo>
                    <a:pt x="3883" y="18966"/>
                  </a:lnTo>
                  <a:lnTo>
                    <a:pt x="3920" y="21073"/>
                  </a:lnTo>
                  <a:lnTo>
                    <a:pt x="3956" y="21600"/>
                  </a:lnTo>
                  <a:lnTo>
                    <a:pt x="4003" y="21073"/>
                  </a:lnTo>
                  <a:lnTo>
                    <a:pt x="4034" y="18966"/>
                  </a:lnTo>
                  <a:lnTo>
                    <a:pt x="4055" y="15278"/>
                  </a:lnTo>
                  <a:lnTo>
                    <a:pt x="4065" y="11063"/>
                  </a:lnTo>
                  <a:lnTo>
                    <a:pt x="4055" y="7376"/>
                  </a:lnTo>
                  <a:lnTo>
                    <a:pt x="4034" y="3688"/>
                  </a:lnTo>
                  <a:lnTo>
                    <a:pt x="4003" y="1054"/>
                  </a:lnTo>
                  <a:lnTo>
                    <a:pt x="3956" y="0"/>
                  </a:lnTo>
                  <a:lnTo>
                    <a:pt x="109" y="0"/>
                  </a:lnTo>
                  <a:lnTo>
                    <a:pt x="4382" y="0"/>
                  </a:lnTo>
                  <a:lnTo>
                    <a:pt x="4346" y="1054"/>
                  </a:lnTo>
                  <a:lnTo>
                    <a:pt x="4315" y="3688"/>
                  </a:lnTo>
                  <a:lnTo>
                    <a:pt x="4284" y="7376"/>
                  </a:lnTo>
                  <a:lnTo>
                    <a:pt x="4278" y="11063"/>
                  </a:lnTo>
                  <a:lnTo>
                    <a:pt x="4284" y="15278"/>
                  </a:lnTo>
                  <a:lnTo>
                    <a:pt x="4315" y="18966"/>
                  </a:lnTo>
                  <a:lnTo>
                    <a:pt x="4346" y="21073"/>
                  </a:lnTo>
                  <a:lnTo>
                    <a:pt x="4382" y="21600"/>
                  </a:lnTo>
                  <a:lnTo>
                    <a:pt x="4429" y="21073"/>
                  </a:lnTo>
                  <a:lnTo>
                    <a:pt x="4466" y="18966"/>
                  </a:lnTo>
                  <a:lnTo>
                    <a:pt x="4481" y="15278"/>
                  </a:lnTo>
                  <a:lnTo>
                    <a:pt x="4492" y="11063"/>
                  </a:lnTo>
                  <a:lnTo>
                    <a:pt x="4481" y="7376"/>
                  </a:lnTo>
                  <a:lnTo>
                    <a:pt x="4466" y="3688"/>
                  </a:lnTo>
                  <a:lnTo>
                    <a:pt x="4429" y="1054"/>
                  </a:lnTo>
                  <a:lnTo>
                    <a:pt x="4382" y="0"/>
                  </a:lnTo>
                  <a:lnTo>
                    <a:pt x="109" y="0"/>
                  </a:lnTo>
                  <a:lnTo>
                    <a:pt x="4814" y="0"/>
                  </a:lnTo>
                  <a:lnTo>
                    <a:pt x="4777" y="1054"/>
                  </a:lnTo>
                  <a:lnTo>
                    <a:pt x="4741" y="3688"/>
                  </a:lnTo>
                  <a:lnTo>
                    <a:pt x="4715" y="7376"/>
                  </a:lnTo>
                  <a:lnTo>
                    <a:pt x="4705" y="11063"/>
                  </a:lnTo>
                  <a:lnTo>
                    <a:pt x="4715" y="15278"/>
                  </a:lnTo>
                  <a:lnTo>
                    <a:pt x="4741" y="18966"/>
                  </a:lnTo>
                  <a:lnTo>
                    <a:pt x="4777" y="21073"/>
                  </a:lnTo>
                  <a:lnTo>
                    <a:pt x="4814" y="21600"/>
                  </a:lnTo>
                  <a:lnTo>
                    <a:pt x="4855" y="21073"/>
                  </a:lnTo>
                  <a:lnTo>
                    <a:pt x="4892" y="18966"/>
                  </a:lnTo>
                  <a:lnTo>
                    <a:pt x="4907" y="15278"/>
                  </a:lnTo>
                  <a:lnTo>
                    <a:pt x="4918" y="11063"/>
                  </a:lnTo>
                  <a:lnTo>
                    <a:pt x="4907" y="7376"/>
                  </a:lnTo>
                  <a:lnTo>
                    <a:pt x="4892" y="3688"/>
                  </a:lnTo>
                  <a:lnTo>
                    <a:pt x="4855" y="1054"/>
                  </a:lnTo>
                  <a:lnTo>
                    <a:pt x="4814" y="0"/>
                  </a:lnTo>
                  <a:lnTo>
                    <a:pt x="109" y="0"/>
                  </a:lnTo>
                  <a:lnTo>
                    <a:pt x="5240" y="0"/>
                  </a:lnTo>
                  <a:lnTo>
                    <a:pt x="5204" y="1054"/>
                  </a:lnTo>
                  <a:lnTo>
                    <a:pt x="5167" y="3688"/>
                  </a:lnTo>
                  <a:lnTo>
                    <a:pt x="5141" y="7376"/>
                  </a:lnTo>
                  <a:lnTo>
                    <a:pt x="5131" y="11063"/>
                  </a:lnTo>
                  <a:lnTo>
                    <a:pt x="5141" y="15278"/>
                  </a:lnTo>
                  <a:lnTo>
                    <a:pt x="5167" y="18966"/>
                  </a:lnTo>
                  <a:lnTo>
                    <a:pt x="5204" y="21073"/>
                  </a:lnTo>
                  <a:lnTo>
                    <a:pt x="5240" y="21600"/>
                  </a:lnTo>
                  <a:lnTo>
                    <a:pt x="5282" y="21073"/>
                  </a:lnTo>
                  <a:lnTo>
                    <a:pt x="5318" y="18966"/>
                  </a:lnTo>
                  <a:lnTo>
                    <a:pt x="5339" y="15278"/>
                  </a:lnTo>
                  <a:lnTo>
                    <a:pt x="5344" y="11063"/>
                  </a:lnTo>
                  <a:lnTo>
                    <a:pt x="5339" y="7376"/>
                  </a:lnTo>
                  <a:lnTo>
                    <a:pt x="5318" y="3688"/>
                  </a:lnTo>
                  <a:lnTo>
                    <a:pt x="5282" y="1054"/>
                  </a:lnTo>
                  <a:lnTo>
                    <a:pt x="5240" y="0"/>
                  </a:lnTo>
                  <a:lnTo>
                    <a:pt x="109" y="0"/>
                  </a:lnTo>
                  <a:lnTo>
                    <a:pt x="5666" y="0"/>
                  </a:lnTo>
                  <a:lnTo>
                    <a:pt x="5630" y="1054"/>
                  </a:lnTo>
                  <a:lnTo>
                    <a:pt x="5594" y="3688"/>
                  </a:lnTo>
                  <a:lnTo>
                    <a:pt x="5568" y="7376"/>
                  </a:lnTo>
                  <a:lnTo>
                    <a:pt x="5557" y="11063"/>
                  </a:lnTo>
                  <a:lnTo>
                    <a:pt x="5568" y="15278"/>
                  </a:lnTo>
                  <a:lnTo>
                    <a:pt x="5594" y="18966"/>
                  </a:lnTo>
                  <a:lnTo>
                    <a:pt x="5630" y="21073"/>
                  </a:lnTo>
                  <a:lnTo>
                    <a:pt x="5666" y="21600"/>
                  </a:lnTo>
                  <a:lnTo>
                    <a:pt x="5713" y="21073"/>
                  </a:lnTo>
                  <a:lnTo>
                    <a:pt x="5744" y="18966"/>
                  </a:lnTo>
                  <a:lnTo>
                    <a:pt x="5765" y="15278"/>
                  </a:lnTo>
                  <a:lnTo>
                    <a:pt x="5776" y="11063"/>
                  </a:lnTo>
                  <a:lnTo>
                    <a:pt x="5765" y="7376"/>
                  </a:lnTo>
                  <a:lnTo>
                    <a:pt x="5744" y="3688"/>
                  </a:lnTo>
                  <a:lnTo>
                    <a:pt x="5713" y="1054"/>
                  </a:lnTo>
                  <a:lnTo>
                    <a:pt x="5666" y="0"/>
                  </a:lnTo>
                  <a:lnTo>
                    <a:pt x="109" y="0"/>
                  </a:lnTo>
                  <a:lnTo>
                    <a:pt x="6093" y="0"/>
                  </a:lnTo>
                  <a:lnTo>
                    <a:pt x="6056" y="1054"/>
                  </a:lnTo>
                  <a:lnTo>
                    <a:pt x="6025" y="3688"/>
                  </a:lnTo>
                  <a:lnTo>
                    <a:pt x="5994" y="7376"/>
                  </a:lnTo>
                  <a:lnTo>
                    <a:pt x="5989" y="11063"/>
                  </a:lnTo>
                  <a:lnTo>
                    <a:pt x="5994" y="15278"/>
                  </a:lnTo>
                  <a:lnTo>
                    <a:pt x="6025" y="18966"/>
                  </a:lnTo>
                  <a:lnTo>
                    <a:pt x="6056" y="21073"/>
                  </a:lnTo>
                  <a:lnTo>
                    <a:pt x="6093" y="21600"/>
                  </a:lnTo>
                  <a:lnTo>
                    <a:pt x="6139" y="21073"/>
                  </a:lnTo>
                  <a:lnTo>
                    <a:pt x="6176" y="18966"/>
                  </a:lnTo>
                  <a:lnTo>
                    <a:pt x="6191" y="15278"/>
                  </a:lnTo>
                  <a:lnTo>
                    <a:pt x="6202" y="11063"/>
                  </a:lnTo>
                  <a:lnTo>
                    <a:pt x="6191" y="7376"/>
                  </a:lnTo>
                  <a:lnTo>
                    <a:pt x="6176" y="3688"/>
                  </a:lnTo>
                  <a:lnTo>
                    <a:pt x="6139" y="1054"/>
                  </a:lnTo>
                  <a:lnTo>
                    <a:pt x="6093" y="0"/>
                  </a:lnTo>
                  <a:lnTo>
                    <a:pt x="109" y="0"/>
                  </a:lnTo>
                  <a:lnTo>
                    <a:pt x="6524" y="0"/>
                  </a:lnTo>
                  <a:lnTo>
                    <a:pt x="6488" y="1054"/>
                  </a:lnTo>
                  <a:lnTo>
                    <a:pt x="6451" y="3688"/>
                  </a:lnTo>
                  <a:lnTo>
                    <a:pt x="6425" y="7376"/>
                  </a:lnTo>
                  <a:lnTo>
                    <a:pt x="6415" y="11063"/>
                  </a:lnTo>
                  <a:lnTo>
                    <a:pt x="6425" y="15278"/>
                  </a:lnTo>
                  <a:lnTo>
                    <a:pt x="6451" y="18966"/>
                  </a:lnTo>
                  <a:lnTo>
                    <a:pt x="6488" y="21073"/>
                  </a:lnTo>
                  <a:lnTo>
                    <a:pt x="6524" y="21600"/>
                  </a:lnTo>
                  <a:lnTo>
                    <a:pt x="6566" y="21073"/>
                  </a:lnTo>
                  <a:lnTo>
                    <a:pt x="6602" y="18966"/>
                  </a:lnTo>
                  <a:lnTo>
                    <a:pt x="6618" y="15278"/>
                  </a:lnTo>
                  <a:lnTo>
                    <a:pt x="6628" y="11063"/>
                  </a:lnTo>
                  <a:lnTo>
                    <a:pt x="6618" y="7376"/>
                  </a:lnTo>
                  <a:lnTo>
                    <a:pt x="6602" y="3688"/>
                  </a:lnTo>
                  <a:lnTo>
                    <a:pt x="6566" y="1054"/>
                  </a:lnTo>
                  <a:lnTo>
                    <a:pt x="6524" y="0"/>
                  </a:lnTo>
                  <a:lnTo>
                    <a:pt x="109" y="0"/>
                  </a:lnTo>
                  <a:lnTo>
                    <a:pt x="6950" y="0"/>
                  </a:lnTo>
                  <a:lnTo>
                    <a:pt x="6914" y="1054"/>
                  </a:lnTo>
                  <a:lnTo>
                    <a:pt x="6878" y="3688"/>
                  </a:lnTo>
                  <a:lnTo>
                    <a:pt x="6852" y="7376"/>
                  </a:lnTo>
                  <a:lnTo>
                    <a:pt x="6841" y="11063"/>
                  </a:lnTo>
                  <a:lnTo>
                    <a:pt x="6852" y="15278"/>
                  </a:lnTo>
                  <a:lnTo>
                    <a:pt x="6878" y="18966"/>
                  </a:lnTo>
                  <a:lnTo>
                    <a:pt x="6914" y="21073"/>
                  </a:lnTo>
                  <a:lnTo>
                    <a:pt x="6950" y="21600"/>
                  </a:lnTo>
                  <a:lnTo>
                    <a:pt x="6992" y="21073"/>
                  </a:lnTo>
                  <a:lnTo>
                    <a:pt x="7028" y="18966"/>
                  </a:lnTo>
                  <a:lnTo>
                    <a:pt x="7049" y="15278"/>
                  </a:lnTo>
                  <a:lnTo>
                    <a:pt x="7054" y="11063"/>
                  </a:lnTo>
                  <a:lnTo>
                    <a:pt x="7049" y="7376"/>
                  </a:lnTo>
                  <a:lnTo>
                    <a:pt x="7028" y="3688"/>
                  </a:lnTo>
                  <a:lnTo>
                    <a:pt x="6992" y="1054"/>
                  </a:lnTo>
                  <a:lnTo>
                    <a:pt x="6950" y="0"/>
                  </a:lnTo>
                  <a:lnTo>
                    <a:pt x="109" y="0"/>
                  </a:lnTo>
                  <a:lnTo>
                    <a:pt x="7377" y="0"/>
                  </a:lnTo>
                  <a:lnTo>
                    <a:pt x="7340" y="1054"/>
                  </a:lnTo>
                  <a:lnTo>
                    <a:pt x="7304" y="3688"/>
                  </a:lnTo>
                  <a:lnTo>
                    <a:pt x="7278" y="7376"/>
                  </a:lnTo>
                  <a:lnTo>
                    <a:pt x="7273" y="11063"/>
                  </a:lnTo>
                  <a:lnTo>
                    <a:pt x="7278" y="15278"/>
                  </a:lnTo>
                  <a:lnTo>
                    <a:pt x="7304" y="18966"/>
                  </a:lnTo>
                  <a:lnTo>
                    <a:pt x="7340" y="21073"/>
                  </a:lnTo>
                  <a:lnTo>
                    <a:pt x="7377" y="21600"/>
                  </a:lnTo>
                  <a:lnTo>
                    <a:pt x="7424" y="21073"/>
                  </a:lnTo>
                  <a:lnTo>
                    <a:pt x="7460" y="18966"/>
                  </a:lnTo>
                  <a:lnTo>
                    <a:pt x="7476" y="15278"/>
                  </a:lnTo>
                  <a:lnTo>
                    <a:pt x="7486" y="11063"/>
                  </a:lnTo>
                  <a:lnTo>
                    <a:pt x="7476" y="7376"/>
                  </a:lnTo>
                  <a:lnTo>
                    <a:pt x="7460" y="3688"/>
                  </a:lnTo>
                  <a:lnTo>
                    <a:pt x="7424" y="1054"/>
                  </a:lnTo>
                  <a:lnTo>
                    <a:pt x="7377" y="0"/>
                  </a:lnTo>
                  <a:lnTo>
                    <a:pt x="109" y="0"/>
                  </a:lnTo>
                  <a:lnTo>
                    <a:pt x="7803" y="0"/>
                  </a:lnTo>
                  <a:lnTo>
                    <a:pt x="7772" y="1054"/>
                  </a:lnTo>
                  <a:lnTo>
                    <a:pt x="7735" y="3688"/>
                  </a:lnTo>
                  <a:lnTo>
                    <a:pt x="7709" y="7376"/>
                  </a:lnTo>
                  <a:lnTo>
                    <a:pt x="7699" y="11063"/>
                  </a:lnTo>
                  <a:lnTo>
                    <a:pt x="7709" y="15278"/>
                  </a:lnTo>
                  <a:lnTo>
                    <a:pt x="7735" y="18966"/>
                  </a:lnTo>
                  <a:lnTo>
                    <a:pt x="7772" y="21073"/>
                  </a:lnTo>
                  <a:lnTo>
                    <a:pt x="7803" y="21600"/>
                  </a:lnTo>
                  <a:lnTo>
                    <a:pt x="7850" y="21073"/>
                  </a:lnTo>
                  <a:lnTo>
                    <a:pt x="7886" y="18966"/>
                  </a:lnTo>
                  <a:lnTo>
                    <a:pt x="7902" y="15278"/>
                  </a:lnTo>
                  <a:lnTo>
                    <a:pt x="7912" y="11063"/>
                  </a:lnTo>
                  <a:lnTo>
                    <a:pt x="7902" y="7376"/>
                  </a:lnTo>
                  <a:lnTo>
                    <a:pt x="7886" y="3688"/>
                  </a:lnTo>
                  <a:lnTo>
                    <a:pt x="7850" y="1054"/>
                  </a:lnTo>
                  <a:lnTo>
                    <a:pt x="7803" y="0"/>
                  </a:lnTo>
                  <a:lnTo>
                    <a:pt x="109" y="0"/>
                  </a:lnTo>
                  <a:lnTo>
                    <a:pt x="8235" y="0"/>
                  </a:lnTo>
                  <a:lnTo>
                    <a:pt x="8198" y="1054"/>
                  </a:lnTo>
                  <a:lnTo>
                    <a:pt x="8162" y="3688"/>
                  </a:lnTo>
                  <a:lnTo>
                    <a:pt x="8136" y="7376"/>
                  </a:lnTo>
                  <a:lnTo>
                    <a:pt x="8125" y="11063"/>
                  </a:lnTo>
                  <a:lnTo>
                    <a:pt x="8136" y="15278"/>
                  </a:lnTo>
                  <a:lnTo>
                    <a:pt x="8162" y="18966"/>
                  </a:lnTo>
                  <a:lnTo>
                    <a:pt x="8198" y="21073"/>
                  </a:lnTo>
                  <a:lnTo>
                    <a:pt x="8235" y="21600"/>
                  </a:lnTo>
                  <a:lnTo>
                    <a:pt x="8276" y="21073"/>
                  </a:lnTo>
                  <a:lnTo>
                    <a:pt x="8312" y="18966"/>
                  </a:lnTo>
                  <a:lnTo>
                    <a:pt x="8333" y="15278"/>
                  </a:lnTo>
                  <a:lnTo>
                    <a:pt x="8338" y="11063"/>
                  </a:lnTo>
                  <a:lnTo>
                    <a:pt x="8333" y="7376"/>
                  </a:lnTo>
                  <a:lnTo>
                    <a:pt x="8312" y="3688"/>
                  </a:lnTo>
                  <a:lnTo>
                    <a:pt x="8276" y="1054"/>
                  </a:lnTo>
                  <a:lnTo>
                    <a:pt x="8235" y="0"/>
                  </a:lnTo>
                  <a:lnTo>
                    <a:pt x="109" y="0"/>
                  </a:lnTo>
                  <a:lnTo>
                    <a:pt x="8661" y="0"/>
                  </a:lnTo>
                  <a:lnTo>
                    <a:pt x="8624" y="1054"/>
                  </a:lnTo>
                  <a:lnTo>
                    <a:pt x="8588" y="3688"/>
                  </a:lnTo>
                  <a:lnTo>
                    <a:pt x="8562" y="7376"/>
                  </a:lnTo>
                  <a:lnTo>
                    <a:pt x="8552" y="11063"/>
                  </a:lnTo>
                  <a:lnTo>
                    <a:pt x="8562" y="15278"/>
                  </a:lnTo>
                  <a:lnTo>
                    <a:pt x="8588" y="18966"/>
                  </a:lnTo>
                  <a:lnTo>
                    <a:pt x="8624" y="21073"/>
                  </a:lnTo>
                  <a:lnTo>
                    <a:pt x="8661" y="21600"/>
                  </a:lnTo>
                  <a:lnTo>
                    <a:pt x="8708" y="21073"/>
                  </a:lnTo>
                  <a:lnTo>
                    <a:pt x="8739" y="18966"/>
                  </a:lnTo>
                  <a:lnTo>
                    <a:pt x="8760" y="15278"/>
                  </a:lnTo>
                  <a:lnTo>
                    <a:pt x="8770" y="11063"/>
                  </a:lnTo>
                  <a:lnTo>
                    <a:pt x="8760" y="7376"/>
                  </a:lnTo>
                  <a:lnTo>
                    <a:pt x="8739" y="3688"/>
                  </a:lnTo>
                  <a:lnTo>
                    <a:pt x="8708" y="1054"/>
                  </a:lnTo>
                  <a:lnTo>
                    <a:pt x="8661" y="0"/>
                  </a:lnTo>
                  <a:lnTo>
                    <a:pt x="109" y="0"/>
                  </a:lnTo>
                  <a:lnTo>
                    <a:pt x="9087" y="0"/>
                  </a:lnTo>
                  <a:lnTo>
                    <a:pt x="9051" y="1054"/>
                  </a:lnTo>
                  <a:lnTo>
                    <a:pt x="9019" y="3688"/>
                  </a:lnTo>
                  <a:lnTo>
                    <a:pt x="8988" y="7376"/>
                  </a:lnTo>
                  <a:lnTo>
                    <a:pt x="8983" y="11063"/>
                  </a:lnTo>
                  <a:lnTo>
                    <a:pt x="8988" y="15278"/>
                  </a:lnTo>
                  <a:lnTo>
                    <a:pt x="9019" y="18966"/>
                  </a:lnTo>
                  <a:lnTo>
                    <a:pt x="9051" y="21073"/>
                  </a:lnTo>
                  <a:lnTo>
                    <a:pt x="9087" y="21600"/>
                  </a:lnTo>
                  <a:lnTo>
                    <a:pt x="9134" y="21073"/>
                  </a:lnTo>
                  <a:lnTo>
                    <a:pt x="9170" y="18966"/>
                  </a:lnTo>
                  <a:lnTo>
                    <a:pt x="9186" y="15278"/>
                  </a:lnTo>
                  <a:lnTo>
                    <a:pt x="9196" y="11063"/>
                  </a:lnTo>
                  <a:lnTo>
                    <a:pt x="9186" y="7376"/>
                  </a:lnTo>
                  <a:lnTo>
                    <a:pt x="9170" y="3688"/>
                  </a:lnTo>
                  <a:lnTo>
                    <a:pt x="9134" y="1054"/>
                  </a:lnTo>
                  <a:lnTo>
                    <a:pt x="9087" y="0"/>
                  </a:lnTo>
                  <a:lnTo>
                    <a:pt x="109" y="0"/>
                  </a:lnTo>
                  <a:lnTo>
                    <a:pt x="9519" y="0"/>
                  </a:lnTo>
                  <a:lnTo>
                    <a:pt x="9482" y="1054"/>
                  </a:lnTo>
                  <a:lnTo>
                    <a:pt x="9446" y="3688"/>
                  </a:lnTo>
                  <a:lnTo>
                    <a:pt x="9420" y="7376"/>
                  </a:lnTo>
                  <a:lnTo>
                    <a:pt x="9409" y="11063"/>
                  </a:lnTo>
                  <a:lnTo>
                    <a:pt x="9420" y="15278"/>
                  </a:lnTo>
                  <a:lnTo>
                    <a:pt x="9446" y="18966"/>
                  </a:lnTo>
                  <a:lnTo>
                    <a:pt x="9482" y="21073"/>
                  </a:lnTo>
                  <a:lnTo>
                    <a:pt x="9519" y="21600"/>
                  </a:lnTo>
                  <a:lnTo>
                    <a:pt x="9560" y="21073"/>
                  </a:lnTo>
                  <a:lnTo>
                    <a:pt x="9597" y="18966"/>
                  </a:lnTo>
                  <a:lnTo>
                    <a:pt x="9612" y="15278"/>
                  </a:lnTo>
                  <a:lnTo>
                    <a:pt x="9623" y="11063"/>
                  </a:lnTo>
                  <a:lnTo>
                    <a:pt x="9612" y="7376"/>
                  </a:lnTo>
                  <a:lnTo>
                    <a:pt x="9597" y="3688"/>
                  </a:lnTo>
                  <a:lnTo>
                    <a:pt x="9560" y="1054"/>
                  </a:lnTo>
                  <a:lnTo>
                    <a:pt x="9519" y="0"/>
                  </a:lnTo>
                  <a:lnTo>
                    <a:pt x="109" y="0"/>
                  </a:lnTo>
                  <a:lnTo>
                    <a:pt x="9945" y="0"/>
                  </a:lnTo>
                  <a:lnTo>
                    <a:pt x="9908" y="1054"/>
                  </a:lnTo>
                  <a:lnTo>
                    <a:pt x="9872" y="3688"/>
                  </a:lnTo>
                  <a:lnTo>
                    <a:pt x="9846" y="7376"/>
                  </a:lnTo>
                  <a:lnTo>
                    <a:pt x="9836" y="11063"/>
                  </a:lnTo>
                  <a:lnTo>
                    <a:pt x="9846" y="15278"/>
                  </a:lnTo>
                  <a:lnTo>
                    <a:pt x="9872" y="18966"/>
                  </a:lnTo>
                  <a:lnTo>
                    <a:pt x="9908" y="21073"/>
                  </a:lnTo>
                  <a:lnTo>
                    <a:pt x="9945" y="21600"/>
                  </a:lnTo>
                  <a:lnTo>
                    <a:pt x="9986" y="21073"/>
                  </a:lnTo>
                  <a:lnTo>
                    <a:pt x="10023" y="18966"/>
                  </a:lnTo>
                  <a:lnTo>
                    <a:pt x="10044" y="15278"/>
                  </a:lnTo>
                  <a:lnTo>
                    <a:pt x="10049" y="11063"/>
                  </a:lnTo>
                  <a:lnTo>
                    <a:pt x="10044" y="7376"/>
                  </a:lnTo>
                  <a:lnTo>
                    <a:pt x="10023" y="3688"/>
                  </a:lnTo>
                  <a:lnTo>
                    <a:pt x="9986" y="1054"/>
                  </a:lnTo>
                  <a:lnTo>
                    <a:pt x="9945" y="0"/>
                  </a:lnTo>
                  <a:lnTo>
                    <a:pt x="109" y="0"/>
                  </a:lnTo>
                  <a:lnTo>
                    <a:pt x="10371" y="0"/>
                  </a:lnTo>
                  <a:lnTo>
                    <a:pt x="10335" y="1054"/>
                  </a:lnTo>
                  <a:lnTo>
                    <a:pt x="10298" y="3688"/>
                  </a:lnTo>
                  <a:lnTo>
                    <a:pt x="10272" y="7376"/>
                  </a:lnTo>
                  <a:lnTo>
                    <a:pt x="10262" y="11063"/>
                  </a:lnTo>
                  <a:lnTo>
                    <a:pt x="10272" y="15278"/>
                  </a:lnTo>
                  <a:lnTo>
                    <a:pt x="10298" y="18966"/>
                  </a:lnTo>
                  <a:lnTo>
                    <a:pt x="10335" y="21073"/>
                  </a:lnTo>
                  <a:lnTo>
                    <a:pt x="10371" y="21600"/>
                  </a:lnTo>
                  <a:lnTo>
                    <a:pt x="10418" y="21073"/>
                  </a:lnTo>
                  <a:lnTo>
                    <a:pt x="10449" y="18966"/>
                  </a:lnTo>
                  <a:lnTo>
                    <a:pt x="10470" y="15278"/>
                  </a:lnTo>
                  <a:lnTo>
                    <a:pt x="10480" y="11063"/>
                  </a:lnTo>
                  <a:lnTo>
                    <a:pt x="10470" y="7376"/>
                  </a:lnTo>
                  <a:lnTo>
                    <a:pt x="10449" y="3688"/>
                  </a:lnTo>
                  <a:lnTo>
                    <a:pt x="10418" y="1054"/>
                  </a:lnTo>
                  <a:lnTo>
                    <a:pt x="10371" y="0"/>
                  </a:lnTo>
                  <a:lnTo>
                    <a:pt x="109" y="0"/>
                  </a:lnTo>
                  <a:lnTo>
                    <a:pt x="10797" y="0"/>
                  </a:lnTo>
                  <a:lnTo>
                    <a:pt x="10761" y="1054"/>
                  </a:lnTo>
                  <a:lnTo>
                    <a:pt x="10730" y="3688"/>
                  </a:lnTo>
                  <a:lnTo>
                    <a:pt x="10699" y="7376"/>
                  </a:lnTo>
                  <a:lnTo>
                    <a:pt x="10693" y="11063"/>
                  </a:lnTo>
                  <a:lnTo>
                    <a:pt x="10699" y="15278"/>
                  </a:lnTo>
                  <a:lnTo>
                    <a:pt x="10730" y="18966"/>
                  </a:lnTo>
                  <a:lnTo>
                    <a:pt x="10761" y="21073"/>
                  </a:lnTo>
                  <a:lnTo>
                    <a:pt x="10797" y="21600"/>
                  </a:lnTo>
                  <a:lnTo>
                    <a:pt x="10844" y="21073"/>
                  </a:lnTo>
                  <a:lnTo>
                    <a:pt x="10881" y="18966"/>
                  </a:lnTo>
                  <a:lnTo>
                    <a:pt x="10896" y="15278"/>
                  </a:lnTo>
                  <a:lnTo>
                    <a:pt x="10907" y="11063"/>
                  </a:lnTo>
                  <a:lnTo>
                    <a:pt x="10896" y="7376"/>
                  </a:lnTo>
                  <a:lnTo>
                    <a:pt x="10881" y="3688"/>
                  </a:lnTo>
                  <a:lnTo>
                    <a:pt x="10844" y="1054"/>
                  </a:lnTo>
                  <a:lnTo>
                    <a:pt x="10797" y="0"/>
                  </a:lnTo>
                  <a:lnTo>
                    <a:pt x="109" y="0"/>
                  </a:lnTo>
                  <a:lnTo>
                    <a:pt x="11229" y="0"/>
                  </a:lnTo>
                  <a:lnTo>
                    <a:pt x="11192" y="1054"/>
                  </a:lnTo>
                  <a:lnTo>
                    <a:pt x="11156" y="3688"/>
                  </a:lnTo>
                  <a:lnTo>
                    <a:pt x="11130" y="7376"/>
                  </a:lnTo>
                  <a:lnTo>
                    <a:pt x="11120" y="11063"/>
                  </a:lnTo>
                  <a:lnTo>
                    <a:pt x="11130" y="15278"/>
                  </a:lnTo>
                  <a:lnTo>
                    <a:pt x="11156" y="18966"/>
                  </a:lnTo>
                  <a:lnTo>
                    <a:pt x="11192" y="21073"/>
                  </a:lnTo>
                  <a:lnTo>
                    <a:pt x="11229" y="21600"/>
                  </a:lnTo>
                  <a:lnTo>
                    <a:pt x="11270" y="21073"/>
                  </a:lnTo>
                  <a:lnTo>
                    <a:pt x="11307" y="18966"/>
                  </a:lnTo>
                  <a:lnTo>
                    <a:pt x="11322" y="15278"/>
                  </a:lnTo>
                  <a:lnTo>
                    <a:pt x="11333" y="11063"/>
                  </a:lnTo>
                  <a:lnTo>
                    <a:pt x="11322" y="7376"/>
                  </a:lnTo>
                  <a:lnTo>
                    <a:pt x="11307" y="3688"/>
                  </a:lnTo>
                  <a:lnTo>
                    <a:pt x="11270" y="1054"/>
                  </a:lnTo>
                  <a:lnTo>
                    <a:pt x="11229" y="0"/>
                  </a:lnTo>
                  <a:lnTo>
                    <a:pt x="109" y="0"/>
                  </a:lnTo>
                  <a:lnTo>
                    <a:pt x="11655" y="0"/>
                  </a:lnTo>
                  <a:lnTo>
                    <a:pt x="11619" y="1054"/>
                  </a:lnTo>
                  <a:lnTo>
                    <a:pt x="11582" y="3688"/>
                  </a:lnTo>
                  <a:lnTo>
                    <a:pt x="11556" y="7376"/>
                  </a:lnTo>
                  <a:lnTo>
                    <a:pt x="11546" y="11063"/>
                  </a:lnTo>
                  <a:lnTo>
                    <a:pt x="11556" y="15278"/>
                  </a:lnTo>
                  <a:lnTo>
                    <a:pt x="11582" y="18966"/>
                  </a:lnTo>
                  <a:lnTo>
                    <a:pt x="11619" y="21073"/>
                  </a:lnTo>
                  <a:lnTo>
                    <a:pt x="11655" y="21600"/>
                  </a:lnTo>
                  <a:lnTo>
                    <a:pt x="11697" y="21073"/>
                  </a:lnTo>
                  <a:lnTo>
                    <a:pt x="11733" y="18966"/>
                  </a:lnTo>
                  <a:lnTo>
                    <a:pt x="11754" y="15278"/>
                  </a:lnTo>
                  <a:lnTo>
                    <a:pt x="11759" y="11063"/>
                  </a:lnTo>
                  <a:lnTo>
                    <a:pt x="11754" y="7376"/>
                  </a:lnTo>
                  <a:lnTo>
                    <a:pt x="11733" y="3688"/>
                  </a:lnTo>
                  <a:lnTo>
                    <a:pt x="11697" y="1054"/>
                  </a:lnTo>
                  <a:lnTo>
                    <a:pt x="11655" y="0"/>
                  </a:lnTo>
                  <a:lnTo>
                    <a:pt x="109" y="0"/>
                  </a:lnTo>
                  <a:lnTo>
                    <a:pt x="12081" y="0"/>
                  </a:lnTo>
                  <a:lnTo>
                    <a:pt x="12045" y="1054"/>
                  </a:lnTo>
                  <a:lnTo>
                    <a:pt x="12009" y="3688"/>
                  </a:lnTo>
                  <a:lnTo>
                    <a:pt x="11983" y="7376"/>
                  </a:lnTo>
                  <a:lnTo>
                    <a:pt x="11977" y="11063"/>
                  </a:lnTo>
                  <a:lnTo>
                    <a:pt x="11983" y="15278"/>
                  </a:lnTo>
                  <a:lnTo>
                    <a:pt x="12009" y="18966"/>
                  </a:lnTo>
                  <a:lnTo>
                    <a:pt x="12045" y="21073"/>
                  </a:lnTo>
                  <a:lnTo>
                    <a:pt x="12081" y="21600"/>
                  </a:lnTo>
                  <a:lnTo>
                    <a:pt x="12128" y="21073"/>
                  </a:lnTo>
                  <a:lnTo>
                    <a:pt x="12165" y="18966"/>
                  </a:lnTo>
                  <a:lnTo>
                    <a:pt x="12180" y="15278"/>
                  </a:lnTo>
                  <a:lnTo>
                    <a:pt x="12191" y="11063"/>
                  </a:lnTo>
                  <a:lnTo>
                    <a:pt x="12180" y="7376"/>
                  </a:lnTo>
                  <a:lnTo>
                    <a:pt x="12165" y="3688"/>
                  </a:lnTo>
                  <a:lnTo>
                    <a:pt x="12128" y="1054"/>
                  </a:lnTo>
                  <a:lnTo>
                    <a:pt x="12081" y="0"/>
                  </a:lnTo>
                  <a:lnTo>
                    <a:pt x="109" y="0"/>
                  </a:lnTo>
                  <a:lnTo>
                    <a:pt x="12508" y="0"/>
                  </a:lnTo>
                  <a:lnTo>
                    <a:pt x="12477" y="1054"/>
                  </a:lnTo>
                  <a:lnTo>
                    <a:pt x="12440" y="3688"/>
                  </a:lnTo>
                  <a:lnTo>
                    <a:pt x="12414" y="7376"/>
                  </a:lnTo>
                  <a:lnTo>
                    <a:pt x="12404" y="11063"/>
                  </a:lnTo>
                  <a:lnTo>
                    <a:pt x="12414" y="15278"/>
                  </a:lnTo>
                  <a:lnTo>
                    <a:pt x="12440" y="18966"/>
                  </a:lnTo>
                  <a:lnTo>
                    <a:pt x="12477" y="21073"/>
                  </a:lnTo>
                  <a:lnTo>
                    <a:pt x="12508" y="21600"/>
                  </a:lnTo>
                  <a:lnTo>
                    <a:pt x="12555" y="21073"/>
                  </a:lnTo>
                  <a:lnTo>
                    <a:pt x="12591" y="18966"/>
                  </a:lnTo>
                  <a:lnTo>
                    <a:pt x="12606" y="15278"/>
                  </a:lnTo>
                  <a:lnTo>
                    <a:pt x="12617" y="11063"/>
                  </a:lnTo>
                  <a:lnTo>
                    <a:pt x="12606" y="7376"/>
                  </a:lnTo>
                  <a:lnTo>
                    <a:pt x="12591" y="3688"/>
                  </a:lnTo>
                  <a:lnTo>
                    <a:pt x="12555" y="1054"/>
                  </a:lnTo>
                  <a:lnTo>
                    <a:pt x="12508" y="0"/>
                  </a:lnTo>
                  <a:lnTo>
                    <a:pt x="109" y="0"/>
                  </a:lnTo>
                  <a:lnTo>
                    <a:pt x="12939" y="0"/>
                  </a:lnTo>
                  <a:lnTo>
                    <a:pt x="12903" y="1054"/>
                  </a:lnTo>
                  <a:lnTo>
                    <a:pt x="12866" y="3688"/>
                  </a:lnTo>
                  <a:lnTo>
                    <a:pt x="12840" y="7376"/>
                  </a:lnTo>
                  <a:lnTo>
                    <a:pt x="12830" y="11063"/>
                  </a:lnTo>
                  <a:lnTo>
                    <a:pt x="12840" y="15278"/>
                  </a:lnTo>
                  <a:lnTo>
                    <a:pt x="12866" y="18966"/>
                  </a:lnTo>
                  <a:lnTo>
                    <a:pt x="12903" y="21073"/>
                  </a:lnTo>
                  <a:lnTo>
                    <a:pt x="12939" y="21600"/>
                  </a:lnTo>
                  <a:lnTo>
                    <a:pt x="12981" y="21073"/>
                  </a:lnTo>
                  <a:lnTo>
                    <a:pt x="13017" y="18966"/>
                  </a:lnTo>
                  <a:lnTo>
                    <a:pt x="13038" y="15278"/>
                  </a:lnTo>
                  <a:lnTo>
                    <a:pt x="13043" y="11063"/>
                  </a:lnTo>
                  <a:lnTo>
                    <a:pt x="13038" y="7376"/>
                  </a:lnTo>
                  <a:lnTo>
                    <a:pt x="13017" y="3688"/>
                  </a:lnTo>
                  <a:lnTo>
                    <a:pt x="12981" y="1054"/>
                  </a:lnTo>
                  <a:lnTo>
                    <a:pt x="12939" y="0"/>
                  </a:lnTo>
                  <a:lnTo>
                    <a:pt x="109" y="0"/>
                  </a:lnTo>
                  <a:lnTo>
                    <a:pt x="13365" y="0"/>
                  </a:lnTo>
                  <a:lnTo>
                    <a:pt x="13329" y="1054"/>
                  </a:lnTo>
                  <a:lnTo>
                    <a:pt x="13293" y="3688"/>
                  </a:lnTo>
                  <a:lnTo>
                    <a:pt x="13267" y="7376"/>
                  </a:lnTo>
                  <a:lnTo>
                    <a:pt x="13256" y="11063"/>
                  </a:lnTo>
                  <a:lnTo>
                    <a:pt x="13267" y="15278"/>
                  </a:lnTo>
                  <a:lnTo>
                    <a:pt x="13293" y="18966"/>
                  </a:lnTo>
                  <a:lnTo>
                    <a:pt x="13329" y="21073"/>
                  </a:lnTo>
                  <a:lnTo>
                    <a:pt x="13365" y="21600"/>
                  </a:lnTo>
                  <a:lnTo>
                    <a:pt x="13412" y="21073"/>
                  </a:lnTo>
                  <a:lnTo>
                    <a:pt x="13443" y="18966"/>
                  </a:lnTo>
                  <a:lnTo>
                    <a:pt x="13464" y="15278"/>
                  </a:lnTo>
                  <a:lnTo>
                    <a:pt x="13475" y="11063"/>
                  </a:lnTo>
                  <a:lnTo>
                    <a:pt x="13464" y="7376"/>
                  </a:lnTo>
                  <a:lnTo>
                    <a:pt x="13443" y="3688"/>
                  </a:lnTo>
                  <a:lnTo>
                    <a:pt x="13412" y="1054"/>
                  </a:lnTo>
                  <a:lnTo>
                    <a:pt x="13365" y="0"/>
                  </a:lnTo>
                  <a:lnTo>
                    <a:pt x="109" y="0"/>
                  </a:lnTo>
                  <a:lnTo>
                    <a:pt x="13792" y="0"/>
                  </a:lnTo>
                  <a:lnTo>
                    <a:pt x="13755" y="1054"/>
                  </a:lnTo>
                  <a:lnTo>
                    <a:pt x="13724" y="3688"/>
                  </a:lnTo>
                  <a:lnTo>
                    <a:pt x="13693" y="7376"/>
                  </a:lnTo>
                  <a:lnTo>
                    <a:pt x="13688" y="11063"/>
                  </a:lnTo>
                  <a:lnTo>
                    <a:pt x="13693" y="15278"/>
                  </a:lnTo>
                  <a:lnTo>
                    <a:pt x="13724" y="18966"/>
                  </a:lnTo>
                  <a:lnTo>
                    <a:pt x="13755" y="21073"/>
                  </a:lnTo>
                  <a:lnTo>
                    <a:pt x="13792" y="21600"/>
                  </a:lnTo>
                  <a:lnTo>
                    <a:pt x="13839" y="21073"/>
                  </a:lnTo>
                  <a:lnTo>
                    <a:pt x="13875" y="18966"/>
                  </a:lnTo>
                  <a:lnTo>
                    <a:pt x="13891" y="15278"/>
                  </a:lnTo>
                  <a:lnTo>
                    <a:pt x="13901" y="11063"/>
                  </a:lnTo>
                  <a:lnTo>
                    <a:pt x="13891" y="7376"/>
                  </a:lnTo>
                  <a:lnTo>
                    <a:pt x="13875" y="3688"/>
                  </a:lnTo>
                  <a:lnTo>
                    <a:pt x="13839" y="1054"/>
                  </a:lnTo>
                  <a:lnTo>
                    <a:pt x="13792" y="0"/>
                  </a:lnTo>
                  <a:lnTo>
                    <a:pt x="109" y="0"/>
                  </a:lnTo>
                  <a:lnTo>
                    <a:pt x="14223" y="0"/>
                  </a:lnTo>
                  <a:lnTo>
                    <a:pt x="14187" y="1054"/>
                  </a:lnTo>
                  <a:lnTo>
                    <a:pt x="14150" y="3688"/>
                  </a:lnTo>
                  <a:lnTo>
                    <a:pt x="14124" y="7376"/>
                  </a:lnTo>
                  <a:lnTo>
                    <a:pt x="14114" y="11063"/>
                  </a:lnTo>
                  <a:lnTo>
                    <a:pt x="14124" y="15278"/>
                  </a:lnTo>
                  <a:lnTo>
                    <a:pt x="14150" y="18966"/>
                  </a:lnTo>
                  <a:lnTo>
                    <a:pt x="14187" y="21073"/>
                  </a:lnTo>
                  <a:lnTo>
                    <a:pt x="14223" y="21600"/>
                  </a:lnTo>
                  <a:lnTo>
                    <a:pt x="14265" y="21073"/>
                  </a:lnTo>
                  <a:lnTo>
                    <a:pt x="14301" y="18966"/>
                  </a:lnTo>
                  <a:lnTo>
                    <a:pt x="14317" y="15278"/>
                  </a:lnTo>
                  <a:lnTo>
                    <a:pt x="14327" y="11063"/>
                  </a:lnTo>
                  <a:lnTo>
                    <a:pt x="14317" y="7376"/>
                  </a:lnTo>
                  <a:lnTo>
                    <a:pt x="14301" y="3688"/>
                  </a:lnTo>
                  <a:lnTo>
                    <a:pt x="14265" y="1054"/>
                  </a:lnTo>
                  <a:lnTo>
                    <a:pt x="14223" y="0"/>
                  </a:lnTo>
                  <a:lnTo>
                    <a:pt x="109" y="0"/>
                  </a:lnTo>
                  <a:lnTo>
                    <a:pt x="14650" y="0"/>
                  </a:lnTo>
                  <a:lnTo>
                    <a:pt x="14613" y="1054"/>
                  </a:lnTo>
                  <a:lnTo>
                    <a:pt x="14577" y="3688"/>
                  </a:lnTo>
                  <a:lnTo>
                    <a:pt x="14551" y="7376"/>
                  </a:lnTo>
                  <a:lnTo>
                    <a:pt x="14540" y="11063"/>
                  </a:lnTo>
                  <a:lnTo>
                    <a:pt x="14551" y="15278"/>
                  </a:lnTo>
                  <a:lnTo>
                    <a:pt x="14577" y="18966"/>
                  </a:lnTo>
                  <a:lnTo>
                    <a:pt x="14613" y="21073"/>
                  </a:lnTo>
                  <a:lnTo>
                    <a:pt x="14650" y="21600"/>
                  </a:lnTo>
                  <a:lnTo>
                    <a:pt x="14691" y="21073"/>
                  </a:lnTo>
                  <a:lnTo>
                    <a:pt x="14728" y="18966"/>
                  </a:lnTo>
                  <a:lnTo>
                    <a:pt x="14748" y="15278"/>
                  </a:lnTo>
                  <a:lnTo>
                    <a:pt x="14754" y="11063"/>
                  </a:lnTo>
                  <a:lnTo>
                    <a:pt x="14748" y="7376"/>
                  </a:lnTo>
                  <a:lnTo>
                    <a:pt x="14728" y="3688"/>
                  </a:lnTo>
                  <a:lnTo>
                    <a:pt x="14691" y="1054"/>
                  </a:lnTo>
                  <a:lnTo>
                    <a:pt x="14650" y="0"/>
                  </a:lnTo>
                  <a:lnTo>
                    <a:pt x="109" y="0"/>
                  </a:lnTo>
                  <a:lnTo>
                    <a:pt x="15076" y="0"/>
                  </a:lnTo>
                  <a:lnTo>
                    <a:pt x="15039" y="1054"/>
                  </a:lnTo>
                  <a:lnTo>
                    <a:pt x="15003" y="3688"/>
                  </a:lnTo>
                  <a:lnTo>
                    <a:pt x="14977" y="7376"/>
                  </a:lnTo>
                  <a:lnTo>
                    <a:pt x="14967" y="11063"/>
                  </a:lnTo>
                  <a:lnTo>
                    <a:pt x="14977" y="15278"/>
                  </a:lnTo>
                  <a:lnTo>
                    <a:pt x="15003" y="18966"/>
                  </a:lnTo>
                  <a:lnTo>
                    <a:pt x="15039" y="21073"/>
                  </a:lnTo>
                  <a:lnTo>
                    <a:pt x="15076" y="21600"/>
                  </a:lnTo>
                  <a:lnTo>
                    <a:pt x="15123" y="21073"/>
                  </a:lnTo>
                  <a:lnTo>
                    <a:pt x="15154" y="18966"/>
                  </a:lnTo>
                  <a:lnTo>
                    <a:pt x="15175" y="15278"/>
                  </a:lnTo>
                  <a:lnTo>
                    <a:pt x="15185" y="11063"/>
                  </a:lnTo>
                  <a:lnTo>
                    <a:pt x="15175" y="7376"/>
                  </a:lnTo>
                  <a:lnTo>
                    <a:pt x="15154" y="3688"/>
                  </a:lnTo>
                  <a:lnTo>
                    <a:pt x="15123" y="1054"/>
                  </a:lnTo>
                  <a:lnTo>
                    <a:pt x="15076" y="0"/>
                  </a:lnTo>
                  <a:lnTo>
                    <a:pt x="109" y="0"/>
                  </a:lnTo>
                  <a:lnTo>
                    <a:pt x="15502" y="0"/>
                  </a:lnTo>
                  <a:lnTo>
                    <a:pt x="15466" y="1054"/>
                  </a:lnTo>
                  <a:lnTo>
                    <a:pt x="15435" y="3688"/>
                  </a:lnTo>
                  <a:lnTo>
                    <a:pt x="15403" y="7376"/>
                  </a:lnTo>
                  <a:lnTo>
                    <a:pt x="15398" y="11063"/>
                  </a:lnTo>
                  <a:lnTo>
                    <a:pt x="15403" y="15278"/>
                  </a:lnTo>
                  <a:lnTo>
                    <a:pt x="15435" y="18966"/>
                  </a:lnTo>
                  <a:lnTo>
                    <a:pt x="15466" y="21073"/>
                  </a:lnTo>
                  <a:lnTo>
                    <a:pt x="15502" y="21600"/>
                  </a:lnTo>
                  <a:lnTo>
                    <a:pt x="15549" y="21073"/>
                  </a:lnTo>
                  <a:lnTo>
                    <a:pt x="15585" y="18966"/>
                  </a:lnTo>
                  <a:lnTo>
                    <a:pt x="15601" y="15278"/>
                  </a:lnTo>
                  <a:lnTo>
                    <a:pt x="15611" y="11063"/>
                  </a:lnTo>
                  <a:lnTo>
                    <a:pt x="15601" y="7376"/>
                  </a:lnTo>
                  <a:lnTo>
                    <a:pt x="15585" y="3688"/>
                  </a:lnTo>
                  <a:lnTo>
                    <a:pt x="15549" y="1054"/>
                  </a:lnTo>
                  <a:lnTo>
                    <a:pt x="15502" y="0"/>
                  </a:lnTo>
                  <a:lnTo>
                    <a:pt x="109" y="0"/>
                  </a:lnTo>
                  <a:lnTo>
                    <a:pt x="15934" y="0"/>
                  </a:lnTo>
                  <a:lnTo>
                    <a:pt x="15897" y="1054"/>
                  </a:lnTo>
                  <a:lnTo>
                    <a:pt x="15861" y="3688"/>
                  </a:lnTo>
                  <a:lnTo>
                    <a:pt x="15835" y="7376"/>
                  </a:lnTo>
                  <a:lnTo>
                    <a:pt x="15824" y="11063"/>
                  </a:lnTo>
                  <a:lnTo>
                    <a:pt x="15835" y="15278"/>
                  </a:lnTo>
                  <a:lnTo>
                    <a:pt x="15861" y="18966"/>
                  </a:lnTo>
                  <a:lnTo>
                    <a:pt x="15897" y="21073"/>
                  </a:lnTo>
                  <a:lnTo>
                    <a:pt x="15934" y="21600"/>
                  </a:lnTo>
                  <a:lnTo>
                    <a:pt x="15975" y="21073"/>
                  </a:lnTo>
                  <a:lnTo>
                    <a:pt x="16012" y="18966"/>
                  </a:lnTo>
                  <a:lnTo>
                    <a:pt x="16027" y="15278"/>
                  </a:lnTo>
                  <a:lnTo>
                    <a:pt x="16038" y="11063"/>
                  </a:lnTo>
                  <a:lnTo>
                    <a:pt x="16027" y="7376"/>
                  </a:lnTo>
                  <a:lnTo>
                    <a:pt x="16012" y="3688"/>
                  </a:lnTo>
                  <a:lnTo>
                    <a:pt x="15975" y="1054"/>
                  </a:lnTo>
                  <a:lnTo>
                    <a:pt x="15934" y="0"/>
                  </a:lnTo>
                  <a:lnTo>
                    <a:pt x="109" y="0"/>
                  </a:lnTo>
                  <a:lnTo>
                    <a:pt x="16360" y="0"/>
                  </a:lnTo>
                  <a:lnTo>
                    <a:pt x="16323" y="1054"/>
                  </a:lnTo>
                  <a:lnTo>
                    <a:pt x="16287" y="3688"/>
                  </a:lnTo>
                  <a:lnTo>
                    <a:pt x="16261" y="7376"/>
                  </a:lnTo>
                  <a:lnTo>
                    <a:pt x="16251" y="11063"/>
                  </a:lnTo>
                  <a:lnTo>
                    <a:pt x="16261" y="15278"/>
                  </a:lnTo>
                  <a:lnTo>
                    <a:pt x="16287" y="18966"/>
                  </a:lnTo>
                  <a:lnTo>
                    <a:pt x="16323" y="21073"/>
                  </a:lnTo>
                  <a:lnTo>
                    <a:pt x="16360" y="21600"/>
                  </a:lnTo>
                  <a:lnTo>
                    <a:pt x="16401" y="21073"/>
                  </a:lnTo>
                  <a:lnTo>
                    <a:pt x="16438" y="18966"/>
                  </a:lnTo>
                  <a:lnTo>
                    <a:pt x="16459" y="15278"/>
                  </a:lnTo>
                  <a:lnTo>
                    <a:pt x="16464" y="11063"/>
                  </a:lnTo>
                  <a:lnTo>
                    <a:pt x="16459" y="7376"/>
                  </a:lnTo>
                  <a:lnTo>
                    <a:pt x="16438" y="3688"/>
                  </a:lnTo>
                  <a:lnTo>
                    <a:pt x="16401" y="1054"/>
                  </a:lnTo>
                  <a:lnTo>
                    <a:pt x="16360" y="0"/>
                  </a:lnTo>
                  <a:lnTo>
                    <a:pt x="109" y="0"/>
                  </a:lnTo>
                  <a:lnTo>
                    <a:pt x="16786" y="0"/>
                  </a:lnTo>
                  <a:lnTo>
                    <a:pt x="16750" y="1054"/>
                  </a:lnTo>
                  <a:lnTo>
                    <a:pt x="16713" y="3688"/>
                  </a:lnTo>
                  <a:lnTo>
                    <a:pt x="16687" y="7376"/>
                  </a:lnTo>
                  <a:lnTo>
                    <a:pt x="16682" y="11063"/>
                  </a:lnTo>
                  <a:lnTo>
                    <a:pt x="16687" y="15278"/>
                  </a:lnTo>
                  <a:lnTo>
                    <a:pt x="16713" y="18966"/>
                  </a:lnTo>
                  <a:lnTo>
                    <a:pt x="16750" y="21073"/>
                  </a:lnTo>
                  <a:lnTo>
                    <a:pt x="16786" y="21600"/>
                  </a:lnTo>
                  <a:lnTo>
                    <a:pt x="16833" y="21073"/>
                  </a:lnTo>
                  <a:lnTo>
                    <a:pt x="16869" y="18966"/>
                  </a:lnTo>
                  <a:lnTo>
                    <a:pt x="16885" y="15278"/>
                  </a:lnTo>
                  <a:lnTo>
                    <a:pt x="16895" y="11063"/>
                  </a:lnTo>
                  <a:lnTo>
                    <a:pt x="16885" y="7376"/>
                  </a:lnTo>
                  <a:lnTo>
                    <a:pt x="16869" y="3688"/>
                  </a:lnTo>
                  <a:lnTo>
                    <a:pt x="16833" y="1054"/>
                  </a:lnTo>
                  <a:lnTo>
                    <a:pt x="16786" y="0"/>
                  </a:lnTo>
                  <a:lnTo>
                    <a:pt x="109" y="0"/>
                  </a:lnTo>
                  <a:lnTo>
                    <a:pt x="17212" y="0"/>
                  </a:lnTo>
                  <a:lnTo>
                    <a:pt x="17181" y="1054"/>
                  </a:lnTo>
                  <a:lnTo>
                    <a:pt x="17145" y="3688"/>
                  </a:lnTo>
                  <a:lnTo>
                    <a:pt x="17119" y="7376"/>
                  </a:lnTo>
                  <a:lnTo>
                    <a:pt x="17108" y="11063"/>
                  </a:lnTo>
                  <a:lnTo>
                    <a:pt x="17119" y="15278"/>
                  </a:lnTo>
                  <a:lnTo>
                    <a:pt x="17145" y="18966"/>
                  </a:lnTo>
                  <a:lnTo>
                    <a:pt x="17181" y="21073"/>
                  </a:lnTo>
                  <a:lnTo>
                    <a:pt x="17212" y="21600"/>
                  </a:lnTo>
                  <a:lnTo>
                    <a:pt x="17259" y="21073"/>
                  </a:lnTo>
                  <a:lnTo>
                    <a:pt x="17296" y="18966"/>
                  </a:lnTo>
                  <a:lnTo>
                    <a:pt x="17311" y="15278"/>
                  </a:lnTo>
                  <a:lnTo>
                    <a:pt x="17322" y="11063"/>
                  </a:lnTo>
                  <a:lnTo>
                    <a:pt x="17311" y="7376"/>
                  </a:lnTo>
                  <a:lnTo>
                    <a:pt x="17296" y="3688"/>
                  </a:lnTo>
                  <a:lnTo>
                    <a:pt x="17259" y="1054"/>
                  </a:lnTo>
                  <a:lnTo>
                    <a:pt x="17212" y="0"/>
                  </a:lnTo>
                  <a:lnTo>
                    <a:pt x="109" y="0"/>
                  </a:lnTo>
                  <a:lnTo>
                    <a:pt x="17644" y="0"/>
                  </a:lnTo>
                  <a:lnTo>
                    <a:pt x="17608" y="1054"/>
                  </a:lnTo>
                  <a:lnTo>
                    <a:pt x="17571" y="3688"/>
                  </a:lnTo>
                  <a:lnTo>
                    <a:pt x="17545" y="7376"/>
                  </a:lnTo>
                  <a:lnTo>
                    <a:pt x="17535" y="11063"/>
                  </a:lnTo>
                  <a:lnTo>
                    <a:pt x="17545" y="15278"/>
                  </a:lnTo>
                  <a:lnTo>
                    <a:pt x="17571" y="18966"/>
                  </a:lnTo>
                  <a:lnTo>
                    <a:pt x="17608" y="21073"/>
                  </a:lnTo>
                  <a:lnTo>
                    <a:pt x="17644" y="21600"/>
                  </a:lnTo>
                  <a:lnTo>
                    <a:pt x="17685" y="21073"/>
                  </a:lnTo>
                  <a:lnTo>
                    <a:pt x="17722" y="18966"/>
                  </a:lnTo>
                  <a:lnTo>
                    <a:pt x="17743" y="15278"/>
                  </a:lnTo>
                  <a:lnTo>
                    <a:pt x="17748" y="11063"/>
                  </a:lnTo>
                  <a:lnTo>
                    <a:pt x="17743" y="7376"/>
                  </a:lnTo>
                  <a:lnTo>
                    <a:pt x="17722" y="3688"/>
                  </a:lnTo>
                  <a:lnTo>
                    <a:pt x="17685" y="1054"/>
                  </a:lnTo>
                  <a:lnTo>
                    <a:pt x="17644" y="0"/>
                  </a:lnTo>
                  <a:lnTo>
                    <a:pt x="109" y="0"/>
                  </a:lnTo>
                  <a:lnTo>
                    <a:pt x="18070" y="0"/>
                  </a:lnTo>
                  <a:lnTo>
                    <a:pt x="18034" y="1054"/>
                  </a:lnTo>
                  <a:lnTo>
                    <a:pt x="17997" y="3688"/>
                  </a:lnTo>
                  <a:lnTo>
                    <a:pt x="17971" y="7376"/>
                  </a:lnTo>
                  <a:lnTo>
                    <a:pt x="17961" y="11063"/>
                  </a:lnTo>
                  <a:lnTo>
                    <a:pt x="17971" y="15278"/>
                  </a:lnTo>
                  <a:lnTo>
                    <a:pt x="17997" y="18966"/>
                  </a:lnTo>
                  <a:lnTo>
                    <a:pt x="18034" y="21073"/>
                  </a:lnTo>
                  <a:lnTo>
                    <a:pt x="18070" y="21600"/>
                  </a:lnTo>
                  <a:lnTo>
                    <a:pt x="18117" y="21073"/>
                  </a:lnTo>
                  <a:lnTo>
                    <a:pt x="18148" y="18966"/>
                  </a:lnTo>
                  <a:lnTo>
                    <a:pt x="18169" y="15278"/>
                  </a:lnTo>
                  <a:lnTo>
                    <a:pt x="18179" y="11063"/>
                  </a:lnTo>
                  <a:lnTo>
                    <a:pt x="18169" y="7376"/>
                  </a:lnTo>
                  <a:lnTo>
                    <a:pt x="18148" y="3688"/>
                  </a:lnTo>
                  <a:lnTo>
                    <a:pt x="18117" y="1054"/>
                  </a:lnTo>
                  <a:lnTo>
                    <a:pt x="18070" y="0"/>
                  </a:lnTo>
                  <a:lnTo>
                    <a:pt x="109" y="0"/>
                  </a:lnTo>
                  <a:lnTo>
                    <a:pt x="18496" y="0"/>
                  </a:lnTo>
                  <a:lnTo>
                    <a:pt x="18460" y="1054"/>
                  </a:lnTo>
                  <a:lnTo>
                    <a:pt x="18429" y="3688"/>
                  </a:lnTo>
                  <a:lnTo>
                    <a:pt x="18398" y="7376"/>
                  </a:lnTo>
                  <a:lnTo>
                    <a:pt x="18392" y="11063"/>
                  </a:lnTo>
                  <a:lnTo>
                    <a:pt x="18398" y="15278"/>
                  </a:lnTo>
                  <a:lnTo>
                    <a:pt x="18429" y="18966"/>
                  </a:lnTo>
                  <a:lnTo>
                    <a:pt x="18460" y="21073"/>
                  </a:lnTo>
                  <a:lnTo>
                    <a:pt x="18496" y="21600"/>
                  </a:lnTo>
                  <a:lnTo>
                    <a:pt x="18543" y="21073"/>
                  </a:lnTo>
                  <a:lnTo>
                    <a:pt x="18580" y="18966"/>
                  </a:lnTo>
                  <a:lnTo>
                    <a:pt x="18595" y="15278"/>
                  </a:lnTo>
                  <a:lnTo>
                    <a:pt x="18606" y="11063"/>
                  </a:lnTo>
                  <a:lnTo>
                    <a:pt x="18595" y="7376"/>
                  </a:lnTo>
                  <a:lnTo>
                    <a:pt x="18580" y="3688"/>
                  </a:lnTo>
                  <a:lnTo>
                    <a:pt x="18543" y="1054"/>
                  </a:lnTo>
                  <a:lnTo>
                    <a:pt x="18496" y="0"/>
                  </a:lnTo>
                  <a:lnTo>
                    <a:pt x="109" y="0"/>
                  </a:lnTo>
                  <a:lnTo>
                    <a:pt x="18928" y="0"/>
                  </a:lnTo>
                  <a:lnTo>
                    <a:pt x="18892" y="1054"/>
                  </a:lnTo>
                  <a:lnTo>
                    <a:pt x="18855" y="3688"/>
                  </a:lnTo>
                  <a:lnTo>
                    <a:pt x="18829" y="7376"/>
                  </a:lnTo>
                  <a:lnTo>
                    <a:pt x="18819" y="11063"/>
                  </a:lnTo>
                  <a:lnTo>
                    <a:pt x="18829" y="15278"/>
                  </a:lnTo>
                  <a:lnTo>
                    <a:pt x="18855" y="18966"/>
                  </a:lnTo>
                  <a:lnTo>
                    <a:pt x="18892" y="21073"/>
                  </a:lnTo>
                  <a:lnTo>
                    <a:pt x="18928" y="21600"/>
                  </a:lnTo>
                  <a:lnTo>
                    <a:pt x="18970" y="21073"/>
                  </a:lnTo>
                  <a:lnTo>
                    <a:pt x="19006" y="18966"/>
                  </a:lnTo>
                  <a:lnTo>
                    <a:pt x="19022" y="15278"/>
                  </a:lnTo>
                  <a:lnTo>
                    <a:pt x="19032" y="11063"/>
                  </a:lnTo>
                  <a:lnTo>
                    <a:pt x="19022" y="7376"/>
                  </a:lnTo>
                  <a:lnTo>
                    <a:pt x="19006" y="3688"/>
                  </a:lnTo>
                  <a:lnTo>
                    <a:pt x="18970" y="1054"/>
                  </a:lnTo>
                  <a:lnTo>
                    <a:pt x="18928" y="0"/>
                  </a:lnTo>
                  <a:lnTo>
                    <a:pt x="109" y="0"/>
                  </a:lnTo>
                  <a:lnTo>
                    <a:pt x="19354" y="0"/>
                  </a:lnTo>
                  <a:lnTo>
                    <a:pt x="19318" y="1054"/>
                  </a:lnTo>
                  <a:lnTo>
                    <a:pt x="19281" y="3688"/>
                  </a:lnTo>
                  <a:lnTo>
                    <a:pt x="19255" y="7376"/>
                  </a:lnTo>
                  <a:lnTo>
                    <a:pt x="19245" y="11063"/>
                  </a:lnTo>
                  <a:lnTo>
                    <a:pt x="19255" y="15278"/>
                  </a:lnTo>
                  <a:lnTo>
                    <a:pt x="19281" y="18966"/>
                  </a:lnTo>
                  <a:lnTo>
                    <a:pt x="19318" y="21073"/>
                  </a:lnTo>
                  <a:lnTo>
                    <a:pt x="19354" y="21600"/>
                  </a:lnTo>
                  <a:lnTo>
                    <a:pt x="19396" y="21073"/>
                  </a:lnTo>
                  <a:lnTo>
                    <a:pt x="19432" y="18966"/>
                  </a:lnTo>
                  <a:lnTo>
                    <a:pt x="19453" y="15278"/>
                  </a:lnTo>
                  <a:lnTo>
                    <a:pt x="19458" y="11063"/>
                  </a:lnTo>
                  <a:lnTo>
                    <a:pt x="19453" y="7376"/>
                  </a:lnTo>
                  <a:lnTo>
                    <a:pt x="19432" y="3688"/>
                  </a:lnTo>
                  <a:lnTo>
                    <a:pt x="19396" y="1054"/>
                  </a:lnTo>
                  <a:lnTo>
                    <a:pt x="19354" y="0"/>
                  </a:lnTo>
                  <a:lnTo>
                    <a:pt x="109" y="0"/>
                  </a:lnTo>
                  <a:lnTo>
                    <a:pt x="19781" y="0"/>
                  </a:lnTo>
                  <a:lnTo>
                    <a:pt x="19744" y="1054"/>
                  </a:lnTo>
                  <a:lnTo>
                    <a:pt x="19708" y="3688"/>
                  </a:lnTo>
                  <a:lnTo>
                    <a:pt x="19682" y="7376"/>
                  </a:lnTo>
                  <a:lnTo>
                    <a:pt x="19671" y="11063"/>
                  </a:lnTo>
                  <a:lnTo>
                    <a:pt x="19682" y="15278"/>
                  </a:lnTo>
                  <a:lnTo>
                    <a:pt x="19708" y="18966"/>
                  </a:lnTo>
                  <a:lnTo>
                    <a:pt x="19744" y="21073"/>
                  </a:lnTo>
                  <a:lnTo>
                    <a:pt x="19781" y="21600"/>
                  </a:lnTo>
                  <a:lnTo>
                    <a:pt x="19827" y="21073"/>
                  </a:lnTo>
                  <a:lnTo>
                    <a:pt x="19858" y="18966"/>
                  </a:lnTo>
                  <a:lnTo>
                    <a:pt x="19879" y="15278"/>
                  </a:lnTo>
                  <a:lnTo>
                    <a:pt x="19890" y="11063"/>
                  </a:lnTo>
                  <a:lnTo>
                    <a:pt x="19879" y="7376"/>
                  </a:lnTo>
                  <a:lnTo>
                    <a:pt x="19858" y="3688"/>
                  </a:lnTo>
                  <a:lnTo>
                    <a:pt x="19827" y="1054"/>
                  </a:lnTo>
                  <a:lnTo>
                    <a:pt x="19781" y="0"/>
                  </a:lnTo>
                  <a:lnTo>
                    <a:pt x="109" y="0"/>
                  </a:lnTo>
                  <a:lnTo>
                    <a:pt x="20207" y="0"/>
                  </a:lnTo>
                  <a:lnTo>
                    <a:pt x="20170" y="1054"/>
                  </a:lnTo>
                  <a:lnTo>
                    <a:pt x="20139" y="3688"/>
                  </a:lnTo>
                  <a:lnTo>
                    <a:pt x="20108" y="7376"/>
                  </a:lnTo>
                  <a:lnTo>
                    <a:pt x="20103" y="11063"/>
                  </a:lnTo>
                  <a:lnTo>
                    <a:pt x="20108" y="15278"/>
                  </a:lnTo>
                  <a:lnTo>
                    <a:pt x="20139" y="18966"/>
                  </a:lnTo>
                  <a:lnTo>
                    <a:pt x="20170" y="21073"/>
                  </a:lnTo>
                  <a:lnTo>
                    <a:pt x="20207" y="21600"/>
                  </a:lnTo>
                  <a:lnTo>
                    <a:pt x="20254" y="21073"/>
                  </a:lnTo>
                  <a:lnTo>
                    <a:pt x="20290" y="18966"/>
                  </a:lnTo>
                  <a:lnTo>
                    <a:pt x="20306" y="15278"/>
                  </a:lnTo>
                  <a:lnTo>
                    <a:pt x="20316" y="11063"/>
                  </a:lnTo>
                  <a:lnTo>
                    <a:pt x="20306" y="7376"/>
                  </a:lnTo>
                  <a:lnTo>
                    <a:pt x="20290" y="3688"/>
                  </a:lnTo>
                  <a:lnTo>
                    <a:pt x="20254" y="1054"/>
                  </a:lnTo>
                  <a:lnTo>
                    <a:pt x="20207" y="0"/>
                  </a:lnTo>
                  <a:lnTo>
                    <a:pt x="109" y="0"/>
                  </a:lnTo>
                  <a:lnTo>
                    <a:pt x="20638" y="0"/>
                  </a:lnTo>
                  <a:lnTo>
                    <a:pt x="20602" y="1054"/>
                  </a:lnTo>
                  <a:lnTo>
                    <a:pt x="20565" y="3688"/>
                  </a:lnTo>
                  <a:lnTo>
                    <a:pt x="20539" y="7376"/>
                  </a:lnTo>
                  <a:lnTo>
                    <a:pt x="20529" y="11063"/>
                  </a:lnTo>
                  <a:lnTo>
                    <a:pt x="20539" y="15278"/>
                  </a:lnTo>
                  <a:lnTo>
                    <a:pt x="20565" y="18966"/>
                  </a:lnTo>
                  <a:lnTo>
                    <a:pt x="20602" y="21073"/>
                  </a:lnTo>
                  <a:lnTo>
                    <a:pt x="20638" y="21600"/>
                  </a:lnTo>
                  <a:lnTo>
                    <a:pt x="20680" y="21073"/>
                  </a:lnTo>
                  <a:lnTo>
                    <a:pt x="20716" y="18966"/>
                  </a:lnTo>
                  <a:lnTo>
                    <a:pt x="20732" y="15278"/>
                  </a:lnTo>
                  <a:lnTo>
                    <a:pt x="20742" y="11063"/>
                  </a:lnTo>
                  <a:lnTo>
                    <a:pt x="20732" y="7376"/>
                  </a:lnTo>
                  <a:lnTo>
                    <a:pt x="20716" y="3688"/>
                  </a:lnTo>
                  <a:lnTo>
                    <a:pt x="20680" y="1054"/>
                  </a:lnTo>
                  <a:lnTo>
                    <a:pt x="20638" y="0"/>
                  </a:lnTo>
                  <a:lnTo>
                    <a:pt x="109" y="0"/>
                  </a:lnTo>
                  <a:lnTo>
                    <a:pt x="21065" y="0"/>
                  </a:lnTo>
                  <a:lnTo>
                    <a:pt x="21028" y="1054"/>
                  </a:lnTo>
                  <a:lnTo>
                    <a:pt x="20992" y="3688"/>
                  </a:lnTo>
                  <a:lnTo>
                    <a:pt x="20966" y="7376"/>
                  </a:lnTo>
                  <a:lnTo>
                    <a:pt x="20955" y="11063"/>
                  </a:lnTo>
                  <a:lnTo>
                    <a:pt x="20966" y="15278"/>
                  </a:lnTo>
                  <a:lnTo>
                    <a:pt x="20992" y="18966"/>
                  </a:lnTo>
                  <a:lnTo>
                    <a:pt x="21028" y="21073"/>
                  </a:lnTo>
                  <a:lnTo>
                    <a:pt x="21065" y="21600"/>
                  </a:lnTo>
                  <a:lnTo>
                    <a:pt x="21106" y="21073"/>
                  </a:lnTo>
                  <a:lnTo>
                    <a:pt x="21143" y="18966"/>
                  </a:lnTo>
                  <a:lnTo>
                    <a:pt x="21163" y="15278"/>
                  </a:lnTo>
                  <a:lnTo>
                    <a:pt x="21169" y="11063"/>
                  </a:lnTo>
                  <a:lnTo>
                    <a:pt x="21163" y="7376"/>
                  </a:lnTo>
                  <a:lnTo>
                    <a:pt x="21143" y="3688"/>
                  </a:lnTo>
                  <a:lnTo>
                    <a:pt x="21106" y="1054"/>
                  </a:lnTo>
                  <a:lnTo>
                    <a:pt x="21065" y="0"/>
                  </a:lnTo>
                  <a:lnTo>
                    <a:pt x="109" y="0"/>
                  </a:lnTo>
                  <a:lnTo>
                    <a:pt x="21491" y="0"/>
                  </a:lnTo>
                  <a:lnTo>
                    <a:pt x="21454" y="1054"/>
                  </a:lnTo>
                  <a:lnTo>
                    <a:pt x="21418" y="3688"/>
                  </a:lnTo>
                  <a:lnTo>
                    <a:pt x="21392" y="7376"/>
                  </a:lnTo>
                  <a:lnTo>
                    <a:pt x="21387" y="11063"/>
                  </a:lnTo>
                  <a:lnTo>
                    <a:pt x="21392" y="15278"/>
                  </a:lnTo>
                  <a:lnTo>
                    <a:pt x="21418" y="18966"/>
                  </a:lnTo>
                  <a:lnTo>
                    <a:pt x="21454" y="21073"/>
                  </a:lnTo>
                  <a:lnTo>
                    <a:pt x="21491" y="21600"/>
                  </a:lnTo>
                  <a:lnTo>
                    <a:pt x="21538" y="21073"/>
                  </a:lnTo>
                  <a:lnTo>
                    <a:pt x="21574" y="18966"/>
                  </a:lnTo>
                  <a:lnTo>
                    <a:pt x="21590" y="15278"/>
                  </a:lnTo>
                  <a:lnTo>
                    <a:pt x="21600" y="11063"/>
                  </a:lnTo>
                  <a:lnTo>
                    <a:pt x="21590" y="7376"/>
                  </a:lnTo>
                  <a:lnTo>
                    <a:pt x="21574" y="3688"/>
                  </a:lnTo>
                  <a:lnTo>
                    <a:pt x="21538" y="1054"/>
                  </a:lnTo>
                  <a:lnTo>
                    <a:pt x="21491" y="0"/>
                  </a:lnTo>
                  <a:lnTo>
                    <a:pt x="109" y="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0" name="Freeform 81"/>
            <p:cNvSpPr/>
            <p:nvPr/>
          </p:nvSpPr>
          <p:spPr>
            <a:xfrm>
              <a:off x="5091112" y="1954212"/>
              <a:ext cx="146051" cy="1476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742"/>
                  </a:lnTo>
                  <a:lnTo>
                    <a:pt x="0" y="0"/>
                  </a:lnTo>
                  <a:lnTo>
                    <a:pt x="0" y="21600"/>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1" name="Rectangle 82"/>
            <p:cNvSpPr/>
            <p:nvPr/>
          </p:nvSpPr>
          <p:spPr>
            <a:xfrm>
              <a:off x="1976437" y="1900237"/>
              <a:ext cx="1320801" cy="25400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2" name="Rectangle 83"/>
            <p:cNvSpPr/>
            <p:nvPr/>
          </p:nvSpPr>
          <p:spPr>
            <a:xfrm>
              <a:off x="1971675" y="1895475"/>
              <a:ext cx="1330326" cy="263525"/>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3" name="Freeform 84"/>
            <p:cNvSpPr/>
            <p:nvPr/>
          </p:nvSpPr>
          <p:spPr>
            <a:xfrm>
              <a:off x="2815431" y="1892300"/>
              <a:ext cx="12701" cy="26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6"/>
                  </a:moveTo>
                  <a:lnTo>
                    <a:pt x="21600" y="255"/>
                  </a:lnTo>
                  <a:lnTo>
                    <a:pt x="17280" y="127"/>
                  </a:lnTo>
                  <a:lnTo>
                    <a:pt x="15120" y="0"/>
                  </a:lnTo>
                  <a:lnTo>
                    <a:pt x="10800" y="0"/>
                  </a:lnTo>
                  <a:lnTo>
                    <a:pt x="0" y="319"/>
                  </a:lnTo>
                  <a:lnTo>
                    <a:pt x="0" y="21409"/>
                  </a:lnTo>
                  <a:lnTo>
                    <a:pt x="2160" y="21536"/>
                  </a:lnTo>
                  <a:lnTo>
                    <a:pt x="6480" y="21600"/>
                  </a:lnTo>
                  <a:lnTo>
                    <a:pt x="17280" y="21600"/>
                  </a:lnTo>
                  <a:lnTo>
                    <a:pt x="21600" y="21536"/>
                  </a:lnTo>
                  <a:lnTo>
                    <a:pt x="21600" y="446"/>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4" name="Rectangle 85"/>
            <p:cNvSpPr txBox="1"/>
            <p:nvPr/>
          </p:nvSpPr>
          <p:spPr>
            <a:xfrm>
              <a:off x="2951162" y="1981200"/>
              <a:ext cx="269331" cy="127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Times New Roman"/>
                  <a:ea typeface="Times New Roman"/>
                  <a:cs typeface="Times New Roman"/>
                  <a:sym typeface="Times New Roman"/>
                </a:defRPr>
              </a:lvl1pPr>
            </a:lstStyle>
            <a:p>
              <a:pPr/>
              <a:r>
                <a:t>Header</a:t>
              </a:r>
            </a:p>
          </p:txBody>
        </p:sp>
        <p:sp>
          <p:nvSpPr>
            <p:cNvPr id="1445" name="Rectangle 86"/>
            <p:cNvSpPr txBox="1"/>
            <p:nvPr/>
          </p:nvSpPr>
          <p:spPr>
            <a:xfrm>
              <a:off x="2362200" y="1981200"/>
              <a:ext cx="180517" cy="127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Times New Roman"/>
                  <a:ea typeface="Times New Roman"/>
                  <a:cs typeface="Times New Roman"/>
                  <a:sym typeface="Times New Roman"/>
                </a:defRPr>
              </a:lvl1pPr>
            </a:lstStyle>
            <a:p>
              <a:pPr/>
              <a:r>
                <a:t>Data</a:t>
              </a:r>
            </a:p>
          </p:txBody>
        </p:sp>
        <p:sp>
          <p:nvSpPr>
            <p:cNvPr id="1446" name="Rectangle 87"/>
            <p:cNvSpPr/>
            <p:nvPr/>
          </p:nvSpPr>
          <p:spPr>
            <a:xfrm>
              <a:off x="3457575" y="1900237"/>
              <a:ext cx="1319213" cy="25400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7" name="Rectangle 88"/>
            <p:cNvSpPr/>
            <p:nvPr/>
          </p:nvSpPr>
          <p:spPr>
            <a:xfrm>
              <a:off x="3452812" y="1895475"/>
              <a:ext cx="1328738" cy="263525"/>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8" name="Freeform 89"/>
            <p:cNvSpPr/>
            <p:nvPr/>
          </p:nvSpPr>
          <p:spPr>
            <a:xfrm>
              <a:off x="4294981" y="1892300"/>
              <a:ext cx="12701" cy="2698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6"/>
                  </a:moveTo>
                  <a:lnTo>
                    <a:pt x="21600" y="255"/>
                  </a:lnTo>
                  <a:lnTo>
                    <a:pt x="12960" y="0"/>
                  </a:lnTo>
                  <a:lnTo>
                    <a:pt x="10800" y="0"/>
                  </a:lnTo>
                  <a:lnTo>
                    <a:pt x="0" y="319"/>
                  </a:lnTo>
                  <a:lnTo>
                    <a:pt x="0" y="21409"/>
                  </a:lnTo>
                  <a:lnTo>
                    <a:pt x="2160" y="21536"/>
                  </a:lnTo>
                  <a:lnTo>
                    <a:pt x="6480" y="21600"/>
                  </a:lnTo>
                  <a:lnTo>
                    <a:pt x="17280" y="21600"/>
                  </a:lnTo>
                  <a:lnTo>
                    <a:pt x="21600" y="21536"/>
                  </a:lnTo>
                  <a:lnTo>
                    <a:pt x="21600" y="446"/>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49" name="Rectangle 90"/>
            <p:cNvSpPr txBox="1"/>
            <p:nvPr/>
          </p:nvSpPr>
          <p:spPr>
            <a:xfrm>
              <a:off x="4430712" y="1981200"/>
              <a:ext cx="269331" cy="127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Times New Roman"/>
                  <a:ea typeface="Times New Roman"/>
                  <a:cs typeface="Times New Roman"/>
                  <a:sym typeface="Times New Roman"/>
                </a:defRPr>
              </a:lvl1pPr>
            </a:lstStyle>
            <a:p>
              <a:pPr/>
              <a:r>
                <a:t>Header</a:t>
              </a:r>
            </a:p>
          </p:txBody>
        </p:sp>
        <p:sp>
          <p:nvSpPr>
            <p:cNvPr id="1450" name="Rectangle 91"/>
            <p:cNvSpPr txBox="1"/>
            <p:nvPr/>
          </p:nvSpPr>
          <p:spPr>
            <a:xfrm>
              <a:off x="3841750" y="1981200"/>
              <a:ext cx="180517" cy="127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700">
                  <a:latin typeface="Times New Roman"/>
                  <a:ea typeface="Times New Roman"/>
                  <a:cs typeface="Times New Roman"/>
                  <a:sym typeface="Times New Roman"/>
                </a:defRPr>
              </a:lvl1pPr>
            </a:lstStyle>
            <a:p>
              <a:pPr/>
              <a:r>
                <a:t>Data</a:t>
              </a:r>
            </a:p>
          </p:txBody>
        </p:sp>
        <p:sp>
          <p:nvSpPr>
            <p:cNvPr id="1451" name="Rectangle 92"/>
            <p:cNvSpPr/>
            <p:nvPr/>
          </p:nvSpPr>
          <p:spPr>
            <a:xfrm>
              <a:off x="801687" y="2570162"/>
              <a:ext cx="774701" cy="1936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2" name="Rectangle 93"/>
            <p:cNvSpPr/>
            <p:nvPr/>
          </p:nvSpPr>
          <p:spPr>
            <a:xfrm>
              <a:off x="796925" y="2565400"/>
              <a:ext cx="784226" cy="203200"/>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3" name="Freeform 94"/>
            <p:cNvSpPr/>
            <p:nvPr/>
          </p:nvSpPr>
          <p:spPr>
            <a:xfrm>
              <a:off x="1291431" y="2562225"/>
              <a:ext cx="12701" cy="2095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327"/>
                  </a:lnTo>
                  <a:lnTo>
                    <a:pt x="19440" y="164"/>
                  </a:lnTo>
                  <a:lnTo>
                    <a:pt x="15120" y="0"/>
                  </a:lnTo>
                  <a:lnTo>
                    <a:pt x="10800" y="0"/>
                  </a:lnTo>
                  <a:lnTo>
                    <a:pt x="6480" y="164"/>
                  </a:lnTo>
                  <a:lnTo>
                    <a:pt x="4320" y="327"/>
                  </a:lnTo>
                  <a:lnTo>
                    <a:pt x="0" y="409"/>
                  </a:lnTo>
                  <a:lnTo>
                    <a:pt x="0" y="21355"/>
                  </a:lnTo>
                  <a:lnTo>
                    <a:pt x="6480" y="21600"/>
                  </a:lnTo>
                  <a:lnTo>
                    <a:pt x="19440" y="21600"/>
                  </a:lnTo>
                  <a:lnTo>
                    <a:pt x="21600" y="21518"/>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4" name="Rectangle 95"/>
            <p:cNvSpPr txBox="1"/>
            <p:nvPr/>
          </p:nvSpPr>
          <p:spPr>
            <a:xfrm>
              <a:off x="1406525" y="2598737"/>
              <a:ext cx="127001"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55" name="Rectangle 96"/>
            <p:cNvSpPr txBox="1"/>
            <p:nvPr/>
          </p:nvSpPr>
          <p:spPr>
            <a:xfrm>
              <a:off x="1060450" y="2598737"/>
              <a:ext cx="127001"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sp>
          <p:nvSpPr>
            <p:cNvPr id="1456" name="Rectangle 97"/>
            <p:cNvSpPr/>
            <p:nvPr/>
          </p:nvSpPr>
          <p:spPr>
            <a:xfrm>
              <a:off x="1765300" y="3157537"/>
              <a:ext cx="776288" cy="1936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7" name="Rectangle 98"/>
            <p:cNvSpPr/>
            <p:nvPr/>
          </p:nvSpPr>
          <p:spPr>
            <a:xfrm>
              <a:off x="1760537" y="3152775"/>
              <a:ext cx="785813" cy="203200"/>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8" name="Freeform 99"/>
            <p:cNvSpPr/>
            <p:nvPr/>
          </p:nvSpPr>
          <p:spPr>
            <a:xfrm>
              <a:off x="2256631" y="3149600"/>
              <a:ext cx="12701" cy="2095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245"/>
                  </a:lnTo>
                  <a:lnTo>
                    <a:pt x="17673" y="82"/>
                  </a:lnTo>
                  <a:lnTo>
                    <a:pt x="13745" y="0"/>
                  </a:lnTo>
                  <a:lnTo>
                    <a:pt x="9818" y="0"/>
                  </a:lnTo>
                  <a:lnTo>
                    <a:pt x="0" y="409"/>
                  </a:lnTo>
                  <a:lnTo>
                    <a:pt x="0" y="21273"/>
                  </a:lnTo>
                  <a:lnTo>
                    <a:pt x="7855" y="21600"/>
                  </a:lnTo>
                  <a:lnTo>
                    <a:pt x="17673" y="21600"/>
                  </a:lnTo>
                  <a:lnTo>
                    <a:pt x="21600" y="21436"/>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59" name="Rectangle 100"/>
            <p:cNvSpPr txBox="1"/>
            <p:nvPr/>
          </p:nvSpPr>
          <p:spPr>
            <a:xfrm>
              <a:off x="2371725"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60" name="Rectangle 101"/>
            <p:cNvSpPr txBox="1"/>
            <p:nvPr/>
          </p:nvSpPr>
          <p:spPr>
            <a:xfrm>
              <a:off x="2024062"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sp>
          <p:nvSpPr>
            <p:cNvPr id="1461" name="Rectangle 102"/>
            <p:cNvSpPr/>
            <p:nvPr/>
          </p:nvSpPr>
          <p:spPr>
            <a:xfrm>
              <a:off x="3006725" y="3679825"/>
              <a:ext cx="774701" cy="193675"/>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2" name="Rectangle 103"/>
            <p:cNvSpPr/>
            <p:nvPr/>
          </p:nvSpPr>
          <p:spPr>
            <a:xfrm>
              <a:off x="3001962" y="3675062"/>
              <a:ext cx="785813" cy="203201"/>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3" name="Freeform 104"/>
            <p:cNvSpPr/>
            <p:nvPr/>
          </p:nvSpPr>
          <p:spPr>
            <a:xfrm>
              <a:off x="3496469" y="3671887"/>
              <a:ext cx="12701" cy="2095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245"/>
                  </a:lnTo>
                  <a:lnTo>
                    <a:pt x="17673" y="164"/>
                  </a:lnTo>
                  <a:lnTo>
                    <a:pt x="13745" y="0"/>
                  </a:lnTo>
                  <a:lnTo>
                    <a:pt x="11782" y="0"/>
                  </a:lnTo>
                  <a:lnTo>
                    <a:pt x="7855" y="164"/>
                  </a:lnTo>
                  <a:lnTo>
                    <a:pt x="3927" y="245"/>
                  </a:lnTo>
                  <a:lnTo>
                    <a:pt x="0" y="409"/>
                  </a:lnTo>
                  <a:lnTo>
                    <a:pt x="0" y="21273"/>
                  </a:lnTo>
                  <a:lnTo>
                    <a:pt x="7855" y="21600"/>
                  </a:lnTo>
                  <a:lnTo>
                    <a:pt x="17673" y="21600"/>
                  </a:lnTo>
                  <a:lnTo>
                    <a:pt x="21600" y="21436"/>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4" name="Rectangle 105"/>
            <p:cNvSpPr txBox="1"/>
            <p:nvPr/>
          </p:nvSpPr>
          <p:spPr>
            <a:xfrm>
              <a:off x="3611562" y="3709987"/>
              <a:ext cx="127001"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65" name="Rectangle 106"/>
            <p:cNvSpPr txBox="1"/>
            <p:nvPr/>
          </p:nvSpPr>
          <p:spPr>
            <a:xfrm>
              <a:off x="3265487" y="3709987"/>
              <a:ext cx="127001" cy="1840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sp>
          <p:nvSpPr>
            <p:cNvPr id="1466" name="Rectangle 107"/>
            <p:cNvSpPr/>
            <p:nvPr/>
          </p:nvSpPr>
          <p:spPr>
            <a:xfrm>
              <a:off x="3087687" y="3157537"/>
              <a:ext cx="774701" cy="1936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7" name="Rectangle 108"/>
            <p:cNvSpPr/>
            <p:nvPr/>
          </p:nvSpPr>
          <p:spPr>
            <a:xfrm>
              <a:off x="3081337" y="3152775"/>
              <a:ext cx="785813" cy="203200"/>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8" name="Freeform 109"/>
            <p:cNvSpPr/>
            <p:nvPr/>
          </p:nvSpPr>
          <p:spPr>
            <a:xfrm>
              <a:off x="3577431" y="3149600"/>
              <a:ext cx="12701" cy="2095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245"/>
                  </a:lnTo>
                  <a:lnTo>
                    <a:pt x="17280" y="82"/>
                  </a:lnTo>
                  <a:lnTo>
                    <a:pt x="12960" y="0"/>
                  </a:lnTo>
                  <a:lnTo>
                    <a:pt x="10800" y="0"/>
                  </a:lnTo>
                  <a:lnTo>
                    <a:pt x="6480" y="82"/>
                  </a:lnTo>
                  <a:lnTo>
                    <a:pt x="2160" y="245"/>
                  </a:lnTo>
                  <a:lnTo>
                    <a:pt x="0" y="409"/>
                  </a:lnTo>
                  <a:lnTo>
                    <a:pt x="0" y="21273"/>
                  </a:lnTo>
                  <a:lnTo>
                    <a:pt x="2160" y="21436"/>
                  </a:lnTo>
                  <a:lnTo>
                    <a:pt x="6480" y="21600"/>
                  </a:lnTo>
                  <a:lnTo>
                    <a:pt x="17280" y="21600"/>
                  </a:lnTo>
                  <a:lnTo>
                    <a:pt x="21600" y="21436"/>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69" name="Rectangle 110"/>
            <p:cNvSpPr txBox="1"/>
            <p:nvPr/>
          </p:nvSpPr>
          <p:spPr>
            <a:xfrm>
              <a:off x="3692525"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70" name="Rectangle 111"/>
            <p:cNvSpPr txBox="1"/>
            <p:nvPr/>
          </p:nvSpPr>
          <p:spPr>
            <a:xfrm>
              <a:off x="3344862"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sp>
          <p:nvSpPr>
            <p:cNvPr id="1471" name="Rectangle 112"/>
            <p:cNvSpPr/>
            <p:nvPr/>
          </p:nvSpPr>
          <p:spPr>
            <a:xfrm>
              <a:off x="4443412" y="3157537"/>
              <a:ext cx="774701" cy="193676"/>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2" name="Rectangle 113"/>
            <p:cNvSpPr/>
            <p:nvPr/>
          </p:nvSpPr>
          <p:spPr>
            <a:xfrm>
              <a:off x="4438650" y="3152775"/>
              <a:ext cx="785813" cy="203200"/>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3" name="Freeform 114"/>
            <p:cNvSpPr/>
            <p:nvPr/>
          </p:nvSpPr>
          <p:spPr>
            <a:xfrm>
              <a:off x="4933156" y="3149600"/>
              <a:ext cx="12701" cy="2095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245"/>
                  </a:lnTo>
                  <a:lnTo>
                    <a:pt x="17673" y="82"/>
                  </a:lnTo>
                  <a:lnTo>
                    <a:pt x="13745" y="0"/>
                  </a:lnTo>
                  <a:lnTo>
                    <a:pt x="11782" y="0"/>
                  </a:lnTo>
                  <a:lnTo>
                    <a:pt x="7855" y="82"/>
                  </a:lnTo>
                  <a:lnTo>
                    <a:pt x="0" y="409"/>
                  </a:lnTo>
                  <a:lnTo>
                    <a:pt x="0" y="21273"/>
                  </a:lnTo>
                  <a:lnTo>
                    <a:pt x="7855" y="21600"/>
                  </a:lnTo>
                  <a:lnTo>
                    <a:pt x="17673" y="21600"/>
                  </a:lnTo>
                  <a:lnTo>
                    <a:pt x="21600" y="21436"/>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4" name="Rectangle 115"/>
            <p:cNvSpPr txBox="1"/>
            <p:nvPr/>
          </p:nvSpPr>
          <p:spPr>
            <a:xfrm>
              <a:off x="5048250"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75" name="Rectangle 116"/>
            <p:cNvSpPr txBox="1"/>
            <p:nvPr/>
          </p:nvSpPr>
          <p:spPr>
            <a:xfrm>
              <a:off x="4702175" y="318770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sp>
          <p:nvSpPr>
            <p:cNvPr id="1476" name="Rectangle 117"/>
            <p:cNvSpPr/>
            <p:nvPr/>
          </p:nvSpPr>
          <p:spPr>
            <a:xfrm>
              <a:off x="5357813" y="2505075"/>
              <a:ext cx="774701" cy="192088"/>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7" name="Rectangle 118"/>
            <p:cNvSpPr/>
            <p:nvPr/>
          </p:nvSpPr>
          <p:spPr>
            <a:xfrm>
              <a:off x="5353050" y="2500312"/>
              <a:ext cx="785813" cy="203201"/>
            </a:xfrm>
            <a:prstGeom prst="rect">
              <a:avLst/>
            </a:prstGeom>
            <a:noFill/>
            <a:ln w="7938" cap="flat">
              <a:solidFill>
                <a:srgbClr val="000000"/>
              </a:solidFill>
              <a:prstDash val="solid"/>
              <a:miter lim="8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8" name="Freeform 119"/>
            <p:cNvSpPr/>
            <p:nvPr/>
          </p:nvSpPr>
          <p:spPr>
            <a:xfrm>
              <a:off x="5847557" y="2497137"/>
              <a:ext cx="12701" cy="2095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573"/>
                  </a:moveTo>
                  <a:lnTo>
                    <a:pt x="21600" y="327"/>
                  </a:lnTo>
                  <a:lnTo>
                    <a:pt x="13745" y="0"/>
                  </a:lnTo>
                  <a:lnTo>
                    <a:pt x="9818" y="0"/>
                  </a:lnTo>
                  <a:lnTo>
                    <a:pt x="7855" y="164"/>
                  </a:lnTo>
                  <a:lnTo>
                    <a:pt x="3927" y="327"/>
                  </a:lnTo>
                  <a:lnTo>
                    <a:pt x="0" y="409"/>
                  </a:lnTo>
                  <a:lnTo>
                    <a:pt x="0" y="21355"/>
                  </a:lnTo>
                  <a:lnTo>
                    <a:pt x="3927" y="21436"/>
                  </a:lnTo>
                  <a:lnTo>
                    <a:pt x="7855" y="21600"/>
                  </a:lnTo>
                  <a:lnTo>
                    <a:pt x="17673" y="21600"/>
                  </a:lnTo>
                  <a:lnTo>
                    <a:pt x="21600" y="21436"/>
                  </a:lnTo>
                  <a:lnTo>
                    <a:pt x="21600" y="573"/>
                  </a:lnTo>
                  <a:close/>
                </a:path>
              </a:pathLst>
            </a:custGeom>
            <a:solidFill>
              <a:srgbClr val="000000"/>
            </a:solidFill>
            <a:ln w="12700" cap="flat">
              <a:noFill/>
              <a:miter lim="400000"/>
            </a:ln>
            <a:effectLst/>
          </p:spPr>
          <p:txBody>
            <a:bodyPr wrap="square" lIns="45719" tIns="45719" rIns="45719" bIns="45719" numCol="1" anchor="t">
              <a:noAutofit/>
            </a:bodyPr>
            <a:lstStyle/>
            <a:p>
              <a:pPr>
                <a:defRPr>
                  <a:solidFill>
                    <a:srgbClr val="FFFFFF"/>
                  </a:solidFill>
                  <a:latin typeface="Garamond"/>
                  <a:ea typeface="Garamond"/>
                  <a:cs typeface="Garamond"/>
                  <a:sym typeface="Garamond"/>
                </a:defRPr>
              </a:pPr>
            </a:p>
          </p:txBody>
        </p:sp>
        <p:sp>
          <p:nvSpPr>
            <p:cNvPr id="1479" name="Rectangle 120"/>
            <p:cNvSpPr txBox="1"/>
            <p:nvPr/>
          </p:nvSpPr>
          <p:spPr>
            <a:xfrm>
              <a:off x="5962650" y="253365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H</a:t>
              </a:r>
            </a:p>
          </p:txBody>
        </p:sp>
        <p:sp>
          <p:nvSpPr>
            <p:cNvPr id="1480" name="Rectangle 121"/>
            <p:cNvSpPr txBox="1"/>
            <p:nvPr/>
          </p:nvSpPr>
          <p:spPr>
            <a:xfrm>
              <a:off x="5616575" y="2533650"/>
              <a:ext cx="127001" cy="1840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1200">
                  <a:latin typeface="Times New Roman"/>
                  <a:ea typeface="Times New Roman"/>
                  <a:cs typeface="Times New Roman"/>
                  <a:sym typeface="Times New Roman"/>
                </a:defRPr>
              </a:lvl1pPr>
            </a:lstStyle>
            <a:p>
              <a:pPr/>
              <a:r>
                <a:t>D</a:t>
              </a:r>
            </a:p>
          </p:txBody>
        </p:sp>
      </p:gr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3" name="Rectangle 2"/>
          <p:cNvSpPr txBox="1"/>
          <p:nvPr>
            <p:ph type="title"/>
          </p:nvPr>
        </p:nvSpPr>
        <p:spPr>
          <a:xfrm>
            <a:off x="457200" y="304800"/>
            <a:ext cx="8229600" cy="1143000"/>
          </a:xfrm>
          <a:prstGeom prst="rect">
            <a:avLst/>
          </a:prstGeom>
        </p:spPr>
        <p:txBody>
          <a:bodyPr/>
          <a:lstStyle/>
          <a:p>
            <a:pPr/>
          </a:p>
        </p:txBody>
      </p:sp>
      <p:sp>
        <p:nvSpPr>
          <p:cNvPr id="1484" name="Rectangle 3"/>
          <p:cNvSpPr txBox="1"/>
          <p:nvPr>
            <p:ph type="body" idx="1"/>
          </p:nvPr>
        </p:nvSpPr>
        <p:spPr>
          <a:xfrm>
            <a:off x="457200" y="1600200"/>
            <a:ext cx="8229600" cy="4525963"/>
          </a:xfrm>
          <a:prstGeom prst="rect">
            <a:avLst/>
          </a:prstGeom>
        </p:spPr>
        <p:txBody>
          <a:bodyPr/>
          <a:lstStyle/>
          <a:p>
            <a:pPr/>
            <a:r>
              <a:t>Connection-Oriented</a:t>
            </a:r>
          </a:p>
          <a:p>
            <a:pPr/>
            <a:r>
              <a:t>Reliable</a:t>
            </a:r>
          </a:p>
          <a:p>
            <a:pPr/>
            <a:r>
              <a:t>Byte-Stream</a:t>
            </a:r>
          </a:p>
          <a:p>
            <a:pPr/>
            <a:r>
              <a:t>Flow Control </a:t>
            </a:r>
            <a:br/>
            <a:r>
              <a:t>(aka Congestion Control)</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8" name="Rectangle 2"/>
          <p:cNvSpPr txBox="1"/>
          <p:nvPr>
            <p:ph type="title"/>
          </p:nvPr>
        </p:nvSpPr>
        <p:spPr>
          <a:prstGeom prst="rect">
            <a:avLst/>
          </a:prstGeom>
        </p:spPr>
        <p:txBody>
          <a:bodyPr/>
          <a:lstStyle/>
          <a:p>
            <a:pPr/>
            <a:r>
              <a:t>UDP</a:t>
            </a:r>
          </a:p>
        </p:txBody>
      </p:sp>
      <p:grpSp>
        <p:nvGrpSpPr>
          <p:cNvPr id="1491" name="Picture 3"/>
          <p:cNvGrpSpPr/>
          <p:nvPr/>
        </p:nvGrpSpPr>
        <p:grpSpPr>
          <a:xfrm>
            <a:off x="803275" y="2668586"/>
            <a:ext cx="7537450" cy="2571751"/>
            <a:chOff x="0" y="0"/>
            <a:chExt cx="7537450" cy="2571750"/>
          </a:xfrm>
        </p:grpSpPr>
        <p:sp>
          <p:nvSpPr>
            <p:cNvPr id="1489" name="Rectangle"/>
            <p:cNvSpPr/>
            <p:nvPr/>
          </p:nvSpPr>
          <p:spPr>
            <a:xfrm>
              <a:off x="0" y="0"/>
              <a:ext cx="7537450" cy="2571750"/>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pic>
          <p:nvPicPr>
            <p:cNvPr id="1490" name="image10.pdf" descr="image10.pdf"/>
            <p:cNvPicPr>
              <a:picLocks noChangeAspect="1"/>
            </p:cNvPicPr>
            <p:nvPr/>
          </p:nvPicPr>
          <p:blipFill>
            <a:blip r:embed="rId3">
              <a:extLst/>
            </a:blip>
            <a:stretch>
              <a:fillRect/>
            </a:stretch>
          </p:blipFill>
          <p:spPr>
            <a:xfrm>
              <a:off x="0" y="0"/>
              <a:ext cx="7537450" cy="2571750"/>
            </a:xfrm>
            <a:prstGeom prst="rect">
              <a:avLst/>
            </a:prstGeom>
            <a:ln w="9525" cap="flat">
              <a:solidFill>
                <a:srgbClr val="FFFFFF"/>
              </a:solidFill>
              <a:prstDash val="solid"/>
              <a:miter lim="800000"/>
            </a:ln>
            <a:effectLst/>
          </p:spPr>
        </p:pic>
      </p:grpSp>
      <p:sp>
        <p:nvSpPr>
          <p:cNvPr id="1492" name="Rectangle 4"/>
          <p:cNvSpPr/>
          <p:nvPr/>
        </p:nvSpPr>
        <p:spPr>
          <a:xfrm>
            <a:off x="3429000" y="3581400"/>
            <a:ext cx="685800" cy="457200"/>
          </a:xfrm>
          <a:prstGeom prst="rect">
            <a:avLst/>
          </a:prstGeom>
          <a:ln>
            <a:solidFill>
              <a:srgbClr val="FF0000"/>
            </a:solidFill>
            <a:miter/>
          </a:ln>
        </p:spPr>
        <p:txBody>
          <a:bodyPr lIns="45719" rIns="45719" anchor="ctr"/>
          <a:lstStyle/>
          <a:p>
            <a:pPr>
              <a:defRPr>
                <a:solidFill>
                  <a:srgbClr val="FFFFFF"/>
                </a:solidFill>
                <a:latin typeface="Garamond"/>
                <a:ea typeface="Garamond"/>
                <a:cs typeface="Garamond"/>
                <a:sym typeface="Garamond"/>
              </a:defRPr>
            </a:pP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6" name="Rectangle 2"/>
          <p:cNvSpPr txBox="1"/>
          <p:nvPr>
            <p:ph type="title"/>
          </p:nvPr>
        </p:nvSpPr>
        <p:spPr>
          <a:prstGeom prst="rect">
            <a:avLst/>
          </a:prstGeom>
        </p:spPr>
        <p:txBody>
          <a:bodyPr/>
          <a:lstStyle/>
          <a:p>
            <a:pPr/>
            <a:r>
              <a:t>User Datagram Protocol (UDP)</a:t>
            </a:r>
          </a:p>
        </p:txBody>
      </p:sp>
      <p:sp>
        <p:nvSpPr>
          <p:cNvPr id="1497" name="Rectangle 3"/>
          <p:cNvSpPr txBox="1"/>
          <p:nvPr>
            <p:ph type="body" idx="1"/>
          </p:nvPr>
        </p:nvSpPr>
        <p:spPr>
          <a:xfrm>
            <a:off x="457200" y="1600200"/>
            <a:ext cx="8229600" cy="4525963"/>
          </a:xfrm>
          <a:prstGeom prst="rect">
            <a:avLst/>
          </a:prstGeom>
        </p:spPr>
        <p:txBody>
          <a:bodyPr/>
          <a:lstStyle/>
          <a:p>
            <a:pPr>
              <a:lnSpc>
                <a:spcPct val="90000"/>
              </a:lnSpc>
              <a:spcBef>
                <a:spcPts val="800"/>
              </a:spcBef>
              <a:defRPr sz="3500"/>
            </a:pPr>
            <a:r>
              <a:t>Like TCP, in the Transport Layer</a:t>
            </a:r>
          </a:p>
          <a:p>
            <a:pPr>
              <a:lnSpc>
                <a:spcPct val="90000"/>
              </a:lnSpc>
              <a:spcBef>
                <a:spcPts val="800"/>
              </a:spcBef>
              <a:defRPr sz="3500"/>
            </a:pPr>
            <a:r>
              <a:t>Characteristics</a:t>
            </a:r>
          </a:p>
          <a:p>
            <a:pPr lvl="1" marL="742950" indent="-285750">
              <a:lnSpc>
                <a:spcPct val="90000"/>
              </a:lnSpc>
              <a:defRPr sz="3100"/>
            </a:pPr>
            <a:r>
              <a:t>Connectionless, Datagram, Unreliable</a:t>
            </a:r>
            <a:endParaRPr sz="2800"/>
          </a:p>
          <a:p>
            <a:pPr>
              <a:lnSpc>
                <a:spcPct val="90000"/>
              </a:lnSpc>
              <a:spcBef>
                <a:spcPts val="800"/>
              </a:spcBef>
              <a:defRPr sz="3500"/>
            </a:pPr>
            <a:r>
              <a:t>Adds only </a:t>
            </a:r>
            <a:r>
              <a:rPr>
                <a:solidFill>
                  <a:srgbClr val="FF8000"/>
                </a:solidFill>
              </a:rPr>
              <a:t>application multiplexing/demultiplexing</a:t>
            </a:r>
            <a:r>
              <a:t> and </a:t>
            </a:r>
            <a:r>
              <a:rPr>
                <a:solidFill>
                  <a:srgbClr val="FF8000"/>
                </a:solidFill>
              </a:rPr>
              <a:t>checksumming</a:t>
            </a:r>
            <a:r>
              <a:t> to IP</a:t>
            </a:r>
          </a:p>
          <a:p>
            <a:pPr>
              <a:lnSpc>
                <a:spcPct val="90000"/>
              </a:lnSpc>
              <a:spcBef>
                <a:spcPts val="800"/>
              </a:spcBef>
              <a:defRPr sz="3500"/>
            </a:pPr>
            <a:r>
              <a:t>Good for Streaming Media, Real-time Multiplayer Networked Games, VoIP</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1" name="Rectangle 2"/>
          <p:cNvSpPr txBox="1"/>
          <p:nvPr>
            <p:ph type="title"/>
          </p:nvPr>
        </p:nvSpPr>
        <p:spPr>
          <a:prstGeom prst="rect">
            <a:avLst/>
          </a:prstGeom>
        </p:spPr>
        <p:txBody>
          <a:bodyPr/>
          <a:lstStyle/>
          <a:p>
            <a:pPr/>
            <a:r>
              <a:t>Summary</a:t>
            </a:r>
          </a:p>
        </p:txBody>
      </p:sp>
      <p:sp>
        <p:nvSpPr>
          <p:cNvPr id="1502" name="Rectangle 3"/>
          <p:cNvSpPr txBox="1"/>
          <p:nvPr>
            <p:ph type="body" idx="1"/>
          </p:nvPr>
        </p:nvSpPr>
        <p:spPr>
          <a:xfrm>
            <a:off x="457200" y="1600200"/>
            <a:ext cx="8229600" cy="4525963"/>
          </a:xfrm>
          <a:prstGeom prst="rect">
            <a:avLst/>
          </a:prstGeom>
        </p:spPr>
        <p:txBody>
          <a:bodyPr/>
          <a:lstStyle/>
          <a:p>
            <a:pPr/>
            <a:r>
              <a:t>IP is the basis of Internetworking</a:t>
            </a:r>
          </a:p>
          <a:p>
            <a:pPr/>
            <a:r>
              <a:t>TCP builds on top of IP</a:t>
            </a:r>
            <a:br/>
            <a:r>
              <a:t>adds reliable, congestion-controlled, connection-oriented byte-stream.</a:t>
            </a:r>
          </a:p>
          <a:p>
            <a:pPr/>
            <a:r>
              <a:t>UDP builds on top of IP</a:t>
            </a:r>
            <a:br/>
            <a:r>
              <a:t>allows access to IP functionality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