
<file path=[Content_Types].xml><?xml version="1.0" encoding="utf-8"?>
<Types xmlns="http://schemas.openxmlformats.org/package/2006/content-types">
  <Default Extension="bin" ContentType="application/vnd.openxmlformats-officedocument.oleObject"/>
  <Default Extension="emf" ContentType="image/x-emf"/>
  <Default Extension="wmf" ContentType="image/x-wmf"/>
  <Default Extension="jpeg" ContentType="image/jpeg"/>
  <Default Extension="rels" ContentType="application/vnd.openxmlformats-package.relationships+xml"/>
  <Default Extension="xml" ContentType="application/xml"/>
  <Default Extension="vml" ContentType="application/vnd.openxmlformats-officedocument.vmlDrawin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p:sldMasterIdLst>
    <p:sldMasterId id="2147483650" r:id="rId1"/>
  </p:sldMasterIdLst>
  <p:notesMasterIdLst>
    <p:notesMasterId r:id="rId13"/>
  </p:notesMasterIdLst>
  <p:handoutMasterIdLst>
    <p:handoutMasterId r:id="rId14"/>
  </p:handoutMasterIdLst>
  <p:sldIdLst>
    <p:sldId id="256" r:id="rId2"/>
    <p:sldId id="275" r:id="rId3"/>
    <p:sldId id="267" r:id="rId4"/>
    <p:sldId id="279" r:id="rId5"/>
    <p:sldId id="280" r:id="rId6"/>
    <p:sldId id="269" r:id="rId7"/>
    <p:sldId id="281" r:id="rId8"/>
    <p:sldId id="271" r:id="rId9"/>
    <p:sldId id="282" r:id="rId10"/>
    <p:sldId id="272" r:id="rId11"/>
    <p:sldId id="283" r:id="rId12"/>
  </p:sldIdLst>
  <p:sldSz cx="9144000" cy="6858000" type="overhead"/>
  <p:notesSz cx="6858000" cy="9144000"/>
  <p:defaultTextStyle>
    <a:defPPr>
      <a:defRPr lang="en-US"/>
    </a:defPPr>
    <a:lvl1pPr algn="l" rtl="0" eaLnBrk="0" fontAlgn="base" hangingPunct="0">
      <a:spcBef>
        <a:spcPts val="1000"/>
      </a:spcBef>
      <a:spcAft>
        <a:spcPts val="1000"/>
      </a:spcAft>
      <a:buChar char="•"/>
      <a:defRPr sz="2400" kern="1200">
        <a:solidFill>
          <a:srgbClr val="000000"/>
        </a:solidFill>
        <a:latin typeface="Times" pitchFamily="18" charset="0"/>
        <a:ea typeface="+mn-ea"/>
        <a:cs typeface="+mn-cs"/>
      </a:defRPr>
    </a:lvl1pPr>
    <a:lvl2pPr marL="457200" algn="l" rtl="0" eaLnBrk="0" fontAlgn="base" hangingPunct="0">
      <a:spcBef>
        <a:spcPts val="1000"/>
      </a:spcBef>
      <a:spcAft>
        <a:spcPts val="1000"/>
      </a:spcAft>
      <a:buChar char="•"/>
      <a:defRPr sz="2400" kern="1200">
        <a:solidFill>
          <a:srgbClr val="000000"/>
        </a:solidFill>
        <a:latin typeface="Times" pitchFamily="18" charset="0"/>
        <a:ea typeface="+mn-ea"/>
        <a:cs typeface="+mn-cs"/>
      </a:defRPr>
    </a:lvl2pPr>
    <a:lvl3pPr marL="914400" algn="l" rtl="0" eaLnBrk="0" fontAlgn="base" hangingPunct="0">
      <a:spcBef>
        <a:spcPts val="1000"/>
      </a:spcBef>
      <a:spcAft>
        <a:spcPts val="1000"/>
      </a:spcAft>
      <a:buChar char="•"/>
      <a:defRPr sz="2400" kern="1200">
        <a:solidFill>
          <a:srgbClr val="000000"/>
        </a:solidFill>
        <a:latin typeface="Times" pitchFamily="18" charset="0"/>
        <a:ea typeface="+mn-ea"/>
        <a:cs typeface="+mn-cs"/>
      </a:defRPr>
    </a:lvl3pPr>
    <a:lvl4pPr marL="1371600" algn="l" rtl="0" eaLnBrk="0" fontAlgn="base" hangingPunct="0">
      <a:spcBef>
        <a:spcPts val="1000"/>
      </a:spcBef>
      <a:spcAft>
        <a:spcPts val="1000"/>
      </a:spcAft>
      <a:buChar char="•"/>
      <a:defRPr sz="2400" kern="1200">
        <a:solidFill>
          <a:srgbClr val="000000"/>
        </a:solidFill>
        <a:latin typeface="Times" pitchFamily="18" charset="0"/>
        <a:ea typeface="+mn-ea"/>
        <a:cs typeface="+mn-cs"/>
      </a:defRPr>
    </a:lvl4pPr>
    <a:lvl5pPr marL="1828800" algn="l" rtl="0" eaLnBrk="0" fontAlgn="base" hangingPunct="0">
      <a:spcBef>
        <a:spcPts val="1000"/>
      </a:spcBef>
      <a:spcAft>
        <a:spcPts val="1000"/>
      </a:spcAft>
      <a:buChar char="•"/>
      <a:defRPr sz="2400" kern="1200">
        <a:solidFill>
          <a:srgbClr val="000000"/>
        </a:solidFill>
        <a:latin typeface="Times" pitchFamily="18" charset="0"/>
        <a:ea typeface="+mn-ea"/>
        <a:cs typeface="+mn-cs"/>
      </a:defRPr>
    </a:lvl5pPr>
    <a:lvl6pPr marL="2286000" algn="l" defTabSz="914400" rtl="0" eaLnBrk="1" latinLnBrk="0" hangingPunct="1">
      <a:defRPr sz="2400" kern="1200">
        <a:solidFill>
          <a:srgbClr val="000000"/>
        </a:solidFill>
        <a:latin typeface="Times" pitchFamily="18" charset="0"/>
        <a:ea typeface="+mn-ea"/>
        <a:cs typeface="+mn-cs"/>
      </a:defRPr>
    </a:lvl6pPr>
    <a:lvl7pPr marL="2743200" algn="l" defTabSz="914400" rtl="0" eaLnBrk="1" latinLnBrk="0" hangingPunct="1">
      <a:defRPr sz="2400" kern="1200">
        <a:solidFill>
          <a:srgbClr val="000000"/>
        </a:solidFill>
        <a:latin typeface="Times" pitchFamily="18" charset="0"/>
        <a:ea typeface="+mn-ea"/>
        <a:cs typeface="+mn-cs"/>
      </a:defRPr>
    </a:lvl7pPr>
    <a:lvl8pPr marL="3200400" algn="l" defTabSz="914400" rtl="0" eaLnBrk="1" latinLnBrk="0" hangingPunct="1">
      <a:defRPr sz="2400" kern="1200">
        <a:solidFill>
          <a:srgbClr val="000000"/>
        </a:solidFill>
        <a:latin typeface="Times" pitchFamily="18" charset="0"/>
        <a:ea typeface="+mn-ea"/>
        <a:cs typeface="+mn-cs"/>
      </a:defRPr>
    </a:lvl8pPr>
    <a:lvl9pPr marL="3657600" algn="l" defTabSz="914400" rtl="0" eaLnBrk="1" latinLnBrk="0" hangingPunct="1">
      <a:defRPr sz="2400" kern="1200">
        <a:solidFill>
          <a:srgbClr val="000000"/>
        </a:solidFill>
        <a:latin typeface="Times" pitchFamily="18" charset="0"/>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99CC"/>
    <a:srgbClr val="FF66FF"/>
    <a:srgbClr val="CCCCFF"/>
    <a:srgbClr val="009900"/>
    <a:srgbClr val="66FF33"/>
    <a:srgbClr val="FF0000"/>
    <a:srgbClr val="0000FF"/>
    <a:srgbClr val="FF00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20"/>
    <p:restoredTop sz="94660"/>
  </p:normalViewPr>
  <p:slideViewPr>
    <p:cSldViewPr snapToGrid="0">
      <p:cViewPr varScale="1">
        <p:scale>
          <a:sx n="136" d="100"/>
          <a:sy n="136" d="100"/>
        </p:scale>
        <p:origin x="-892" y="-64"/>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66" d="100"/>
        <a:sy n="66" d="100"/>
      </p:scale>
      <p:origin x="0" y="0"/>
    </p:cViewPr>
  </p:sorterViewPr>
  <p:notesViewPr>
    <p:cSldViewPr snapToGrid="0">
      <p:cViewPr varScale="1">
        <p:scale>
          <a:sx n="55" d="100"/>
          <a:sy n="55" d="100"/>
        </p:scale>
        <p:origin x="-1752" y="-84"/>
      </p:cViewPr>
      <p:guideLst>
        <p:guide orient="horz" pos="2880"/>
        <p:guide pos="2160"/>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notesMaster" Target="notesMasters/notesMaster1.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handoutMaster" Target="handoutMasters/handoutMaster1.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1.emf"/></Relationships>
</file>

<file path=ppt/drawings/_rels/vmlDrawing2.vml.rels><?xml version="1.0" encoding="UTF-8" standalone="yes"?>
<Relationships xmlns="http://schemas.openxmlformats.org/package/2006/relationships"><Relationship Id="rId1" Type="http://schemas.openxmlformats.org/officeDocument/2006/relationships/image" Target="../media/image2.wmf"/></Relationships>
</file>

<file path=ppt/drawings/_rels/vmlDrawing3.vml.rels><?xml version="1.0" encoding="UTF-8" standalone="yes"?>
<Relationships xmlns="http://schemas.openxmlformats.org/package/2006/relationships"><Relationship Id="rId1" Type="http://schemas.openxmlformats.org/officeDocument/2006/relationships/image" Target="../media/image3.emf"/></Relationships>
</file>

<file path=ppt/drawings/_rels/vmlDrawing4.vml.rels><?xml version="1.0" encoding="UTF-8" standalone="yes"?>
<Relationships xmlns="http://schemas.openxmlformats.org/package/2006/relationships"><Relationship Id="rId1" Type="http://schemas.openxmlformats.org/officeDocument/2006/relationships/image" Target="../media/image4.emf"/></Relationships>
</file>

<file path=ppt/drawings/_rels/vmlDrawing5.vml.rels><?xml version="1.0" encoding="UTF-8" standalone="yes"?>
<Relationships xmlns="http://schemas.openxmlformats.org/package/2006/relationships"><Relationship Id="rId2" Type="http://schemas.openxmlformats.org/officeDocument/2006/relationships/image" Target="../media/image6.wmf"/><Relationship Id="rId1" Type="http://schemas.openxmlformats.org/officeDocument/2006/relationships/image" Target="../media/image5.wmf"/></Relationships>
</file>

<file path=ppt/drawings/_rels/vmlDrawing6.vml.rels><?xml version="1.0" encoding="UTF-8" standalone="yes"?>
<Relationships xmlns="http://schemas.openxmlformats.org/package/2006/relationships"><Relationship Id="rId1" Type="http://schemas.openxmlformats.org/officeDocument/2006/relationships/image" Target="../media/image7.wmf"/></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7170" name="Rectangle 2"/>
          <p:cNvSpPr>
            <a:spLocks noGrp="1" noChangeArrowheads="1"/>
          </p:cNvSpPr>
          <p:nvPr>
            <p:ph type="hdr" sz="quarter"/>
          </p:nvPr>
        </p:nvSpPr>
        <p:spPr bwMode="auto">
          <a:xfrm>
            <a:off x="0" y="0"/>
            <a:ext cx="3008313" cy="452438"/>
          </a:xfrm>
          <a:prstGeom prst="rect">
            <a:avLst/>
          </a:prstGeom>
          <a:noFill/>
          <a:ln w="9525">
            <a:noFill/>
            <a:miter lim="800000"/>
            <a:headEnd/>
            <a:tailEnd/>
          </a:ln>
          <a:effectLst/>
        </p:spPr>
        <p:txBody>
          <a:bodyPr vert="horz" wrap="square" lIns="90426" tIns="45213" rIns="90426" bIns="45213" numCol="1" anchor="t" anchorCtr="0" compatLnSpc="1">
            <a:prstTxWarp prst="textNoShape">
              <a:avLst/>
            </a:prstTxWarp>
          </a:bodyPr>
          <a:lstStyle>
            <a:lvl1pPr defTabSz="904875">
              <a:spcBef>
                <a:spcPct val="0"/>
              </a:spcBef>
              <a:spcAft>
                <a:spcPct val="0"/>
              </a:spcAft>
              <a:buFontTx/>
              <a:buNone/>
              <a:defRPr sz="1200">
                <a:solidFill>
                  <a:schemeClr val="tx1"/>
                </a:solidFill>
                <a:latin typeface="Times New Roman" pitchFamily="18" charset="0"/>
              </a:defRPr>
            </a:lvl1pPr>
          </a:lstStyle>
          <a:p>
            <a:endParaRPr lang="en-US"/>
          </a:p>
        </p:txBody>
      </p:sp>
      <p:sp>
        <p:nvSpPr>
          <p:cNvPr id="7171" name="Rectangle 3"/>
          <p:cNvSpPr>
            <a:spLocks noGrp="1" noChangeArrowheads="1"/>
          </p:cNvSpPr>
          <p:nvPr>
            <p:ph type="dt" sz="quarter" idx="1"/>
          </p:nvPr>
        </p:nvSpPr>
        <p:spPr bwMode="auto">
          <a:xfrm>
            <a:off x="3911600" y="0"/>
            <a:ext cx="2933700" cy="452438"/>
          </a:xfrm>
          <a:prstGeom prst="rect">
            <a:avLst/>
          </a:prstGeom>
          <a:noFill/>
          <a:ln w="9525">
            <a:noFill/>
            <a:miter lim="800000"/>
            <a:headEnd/>
            <a:tailEnd/>
          </a:ln>
          <a:effectLst/>
        </p:spPr>
        <p:txBody>
          <a:bodyPr vert="horz" wrap="square" lIns="90426" tIns="45213" rIns="90426" bIns="45213" numCol="1" anchor="t" anchorCtr="0" compatLnSpc="1">
            <a:prstTxWarp prst="textNoShape">
              <a:avLst/>
            </a:prstTxWarp>
          </a:bodyPr>
          <a:lstStyle>
            <a:lvl1pPr algn="r" defTabSz="904875">
              <a:spcBef>
                <a:spcPct val="0"/>
              </a:spcBef>
              <a:spcAft>
                <a:spcPct val="0"/>
              </a:spcAft>
              <a:buFontTx/>
              <a:buNone/>
              <a:defRPr sz="1200">
                <a:solidFill>
                  <a:schemeClr val="tx1"/>
                </a:solidFill>
                <a:latin typeface="Times New Roman" pitchFamily="18" charset="0"/>
              </a:defRPr>
            </a:lvl1pPr>
          </a:lstStyle>
          <a:p>
            <a:endParaRPr lang="en-US"/>
          </a:p>
        </p:txBody>
      </p:sp>
      <p:sp>
        <p:nvSpPr>
          <p:cNvPr id="7172" name="Rectangle 4"/>
          <p:cNvSpPr>
            <a:spLocks noGrp="1" noChangeArrowheads="1"/>
          </p:cNvSpPr>
          <p:nvPr>
            <p:ph type="ftr" sz="quarter" idx="2"/>
          </p:nvPr>
        </p:nvSpPr>
        <p:spPr bwMode="auto">
          <a:xfrm>
            <a:off x="0" y="8678863"/>
            <a:ext cx="3008313" cy="452437"/>
          </a:xfrm>
          <a:prstGeom prst="rect">
            <a:avLst/>
          </a:prstGeom>
          <a:noFill/>
          <a:ln w="9525">
            <a:noFill/>
            <a:miter lim="800000"/>
            <a:headEnd/>
            <a:tailEnd/>
          </a:ln>
          <a:effectLst/>
        </p:spPr>
        <p:txBody>
          <a:bodyPr vert="horz" wrap="square" lIns="90426" tIns="45213" rIns="90426" bIns="45213" numCol="1" anchor="b" anchorCtr="0" compatLnSpc="1">
            <a:prstTxWarp prst="textNoShape">
              <a:avLst/>
            </a:prstTxWarp>
          </a:bodyPr>
          <a:lstStyle>
            <a:lvl1pPr defTabSz="904875">
              <a:spcBef>
                <a:spcPct val="0"/>
              </a:spcBef>
              <a:spcAft>
                <a:spcPct val="0"/>
              </a:spcAft>
              <a:buFontTx/>
              <a:buNone/>
              <a:defRPr sz="1200">
                <a:solidFill>
                  <a:schemeClr val="tx1"/>
                </a:solidFill>
                <a:latin typeface="Times New Roman" pitchFamily="18" charset="0"/>
              </a:defRPr>
            </a:lvl1pPr>
          </a:lstStyle>
          <a:p>
            <a:endParaRPr lang="en-US"/>
          </a:p>
        </p:txBody>
      </p:sp>
      <p:sp>
        <p:nvSpPr>
          <p:cNvPr id="7173" name="Rectangle 5"/>
          <p:cNvSpPr>
            <a:spLocks noGrp="1" noChangeArrowheads="1"/>
          </p:cNvSpPr>
          <p:nvPr>
            <p:ph type="sldNum" sz="quarter" idx="3"/>
          </p:nvPr>
        </p:nvSpPr>
        <p:spPr bwMode="auto">
          <a:xfrm>
            <a:off x="3911600" y="8678863"/>
            <a:ext cx="2933700" cy="452437"/>
          </a:xfrm>
          <a:prstGeom prst="rect">
            <a:avLst/>
          </a:prstGeom>
          <a:noFill/>
          <a:ln w="9525">
            <a:noFill/>
            <a:miter lim="800000"/>
            <a:headEnd/>
            <a:tailEnd/>
          </a:ln>
          <a:effectLst/>
        </p:spPr>
        <p:txBody>
          <a:bodyPr vert="horz" wrap="square" lIns="90426" tIns="45213" rIns="90426" bIns="45213" numCol="1" anchor="b" anchorCtr="0" compatLnSpc="1">
            <a:prstTxWarp prst="textNoShape">
              <a:avLst/>
            </a:prstTxWarp>
          </a:bodyPr>
          <a:lstStyle>
            <a:lvl1pPr algn="r" defTabSz="904875">
              <a:spcBef>
                <a:spcPct val="0"/>
              </a:spcBef>
              <a:spcAft>
                <a:spcPct val="0"/>
              </a:spcAft>
              <a:buFontTx/>
              <a:buNone/>
              <a:defRPr sz="1200">
                <a:solidFill>
                  <a:schemeClr val="tx1"/>
                </a:solidFill>
                <a:latin typeface="Times New Roman" pitchFamily="18" charset="0"/>
              </a:defRPr>
            </a:lvl1pPr>
          </a:lstStyle>
          <a:p>
            <a:fld id="{E41989F9-FF4A-4C12-8561-BD028EAC843F}" type="slidenum">
              <a:rPr lang="en-US"/>
              <a:pPr/>
              <a:t>‹#›</a:t>
            </a:fld>
            <a:endParaRPr lang="en-US"/>
          </a:p>
        </p:txBody>
      </p:sp>
    </p:spTree>
    <p:extLst>
      <p:ext uri="{BB962C8B-B14F-4D97-AF65-F5344CB8AC3E}">
        <p14:creationId xmlns:p14="http://schemas.microsoft.com/office/powerpoint/2010/main" val="149164936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5122" name="Rectangle 2"/>
          <p:cNvSpPr>
            <a:spLocks noGrp="1" noChangeArrowheads="1"/>
          </p:cNvSpPr>
          <p:nvPr>
            <p:ph type="hdr" sz="quarter"/>
          </p:nvPr>
        </p:nvSpPr>
        <p:spPr bwMode="auto">
          <a:xfrm>
            <a:off x="0" y="0"/>
            <a:ext cx="3008313" cy="452438"/>
          </a:xfrm>
          <a:prstGeom prst="rect">
            <a:avLst/>
          </a:prstGeom>
          <a:noFill/>
          <a:ln w="9525">
            <a:noFill/>
            <a:miter lim="800000"/>
            <a:headEnd/>
            <a:tailEnd/>
          </a:ln>
          <a:effectLst/>
        </p:spPr>
        <p:txBody>
          <a:bodyPr vert="horz" wrap="square" lIns="90426" tIns="45213" rIns="90426" bIns="45213" numCol="1" anchor="t" anchorCtr="0" compatLnSpc="1">
            <a:prstTxWarp prst="textNoShape">
              <a:avLst/>
            </a:prstTxWarp>
          </a:bodyPr>
          <a:lstStyle>
            <a:lvl1pPr defTabSz="904875">
              <a:spcBef>
                <a:spcPct val="0"/>
              </a:spcBef>
              <a:spcAft>
                <a:spcPct val="0"/>
              </a:spcAft>
              <a:buFontTx/>
              <a:buNone/>
              <a:defRPr sz="1200">
                <a:solidFill>
                  <a:schemeClr val="tx1"/>
                </a:solidFill>
                <a:latin typeface="Times New Roman" pitchFamily="18" charset="0"/>
              </a:defRPr>
            </a:lvl1pPr>
          </a:lstStyle>
          <a:p>
            <a:endParaRPr lang="en-US"/>
          </a:p>
        </p:txBody>
      </p:sp>
      <p:sp>
        <p:nvSpPr>
          <p:cNvPr id="5123" name="Rectangle 3"/>
          <p:cNvSpPr>
            <a:spLocks noGrp="1" noChangeArrowheads="1"/>
          </p:cNvSpPr>
          <p:nvPr>
            <p:ph type="dt" idx="1"/>
          </p:nvPr>
        </p:nvSpPr>
        <p:spPr bwMode="auto">
          <a:xfrm>
            <a:off x="3911600" y="0"/>
            <a:ext cx="2933700" cy="452438"/>
          </a:xfrm>
          <a:prstGeom prst="rect">
            <a:avLst/>
          </a:prstGeom>
          <a:noFill/>
          <a:ln w="9525">
            <a:noFill/>
            <a:miter lim="800000"/>
            <a:headEnd/>
            <a:tailEnd/>
          </a:ln>
          <a:effectLst/>
        </p:spPr>
        <p:txBody>
          <a:bodyPr vert="horz" wrap="square" lIns="90426" tIns="45213" rIns="90426" bIns="45213" numCol="1" anchor="t" anchorCtr="0" compatLnSpc="1">
            <a:prstTxWarp prst="textNoShape">
              <a:avLst/>
            </a:prstTxWarp>
          </a:bodyPr>
          <a:lstStyle>
            <a:lvl1pPr algn="r" defTabSz="904875">
              <a:spcBef>
                <a:spcPct val="0"/>
              </a:spcBef>
              <a:spcAft>
                <a:spcPct val="0"/>
              </a:spcAft>
              <a:buFontTx/>
              <a:buNone/>
              <a:defRPr sz="1200">
                <a:solidFill>
                  <a:schemeClr val="tx1"/>
                </a:solidFill>
                <a:latin typeface="Times New Roman" pitchFamily="18" charset="0"/>
              </a:defRPr>
            </a:lvl1pPr>
          </a:lstStyle>
          <a:p>
            <a:endParaRPr lang="en-US"/>
          </a:p>
        </p:txBody>
      </p:sp>
      <p:sp>
        <p:nvSpPr>
          <p:cNvPr id="5124" name="Rectangle 4"/>
          <p:cNvSpPr>
            <a:spLocks noGrp="1" noRot="1" noChangeAspect="1" noChangeArrowheads="1" noTextEdit="1"/>
          </p:cNvSpPr>
          <p:nvPr>
            <p:ph type="sldImg" idx="2"/>
          </p:nvPr>
        </p:nvSpPr>
        <p:spPr bwMode="auto">
          <a:xfrm>
            <a:off x="1109663" y="679450"/>
            <a:ext cx="4629150" cy="3471863"/>
          </a:xfrm>
          <a:prstGeom prst="rect">
            <a:avLst/>
          </a:prstGeom>
          <a:noFill/>
          <a:ln w="9525">
            <a:solidFill>
              <a:srgbClr val="000000"/>
            </a:solidFill>
            <a:miter lim="800000"/>
            <a:headEnd/>
            <a:tailEnd/>
          </a:ln>
          <a:effectLst/>
        </p:spPr>
      </p:sp>
      <p:sp>
        <p:nvSpPr>
          <p:cNvPr id="5125" name="Rectangle 5"/>
          <p:cNvSpPr>
            <a:spLocks noGrp="1" noChangeArrowheads="1"/>
          </p:cNvSpPr>
          <p:nvPr>
            <p:ph type="body" sz="quarter" idx="3"/>
          </p:nvPr>
        </p:nvSpPr>
        <p:spPr bwMode="auto">
          <a:xfrm>
            <a:off x="903288" y="4376738"/>
            <a:ext cx="5038725" cy="4075112"/>
          </a:xfrm>
          <a:prstGeom prst="rect">
            <a:avLst/>
          </a:prstGeom>
          <a:noFill/>
          <a:ln w="9525">
            <a:noFill/>
            <a:miter lim="800000"/>
            <a:headEnd/>
            <a:tailEnd/>
          </a:ln>
          <a:effectLst/>
        </p:spPr>
        <p:txBody>
          <a:bodyPr vert="horz" wrap="square" lIns="90426" tIns="45213" rIns="90426" bIns="45213" numCol="1" anchor="t" anchorCtr="0" compatLnSpc="1">
            <a:prstTxWarp prst="textNoShape">
              <a:avLst/>
            </a:prstTxWarp>
          </a:bodyPr>
          <a:lstStyle/>
          <a:p>
            <a:pPr lvl="0"/>
            <a:r>
              <a:rPr lang="en-US" smtClean="0"/>
              <a:t>Click to edit Master text styles</a:t>
            </a:r>
          </a:p>
          <a:p>
            <a:pPr lvl="0"/>
            <a:r>
              <a:rPr lang="en-US" smtClean="0"/>
              <a:t>Second level</a:t>
            </a:r>
          </a:p>
          <a:p>
            <a:pPr lvl="0"/>
            <a:r>
              <a:rPr lang="en-US" smtClean="0"/>
              <a:t>Third level</a:t>
            </a:r>
          </a:p>
          <a:p>
            <a:pPr lvl="0"/>
            <a:r>
              <a:rPr lang="en-US" smtClean="0"/>
              <a:t>Fourth level</a:t>
            </a:r>
          </a:p>
          <a:p>
            <a:pPr lvl="0"/>
            <a:r>
              <a:rPr lang="en-US" smtClean="0"/>
              <a:t>Fifth level</a:t>
            </a:r>
          </a:p>
        </p:txBody>
      </p:sp>
      <p:sp>
        <p:nvSpPr>
          <p:cNvPr id="5126" name="Rectangle 6"/>
          <p:cNvSpPr>
            <a:spLocks noGrp="1" noChangeArrowheads="1"/>
          </p:cNvSpPr>
          <p:nvPr>
            <p:ph type="ftr" sz="quarter" idx="4"/>
          </p:nvPr>
        </p:nvSpPr>
        <p:spPr bwMode="auto">
          <a:xfrm>
            <a:off x="0" y="8678863"/>
            <a:ext cx="3008313" cy="452437"/>
          </a:xfrm>
          <a:prstGeom prst="rect">
            <a:avLst/>
          </a:prstGeom>
          <a:noFill/>
          <a:ln w="9525">
            <a:noFill/>
            <a:miter lim="800000"/>
            <a:headEnd/>
            <a:tailEnd/>
          </a:ln>
          <a:effectLst/>
        </p:spPr>
        <p:txBody>
          <a:bodyPr vert="horz" wrap="square" lIns="90426" tIns="45213" rIns="90426" bIns="45213" numCol="1" anchor="b" anchorCtr="0" compatLnSpc="1">
            <a:prstTxWarp prst="textNoShape">
              <a:avLst/>
            </a:prstTxWarp>
          </a:bodyPr>
          <a:lstStyle>
            <a:lvl1pPr defTabSz="904875">
              <a:spcBef>
                <a:spcPct val="0"/>
              </a:spcBef>
              <a:spcAft>
                <a:spcPct val="0"/>
              </a:spcAft>
              <a:buFontTx/>
              <a:buNone/>
              <a:defRPr sz="1200">
                <a:solidFill>
                  <a:schemeClr val="tx1"/>
                </a:solidFill>
                <a:latin typeface="Times New Roman" pitchFamily="18" charset="0"/>
              </a:defRPr>
            </a:lvl1pPr>
          </a:lstStyle>
          <a:p>
            <a:endParaRPr lang="en-US"/>
          </a:p>
        </p:txBody>
      </p:sp>
      <p:sp>
        <p:nvSpPr>
          <p:cNvPr id="5127" name="Rectangle 7"/>
          <p:cNvSpPr>
            <a:spLocks noGrp="1" noChangeArrowheads="1"/>
          </p:cNvSpPr>
          <p:nvPr>
            <p:ph type="sldNum" sz="quarter" idx="5"/>
          </p:nvPr>
        </p:nvSpPr>
        <p:spPr bwMode="auto">
          <a:xfrm>
            <a:off x="3911600" y="8678863"/>
            <a:ext cx="2933700" cy="452437"/>
          </a:xfrm>
          <a:prstGeom prst="rect">
            <a:avLst/>
          </a:prstGeom>
          <a:noFill/>
          <a:ln w="9525">
            <a:noFill/>
            <a:miter lim="800000"/>
            <a:headEnd/>
            <a:tailEnd/>
          </a:ln>
          <a:effectLst/>
        </p:spPr>
        <p:txBody>
          <a:bodyPr vert="horz" wrap="square" lIns="90426" tIns="45213" rIns="90426" bIns="45213" numCol="1" anchor="b" anchorCtr="0" compatLnSpc="1">
            <a:prstTxWarp prst="textNoShape">
              <a:avLst/>
            </a:prstTxWarp>
          </a:bodyPr>
          <a:lstStyle>
            <a:lvl1pPr algn="r" defTabSz="904875">
              <a:spcBef>
                <a:spcPct val="0"/>
              </a:spcBef>
              <a:spcAft>
                <a:spcPct val="0"/>
              </a:spcAft>
              <a:buFontTx/>
              <a:buNone/>
              <a:defRPr sz="1200">
                <a:solidFill>
                  <a:schemeClr val="tx1"/>
                </a:solidFill>
                <a:latin typeface="Times New Roman" pitchFamily="18" charset="0"/>
              </a:defRPr>
            </a:lvl1pPr>
          </a:lstStyle>
          <a:p>
            <a:fld id="{644410E2-CEEF-4EBD-97BD-44D9C946E9DF}" type="slidenum">
              <a:rPr lang="en-US"/>
              <a:pPr/>
              <a:t>‹#›</a:t>
            </a:fld>
            <a:endParaRPr lang="en-US"/>
          </a:p>
        </p:txBody>
      </p:sp>
    </p:spTree>
    <p:extLst>
      <p:ext uri="{BB962C8B-B14F-4D97-AF65-F5344CB8AC3E}">
        <p14:creationId xmlns:p14="http://schemas.microsoft.com/office/powerpoint/2010/main" val="4225423271"/>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Times New Roman" pitchFamily="18" charset="0"/>
        <a:ea typeface="+mn-ea"/>
        <a:cs typeface="+mn-cs"/>
      </a:defRPr>
    </a:lvl1pPr>
    <a:lvl2pPr marL="457200" algn="l" rtl="0" eaLnBrk="0" fontAlgn="base" hangingPunct="0">
      <a:spcBef>
        <a:spcPct val="30000"/>
      </a:spcBef>
      <a:spcAft>
        <a:spcPct val="0"/>
      </a:spcAft>
      <a:defRPr sz="1200" kern="1200">
        <a:solidFill>
          <a:schemeClr val="tx1"/>
        </a:solidFill>
        <a:latin typeface="Times New Roman" pitchFamily="18" charset="0"/>
        <a:ea typeface="+mn-ea"/>
        <a:cs typeface="+mn-cs"/>
      </a:defRPr>
    </a:lvl2pPr>
    <a:lvl3pPr marL="914400" algn="l" rtl="0" eaLnBrk="0" fontAlgn="base" hangingPunct="0">
      <a:spcBef>
        <a:spcPct val="30000"/>
      </a:spcBef>
      <a:spcAft>
        <a:spcPct val="0"/>
      </a:spcAft>
      <a:defRPr sz="1200" kern="1200">
        <a:solidFill>
          <a:schemeClr val="tx1"/>
        </a:solidFill>
        <a:latin typeface="Times New Roman" pitchFamily="18" charset="0"/>
        <a:ea typeface="+mn-ea"/>
        <a:cs typeface="+mn-cs"/>
      </a:defRPr>
    </a:lvl3pPr>
    <a:lvl4pPr marL="1371600" algn="l" rtl="0" eaLnBrk="0" fontAlgn="base" hangingPunct="0">
      <a:spcBef>
        <a:spcPct val="30000"/>
      </a:spcBef>
      <a:spcAft>
        <a:spcPct val="0"/>
      </a:spcAft>
      <a:defRPr sz="1200" kern="1200">
        <a:solidFill>
          <a:schemeClr val="tx1"/>
        </a:solidFill>
        <a:latin typeface="Times New Roman" pitchFamily="18" charset="0"/>
        <a:ea typeface="+mn-ea"/>
        <a:cs typeface="+mn-cs"/>
      </a:defRPr>
    </a:lvl4pPr>
    <a:lvl5pPr marL="1828800" algn="l" rtl="0" eaLnBrk="0" fontAlgn="base" hangingPunct="0">
      <a:spcBef>
        <a:spcPct val="30000"/>
      </a:spcBef>
      <a:spcAft>
        <a:spcPct val="0"/>
      </a:spcAft>
      <a:defRPr sz="1200" kern="1200">
        <a:solidFill>
          <a:schemeClr val="tx1"/>
        </a:solidFill>
        <a:latin typeface="Times New Roman" pitchFamily="18"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103426" name="Rectangle 2"/>
          <p:cNvSpPr>
            <a:spLocks noGrp="1" noChangeArrowheads="1"/>
          </p:cNvSpPr>
          <p:nvPr>
            <p:ph type="ctrTitle"/>
          </p:nvPr>
        </p:nvSpPr>
        <p:spPr>
          <a:xfrm>
            <a:off x="685800" y="2286000"/>
            <a:ext cx="7772400" cy="1143000"/>
          </a:xfrm>
        </p:spPr>
        <p:txBody>
          <a:bodyPr/>
          <a:lstStyle>
            <a:lvl1pPr>
              <a:defRPr/>
            </a:lvl1pPr>
          </a:lstStyle>
          <a:p>
            <a:r>
              <a:rPr lang="en-US"/>
              <a:t>Click to edit Master title style</a:t>
            </a:r>
          </a:p>
        </p:txBody>
      </p:sp>
      <p:sp>
        <p:nvSpPr>
          <p:cNvPr id="103427" name="Rectangle 3"/>
          <p:cNvSpPr>
            <a:spLocks noGrp="1" noChangeArrowheads="1"/>
          </p:cNvSpPr>
          <p:nvPr>
            <p:ph type="subTitle" idx="1"/>
          </p:nvPr>
        </p:nvSpPr>
        <p:spPr>
          <a:xfrm>
            <a:off x="1371600" y="3886200"/>
            <a:ext cx="6400800" cy="1752600"/>
          </a:xfrm>
        </p:spPr>
        <p:txBody>
          <a:bodyPr/>
          <a:lstStyle>
            <a:lvl1pPr marL="0" indent="0" algn="ctr">
              <a:buFontTx/>
              <a:buNone/>
              <a:defRPr/>
            </a:lvl1pPr>
          </a:lstStyle>
          <a:p>
            <a:r>
              <a:rPr lang="en-US"/>
              <a:t>Click to edit Master subtitle style</a:t>
            </a:r>
          </a:p>
        </p:txBody>
      </p:sp>
      <p:sp>
        <p:nvSpPr>
          <p:cNvPr id="103430" name="Rectangle 6"/>
          <p:cNvSpPr>
            <a:spLocks noGrp="1" noChangeArrowheads="1"/>
          </p:cNvSpPr>
          <p:nvPr>
            <p:ph type="sldNum" sz="quarter" idx="4"/>
          </p:nvPr>
        </p:nvSpPr>
        <p:spPr>
          <a:xfrm>
            <a:off x="6553200" y="6248400"/>
            <a:ext cx="1905000" cy="457200"/>
          </a:xfrm>
        </p:spPr>
        <p:txBody>
          <a:bodyPr/>
          <a:lstStyle>
            <a:lvl1pPr>
              <a:defRPr/>
            </a:lvl1pPr>
          </a:lstStyle>
          <a:p>
            <a:fld id="{4A236423-0361-43C6-BA54-1D71E45C1F08}" type="slidenum">
              <a:rPr lang="en-US"/>
              <a:pPr/>
              <a:t>‹#›</a:t>
            </a:fld>
            <a:endParaRPr lang="en-US"/>
          </a:p>
        </p:txBody>
      </p:sp>
      <p:sp>
        <p:nvSpPr>
          <p:cNvPr id="103431" name="Rectangle 7"/>
          <p:cNvSpPr>
            <a:spLocks noChangeArrowheads="1"/>
          </p:cNvSpPr>
          <p:nvPr/>
        </p:nvSpPr>
        <p:spPr bwMode="auto">
          <a:xfrm>
            <a:off x="0" y="3582988"/>
            <a:ext cx="9144000" cy="74612"/>
          </a:xfrm>
          <a:prstGeom prst="rect">
            <a:avLst/>
          </a:prstGeom>
          <a:gradFill rotWithShape="0">
            <a:gsLst>
              <a:gs pos="0">
                <a:schemeClr val="accent2">
                  <a:gamma/>
                  <a:shade val="46275"/>
                  <a:invGamma/>
                </a:schemeClr>
              </a:gs>
              <a:gs pos="50000">
                <a:schemeClr val="accent2"/>
              </a:gs>
              <a:gs pos="100000">
                <a:schemeClr val="accent2">
                  <a:gamma/>
                  <a:shade val="46275"/>
                  <a:invGamma/>
                </a:schemeClr>
              </a:gs>
            </a:gsLst>
            <a:lin ang="0" scaled="1"/>
          </a:gradFill>
          <a:ln w="9525">
            <a:noFill/>
            <a:miter lim="800000"/>
            <a:headEnd/>
            <a:tailEnd/>
          </a:ln>
          <a:effectLst/>
        </p:spPr>
        <p:txBody>
          <a:bodyPr wrap="none" anchor="ctr"/>
          <a:lstStyle/>
          <a:p>
            <a:endParaRPr lang="en-GB"/>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GB"/>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
        <p:nvSpPr>
          <p:cNvPr id="4" name="Slide Number Placeholder 3"/>
          <p:cNvSpPr>
            <a:spLocks noGrp="1"/>
          </p:cNvSpPr>
          <p:nvPr>
            <p:ph type="sldNum" sz="quarter" idx="10"/>
          </p:nvPr>
        </p:nvSpPr>
        <p:spPr/>
        <p:txBody>
          <a:bodyPr/>
          <a:lstStyle>
            <a:lvl1pPr>
              <a:defRPr/>
            </a:lvl1pPr>
          </a:lstStyle>
          <a:p>
            <a:fld id="{9FEB92BA-23AE-4DB8-ABD7-C234A26A2CD1}" type="slidenum">
              <a:rPr lang="en-US"/>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GB"/>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smtClean="0"/>
              <a:t>Click to edit Master text styles</a:t>
            </a:r>
          </a:p>
        </p:txBody>
      </p:sp>
      <p:sp>
        <p:nvSpPr>
          <p:cNvPr id="4" name="Slide Number Placeholder 3"/>
          <p:cNvSpPr>
            <a:spLocks noGrp="1"/>
          </p:cNvSpPr>
          <p:nvPr>
            <p:ph type="sldNum" sz="quarter" idx="10"/>
          </p:nvPr>
        </p:nvSpPr>
        <p:spPr/>
        <p:txBody>
          <a:bodyPr/>
          <a:lstStyle>
            <a:lvl1pPr>
              <a:defRPr/>
            </a:lvl1pPr>
          </a:lstStyle>
          <a:p>
            <a:fld id="{A86C7721-4861-4E08-A33A-C470C5E2EEB6}" type="slidenum">
              <a:rPr lang="en-US"/>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GB"/>
          </a:p>
        </p:txBody>
      </p:sp>
      <p:sp>
        <p:nvSpPr>
          <p:cNvPr id="3" name="Content Placeholder 2"/>
          <p:cNvSpPr>
            <a:spLocks noGrp="1"/>
          </p:cNvSpPr>
          <p:nvPr>
            <p:ph sz="half" idx="1"/>
          </p:nvPr>
        </p:nvSpPr>
        <p:spPr>
          <a:xfrm>
            <a:off x="152400" y="1371600"/>
            <a:ext cx="4381500" cy="48768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
        <p:nvSpPr>
          <p:cNvPr id="4" name="Content Placeholder 3"/>
          <p:cNvSpPr>
            <a:spLocks noGrp="1"/>
          </p:cNvSpPr>
          <p:nvPr>
            <p:ph sz="half" idx="2"/>
          </p:nvPr>
        </p:nvSpPr>
        <p:spPr>
          <a:xfrm>
            <a:off x="4686300" y="1371600"/>
            <a:ext cx="4381500" cy="48768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
        <p:nvSpPr>
          <p:cNvPr id="5" name="Slide Number Placeholder 4"/>
          <p:cNvSpPr>
            <a:spLocks noGrp="1"/>
          </p:cNvSpPr>
          <p:nvPr>
            <p:ph type="sldNum" sz="quarter" idx="10"/>
          </p:nvPr>
        </p:nvSpPr>
        <p:spPr/>
        <p:txBody>
          <a:bodyPr/>
          <a:lstStyle>
            <a:lvl1pPr>
              <a:defRPr/>
            </a:lvl1pPr>
          </a:lstStyle>
          <a:p>
            <a:fld id="{1B6241FA-41BA-4B19-992C-7F6B81205C5D}" type="slidenum">
              <a:rPr lang="en-US"/>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lvl1pPr>
              <a:defRPr/>
            </a:lvl1pPr>
          </a:lstStyle>
          <a:p>
            <a:r>
              <a:rPr lang="en-US" smtClean="0"/>
              <a:t>Click to edit Master title style</a:t>
            </a:r>
            <a:endParaRPr lang="en-GB"/>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
        <p:nvSpPr>
          <p:cNvPr id="7" name="Slide Number Placeholder 6"/>
          <p:cNvSpPr>
            <a:spLocks noGrp="1"/>
          </p:cNvSpPr>
          <p:nvPr>
            <p:ph type="sldNum" sz="quarter" idx="10"/>
          </p:nvPr>
        </p:nvSpPr>
        <p:spPr/>
        <p:txBody>
          <a:bodyPr/>
          <a:lstStyle>
            <a:lvl1pPr>
              <a:defRPr/>
            </a:lvl1pPr>
          </a:lstStyle>
          <a:p>
            <a:fld id="{3EA0E072-7946-4C3B-BB17-9BC0CAF048EA}" type="slidenum">
              <a:rPr lang="en-US"/>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GB"/>
          </a:p>
        </p:txBody>
      </p:sp>
      <p:sp>
        <p:nvSpPr>
          <p:cNvPr id="3" name="Slide Number Placeholder 2"/>
          <p:cNvSpPr>
            <a:spLocks noGrp="1"/>
          </p:cNvSpPr>
          <p:nvPr>
            <p:ph type="sldNum" sz="quarter" idx="10"/>
          </p:nvPr>
        </p:nvSpPr>
        <p:spPr/>
        <p:txBody>
          <a:bodyPr/>
          <a:lstStyle>
            <a:lvl1pPr>
              <a:defRPr/>
            </a:lvl1pPr>
          </a:lstStyle>
          <a:p>
            <a:fld id="{B89F0417-8427-4958-86E0-0486CAB2C47B}" type="slidenum">
              <a:rPr lang="en-US"/>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Slide Number Placeholder 1"/>
          <p:cNvSpPr>
            <a:spLocks noGrp="1"/>
          </p:cNvSpPr>
          <p:nvPr>
            <p:ph type="sldNum" sz="quarter" idx="10"/>
          </p:nvPr>
        </p:nvSpPr>
        <p:spPr/>
        <p:txBody>
          <a:bodyPr/>
          <a:lstStyle>
            <a:lvl1pPr>
              <a:defRPr/>
            </a:lvl1pPr>
          </a:lstStyle>
          <a:p>
            <a:fld id="{06A0425E-BC76-4DD8-8AF8-32706D2BB75F}" type="slidenum">
              <a:rPr lang="en-US"/>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GB"/>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Slide Number Placeholder 4"/>
          <p:cNvSpPr>
            <a:spLocks noGrp="1"/>
          </p:cNvSpPr>
          <p:nvPr>
            <p:ph type="sldNum" sz="quarter" idx="10"/>
          </p:nvPr>
        </p:nvSpPr>
        <p:spPr/>
        <p:txBody>
          <a:bodyPr/>
          <a:lstStyle>
            <a:lvl1pPr>
              <a:defRPr/>
            </a:lvl1pPr>
          </a:lstStyle>
          <a:p>
            <a:fld id="{4AC50AA7-76F5-4E4B-9F35-6B449E300BD7}" type="slidenum">
              <a:rPr lang="en-US"/>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GB"/>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GB"/>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Slide Number Placeholder 4"/>
          <p:cNvSpPr>
            <a:spLocks noGrp="1"/>
          </p:cNvSpPr>
          <p:nvPr>
            <p:ph type="sldNum" sz="quarter" idx="10"/>
          </p:nvPr>
        </p:nvSpPr>
        <p:spPr/>
        <p:txBody>
          <a:bodyPr/>
          <a:lstStyle>
            <a:lvl1pPr>
              <a:defRPr/>
            </a:lvl1pPr>
          </a:lstStyle>
          <a:p>
            <a:fld id="{95D27797-C971-4F91-98B3-7816812D1A02}" type="slidenum">
              <a:rPr lang="en-US"/>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GB"/>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
        <p:nvSpPr>
          <p:cNvPr id="4" name="Slide Number Placeholder 3"/>
          <p:cNvSpPr>
            <a:spLocks noGrp="1"/>
          </p:cNvSpPr>
          <p:nvPr>
            <p:ph type="sldNum" sz="quarter" idx="10"/>
          </p:nvPr>
        </p:nvSpPr>
        <p:spPr/>
        <p:txBody>
          <a:bodyPr/>
          <a:lstStyle>
            <a:lvl1pPr>
              <a:defRPr/>
            </a:lvl1pPr>
          </a:lstStyle>
          <a:p>
            <a:fld id="{B7E6F68E-AD1A-44F4-8C1D-61A0414AF4F3}" type="slidenum">
              <a:rPr lang="en-US"/>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819900" y="152400"/>
            <a:ext cx="2247900" cy="6096000"/>
          </a:xfrm>
        </p:spPr>
        <p:txBody>
          <a:bodyPr vert="eaVert"/>
          <a:lstStyle/>
          <a:p>
            <a:r>
              <a:rPr lang="en-US" smtClean="0"/>
              <a:t>Click to edit Master title style</a:t>
            </a:r>
            <a:endParaRPr lang="en-GB"/>
          </a:p>
        </p:txBody>
      </p:sp>
      <p:sp>
        <p:nvSpPr>
          <p:cNvPr id="3" name="Vertical Text Placeholder 2"/>
          <p:cNvSpPr>
            <a:spLocks noGrp="1"/>
          </p:cNvSpPr>
          <p:nvPr>
            <p:ph type="body" orient="vert" idx="1"/>
          </p:nvPr>
        </p:nvSpPr>
        <p:spPr>
          <a:xfrm>
            <a:off x="76200" y="152400"/>
            <a:ext cx="6591300" cy="6096000"/>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
        <p:nvSpPr>
          <p:cNvPr id="4" name="Slide Number Placeholder 3"/>
          <p:cNvSpPr>
            <a:spLocks noGrp="1"/>
          </p:cNvSpPr>
          <p:nvPr>
            <p:ph type="sldNum" sz="quarter" idx="10"/>
          </p:nvPr>
        </p:nvSpPr>
        <p:spPr/>
        <p:txBody>
          <a:bodyPr/>
          <a:lstStyle>
            <a:lvl1pPr>
              <a:defRPr/>
            </a:lvl1pPr>
          </a:lstStyle>
          <a:p>
            <a:fld id="{EE36DDDC-57BB-4EB3-898E-389436114C2C}" type="slidenum">
              <a:rPr lang="en-US"/>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402" name="Rectangle 2"/>
          <p:cNvSpPr>
            <a:spLocks noGrp="1" noChangeArrowheads="1"/>
          </p:cNvSpPr>
          <p:nvPr>
            <p:ph type="title"/>
          </p:nvPr>
        </p:nvSpPr>
        <p:spPr bwMode="auto">
          <a:xfrm>
            <a:off x="76200" y="152400"/>
            <a:ext cx="8991600" cy="914400"/>
          </a:xfrm>
          <a:prstGeom prst="rect">
            <a:avLst/>
          </a:prstGeom>
          <a:noFill/>
          <a:ln w="9525">
            <a:noFill/>
            <a:miter lim="800000"/>
            <a:headEnd/>
            <a:tailEnd/>
          </a:ln>
          <a:effectLst/>
        </p:spPr>
        <p:txBody>
          <a:bodyPr vert="horz" wrap="square" lIns="91433" tIns="45717" rIns="91433" bIns="45717" numCol="1" anchor="ctr" anchorCtr="0" compatLnSpc="1">
            <a:prstTxWarp prst="textNoShape">
              <a:avLst/>
            </a:prstTxWarp>
          </a:bodyPr>
          <a:lstStyle/>
          <a:p>
            <a:pPr lvl="0"/>
            <a:r>
              <a:rPr lang="en-US" smtClean="0"/>
              <a:t>   Click to edit Master title style</a:t>
            </a:r>
          </a:p>
        </p:txBody>
      </p:sp>
      <p:sp>
        <p:nvSpPr>
          <p:cNvPr id="102403" name="Rectangle 3"/>
          <p:cNvSpPr>
            <a:spLocks noGrp="1" noChangeArrowheads="1"/>
          </p:cNvSpPr>
          <p:nvPr>
            <p:ph type="body" idx="1"/>
          </p:nvPr>
        </p:nvSpPr>
        <p:spPr bwMode="auto">
          <a:xfrm>
            <a:off x="152400" y="1371600"/>
            <a:ext cx="8915400" cy="4876800"/>
          </a:xfrm>
          <a:prstGeom prst="rect">
            <a:avLst/>
          </a:prstGeom>
          <a:noFill/>
          <a:ln w="9525">
            <a:noFill/>
            <a:miter lim="800000"/>
            <a:headEnd/>
            <a:tailEnd/>
          </a:ln>
          <a:effectLst/>
        </p:spPr>
        <p:txBody>
          <a:bodyPr vert="horz" wrap="square" lIns="91433" tIns="45717" rIns="91433" bIns="45717" numCol="1" anchor="t" anchorCtr="0" compatLnSpc="1">
            <a:prstTxWarp prst="textNoShape">
              <a:avLst/>
            </a:prstTxWarp>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p>
        </p:txBody>
      </p:sp>
      <p:sp>
        <p:nvSpPr>
          <p:cNvPr id="102406" name="Rectangle 6"/>
          <p:cNvSpPr>
            <a:spLocks noGrp="1" noChangeArrowheads="1"/>
          </p:cNvSpPr>
          <p:nvPr>
            <p:ph type="sldNum" sz="quarter" idx="4"/>
          </p:nvPr>
        </p:nvSpPr>
        <p:spPr bwMode="auto">
          <a:xfrm>
            <a:off x="7086600" y="6477000"/>
            <a:ext cx="1905000" cy="228600"/>
          </a:xfrm>
          <a:prstGeom prst="rect">
            <a:avLst/>
          </a:prstGeom>
          <a:noFill/>
          <a:ln w="9525">
            <a:noFill/>
            <a:miter lim="800000"/>
            <a:headEnd/>
            <a:tailEnd/>
          </a:ln>
          <a:effectLst/>
        </p:spPr>
        <p:txBody>
          <a:bodyPr vert="horz" wrap="square" lIns="91433" tIns="45717" rIns="91433" bIns="45717" numCol="1" anchor="t" anchorCtr="0" compatLnSpc="1">
            <a:prstTxWarp prst="textNoShape">
              <a:avLst/>
            </a:prstTxWarp>
          </a:bodyPr>
          <a:lstStyle>
            <a:lvl1pPr algn="r">
              <a:spcBef>
                <a:spcPct val="0"/>
              </a:spcBef>
              <a:spcAft>
                <a:spcPct val="0"/>
              </a:spcAft>
              <a:buFontTx/>
              <a:buNone/>
              <a:defRPr sz="1400">
                <a:solidFill>
                  <a:schemeClr val="tx1"/>
                </a:solidFill>
                <a:latin typeface="Times New Roman" pitchFamily="18" charset="0"/>
              </a:defRPr>
            </a:lvl1pPr>
          </a:lstStyle>
          <a:p>
            <a:fld id="{F7D078E9-8350-4BAF-890F-082BBABE96B0}" type="slidenum">
              <a:rPr lang="en-US"/>
              <a:pPr/>
              <a:t>‹#›</a:t>
            </a:fld>
            <a:endParaRPr lang="en-US"/>
          </a:p>
        </p:txBody>
      </p:sp>
      <p:sp>
        <p:nvSpPr>
          <p:cNvPr id="102407" name="Rectangle 7"/>
          <p:cNvSpPr>
            <a:spLocks noChangeArrowheads="1"/>
          </p:cNvSpPr>
          <p:nvPr/>
        </p:nvSpPr>
        <p:spPr bwMode="auto">
          <a:xfrm>
            <a:off x="0" y="1143000"/>
            <a:ext cx="9144000" cy="74613"/>
          </a:xfrm>
          <a:prstGeom prst="rect">
            <a:avLst/>
          </a:prstGeom>
          <a:gradFill rotWithShape="0">
            <a:gsLst>
              <a:gs pos="0">
                <a:schemeClr val="accent2">
                  <a:gamma/>
                  <a:shade val="46275"/>
                  <a:invGamma/>
                </a:schemeClr>
              </a:gs>
              <a:gs pos="50000">
                <a:schemeClr val="accent2"/>
              </a:gs>
              <a:gs pos="100000">
                <a:schemeClr val="accent2">
                  <a:gamma/>
                  <a:shade val="46275"/>
                  <a:invGamma/>
                </a:schemeClr>
              </a:gs>
            </a:gsLst>
            <a:lin ang="0" scaled="1"/>
          </a:gradFill>
          <a:ln w="9525">
            <a:noFill/>
            <a:miter lim="800000"/>
            <a:headEnd/>
            <a:tailEnd/>
          </a:ln>
          <a:effectLst/>
        </p:spPr>
        <p:txBody>
          <a:bodyPr wrap="none" anchor="ctr"/>
          <a:lstStyle/>
          <a:p>
            <a:endParaRPr lang="en-GB"/>
          </a:p>
        </p:txBody>
      </p:sp>
    </p:spTree>
  </p:cSld>
  <p:clrMap bg1="lt1" tx1="dk1" bg2="lt2" tx2="dk2" accent1="accent1" accent2="accent2" accent3="accent3" accent4="accent4" accent5="accent5" accent6="accent6" hlink="hlink" folHlink="folHlink"/>
  <p:sldLayoutIdLst>
    <p:sldLayoutId id="2147483651" r:id="rId1"/>
    <p:sldLayoutId id="2147483652" r:id="rId2"/>
    <p:sldLayoutId id="2147483653" r:id="rId3"/>
    <p:sldLayoutId id="2147483654" r:id="rId4"/>
    <p:sldLayoutId id="2147483655" r:id="rId5"/>
    <p:sldLayoutId id="2147483656" r:id="rId6"/>
    <p:sldLayoutId id="2147483657" r:id="rId7"/>
    <p:sldLayoutId id="2147483658" r:id="rId8"/>
    <p:sldLayoutId id="2147483659" r:id="rId9"/>
    <p:sldLayoutId id="2147483660" r:id="rId10"/>
    <p:sldLayoutId id="2147483661" r:id="rId11"/>
  </p:sldLayoutIdLst>
  <p:hf hdr="0" ftr="0" dt="0"/>
  <p:txStyles>
    <p:titleStyle>
      <a:lvl1pPr algn="l" rtl="0" eaLnBrk="0" fontAlgn="base" hangingPunct="0">
        <a:spcBef>
          <a:spcPct val="0"/>
        </a:spcBef>
        <a:spcAft>
          <a:spcPct val="0"/>
        </a:spcAft>
        <a:defRPr sz="3200" b="1">
          <a:solidFill>
            <a:schemeClr val="tx2"/>
          </a:solidFill>
          <a:latin typeface="+mj-lt"/>
          <a:ea typeface="+mj-ea"/>
          <a:cs typeface="+mj-cs"/>
        </a:defRPr>
      </a:lvl1pPr>
      <a:lvl2pPr algn="l" rtl="0" eaLnBrk="0" fontAlgn="base" hangingPunct="0">
        <a:spcBef>
          <a:spcPct val="0"/>
        </a:spcBef>
        <a:spcAft>
          <a:spcPct val="0"/>
        </a:spcAft>
        <a:defRPr sz="3200" b="1">
          <a:solidFill>
            <a:schemeClr val="tx2"/>
          </a:solidFill>
          <a:latin typeface="Arial" charset="0"/>
        </a:defRPr>
      </a:lvl2pPr>
      <a:lvl3pPr algn="l" rtl="0" eaLnBrk="0" fontAlgn="base" hangingPunct="0">
        <a:spcBef>
          <a:spcPct val="0"/>
        </a:spcBef>
        <a:spcAft>
          <a:spcPct val="0"/>
        </a:spcAft>
        <a:defRPr sz="3200" b="1">
          <a:solidFill>
            <a:schemeClr val="tx2"/>
          </a:solidFill>
          <a:latin typeface="Arial" charset="0"/>
        </a:defRPr>
      </a:lvl3pPr>
      <a:lvl4pPr algn="l" rtl="0" eaLnBrk="0" fontAlgn="base" hangingPunct="0">
        <a:spcBef>
          <a:spcPct val="0"/>
        </a:spcBef>
        <a:spcAft>
          <a:spcPct val="0"/>
        </a:spcAft>
        <a:defRPr sz="3200" b="1">
          <a:solidFill>
            <a:schemeClr val="tx2"/>
          </a:solidFill>
          <a:latin typeface="Arial" charset="0"/>
        </a:defRPr>
      </a:lvl4pPr>
      <a:lvl5pPr algn="l" rtl="0" eaLnBrk="0" fontAlgn="base" hangingPunct="0">
        <a:spcBef>
          <a:spcPct val="0"/>
        </a:spcBef>
        <a:spcAft>
          <a:spcPct val="0"/>
        </a:spcAft>
        <a:defRPr sz="3200" b="1">
          <a:solidFill>
            <a:schemeClr val="tx2"/>
          </a:solidFill>
          <a:latin typeface="Arial" charset="0"/>
        </a:defRPr>
      </a:lvl5pPr>
      <a:lvl6pPr marL="457200" algn="l" rtl="0" eaLnBrk="0" fontAlgn="base" hangingPunct="0">
        <a:spcBef>
          <a:spcPct val="0"/>
        </a:spcBef>
        <a:spcAft>
          <a:spcPct val="0"/>
        </a:spcAft>
        <a:defRPr sz="3200" b="1">
          <a:solidFill>
            <a:schemeClr val="tx2"/>
          </a:solidFill>
          <a:latin typeface="Arial" charset="0"/>
        </a:defRPr>
      </a:lvl6pPr>
      <a:lvl7pPr marL="914400" algn="l" rtl="0" eaLnBrk="0" fontAlgn="base" hangingPunct="0">
        <a:spcBef>
          <a:spcPct val="0"/>
        </a:spcBef>
        <a:spcAft>
          <a:spcPct val="0"/>
        </a:spcAft>
        <a:defRPr sz="3200" b="1">
          <a:solidFill>
            <a:schemeClr val="tx2"/>
          </a:solidFill>
          <a:latin typeface="Arial" charset="0"/>
        </a:defRPr>
      </a:lvl7pPr>
      <a:lvl8pPr marL="1371600" algn="l" rtl="0" eaLnBrk="0" fontAlgn="base" hangingPunct="0">
        <a:spcBef>
          <a:spcPct val="0"/>
        </a:spcBef>
        <a:spcAft>
          <a:spcPct val="0"/>
        </a:spcAft>
        <a:defRPr sz="3200" b="1">
          <a:solidFill>
            <a:schemeClr val="tx2"/>
          </a:solidFill>
          <a:latin typeface="Arial" charset="0"/>
        </a:defRPr>
      </a:lvl8pPr>
      <a:lvl9pPr marL="1828800" algn="l" rtl="0" eaLnBrk="0" fontAlgn="base" hangingPunct="0">
        <a:spcBef>
          <a:spcPct val="0"/>
        </a:spcBef>
        <a:spcAft>
          <a:spcPct val="0"/>
        </a:spcAft>
        <a:defRPr sz="3200" b="1">
          <a:solidFill>
            <a:schemeClr val="tx2"/>
          </a:solidFill>
          <a:latin typeface="Arial" charset="0"/>
        </a:defRPr>
      </a:lvl9pPr>
    </p:titleStyle>
    <p:bodyStyle>
      <a:lvl1pPr marL="342900" indent="-342900" algn="l" rtl="0" eaLnBrk="0" fontAlgn="base" hangingPunct="0">
        <a:spcBef>
          <a:spcPct val="20000"/>
        </a:spcBef>
        <a:spcAft>
          <a:spcPct val="0"/>
        </a:spcAft>
        <a:buChar char="•"/>
        <a:tabLst>
          <a:tab pos="5661025" algn="l"/>
        </a:tabLst>
        <a:defRPr sz="2400">
          <a:solidFill>
            <a:schemeClr val="tx1"/>
          </a:solidFill>
          <a:latin typeface="+mn-lt"/>
          <a:ea typeface="+mn-ea"/>
          <a:cs typeface="+mn-cs"/>
        </a:defRPr>
      </a:lvl1pPr>
      <a:lvl2pPr marL="742950" indent="-285750" algn="l" rtl="0" eaLnBrk="0" fontAlgn="base" hangingPunct="0">
        <a:spcBef>
          <a:spcPct val="20000"/>
        </a:spcBef>
        <a:spcAft>
          <a:spcPct val="0"/>
        </a:spcAft>
        <a:buChar char="–"/>
        <a:tabLst>
          <a:tab pos="5661025" algn="l"/>
        </a:tabLst>
        <a:defRPr sz="2400">
          <a:solidFill>
            <a:schemeClr val="tx1"/>
          </a:solidFill>
          <a:latin typeface="+mn-lt"/>
        </a:defRPr>
      </a:lvl2pPr>
      <a:lvl3pPr marL="1085850" indent="-228600" algn="l" rtl="0" eaLnBrk="0" fontAlgn="base" hangingPunct="0">
        <a:spcBef>
          <a:spcPct val="20000"/>
        </a:spcBef>
        <a:spcAft>
          <a:spcPct val="0"/>
        </a:spcAft>
        <a:buChar char="•"/>
        <a:tabLst>
          <a:tab pos="5661025" algn="l"/>
        </a:tabLst>
        <a:defRPr sz="2400">
          <a:solidFill>
            <a:schemeClr val="tx1"/>
          </a:solidFill>
          <a:latin typeface="+mn-lt"/>
        </a:defRPr>
      </a:lvl3pPr>
      <a:lvl4pPr marL="1428750" indent="-228600" algn="l" rtl="0" eaLnBrk="0" fontAlgn="base" hangingPunct="0">
        <a:spcBef>
          <a:spcPct val="20000"/>
        </a:spcBef>
        <a:spcAft>
          <a:spcPct val="0"/>
        </a:spcAft>
        <a:buChar char="–"/>
        <a:tabLst>
          <a:tab pos="5661025" algn="l"/>
        </a:tabLst>
        <a:defRPr sz="2000">
          <a:solidFill>
            <a:schemeClr val="tx1"/>
          </a:solidFill>
          <a:latin typeface="+mn-lt"/>
        </a:defRPr>
      </a:lvl4pPr>
      <a:lvl5pPr marL="1771650" indent="-228600" algn="l" rtl="0" eaLnBrk="0" fontAlgn="base" hangingPunct="0">
        <a:spcBef>
          <a:spcPct val="20000"/>
        </a:spcBef>
        <a:spcAft>
          <a:spcPct val="0"/>
        </a:spcAft>
        <a:buChar char="»"/>
        <a:tabLst>
          <a:tab pos="5661025" algn="l"/>
        </a:tabLst>
        <a:defRPr sz="2000">
          <a:solidFill>
            <a:schemeClr val="tx1"/>
          </a:solidFill>
          <a:latin typeface="+mn-lt"/>
        </a:defRPr>
      </a:lvl5pPr>
      <a:lvl6pPr marL="2228850" indent="-228600" algn="l" rtl="0" eaLnBrk="0" fontAlgn="base" hangingPunct="0">
        <a:spcBef>
          <a:spcPct val="20000"/>
        </a:spcBef>
        <a:spcAft>
          <a:spcPct val="0"/>
        </a:spcAft>
        <a:buChar char="»"/>
        <a:tabLst>
          <a:tab pos="5661025" algn="l"/>
        </a:tabLst>
        <a:defRPr sz="2000">
          <a:solidFill>
            <a:schemeClr val="tx1"/>
          </a:solidFill>
          <a:latin typeface="+mn-lt"/>
        </a:defRPr>
      </a:lvl6pPr>
      <a:lvl7pPr marL="2686050" indent="-228600" algn="l" rtl="0" eaLnBrk="0" fontAlgn="base" hangingPunct="0">
        <a:spcBef>
          <a:spcPct val="20000"/>
        </a:spcBef>
        <a:spcAft>
          <a:spcPct val="0"/>
        </a:spcAft>
        <a:buChar char="»"/>
        <a:tabLst>
          <a:tab pos="5661025" algn="l"/>
        </a:tabLst>
        <a:defRPr sz="2000">
          <a:solidFill>
            <a:schemeClr val="tx1"/>
          </a:solidFill>
          <a:latin typeface="+mn-lt"/>
        </a:defRPr>
      </a:lvl7pPr>
      <a:lvl8pPr marL="3143250" indent="-228600" algn="l" rtl="0" eaLnBrk="0" fontAlgn="base" hangingPunct="0">
        <a:spcBef>
          <a:spcPct val="20000"/>
        </a:spcBef>
        <a:spcAft>
          <a:spcPct val="0"/>
        </a:spcAft>
        <a:buChar char="»"/>
        <a:tabLst>
          <a:tab pos="5661025" algn="l"/>
        </a:tabLst>
        <a:defRPr sz="2000">
          <a:solidFill>
            <a:schemeClr val="tx1"/>
          </a:solidFill>
          <a:latin typeface="+mn-lt"/>
        </a:defRPr>
      </a:lvl8pPr>
      <a:lvl9pPr marL="3600450" indent="-228600" algn="l" rtl="0" eaLnBrk="0" fontAlgn="base" hangingPunct="0">
        <a:spcBef>
          <a:spcPct val="20000"/>
        </a:spcBef>
        <a:spcAft>
          <a:spcPct val="0"/>
        </a:spcAft>
        <a:buChar char="»"/>
        <a:tabLst>
          <a:tab pos="5661025" algn="l"/>
        </a:tabLst>
        <a:defRPr sz="200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slideLayout" Target="../slideLayouts/slideLayout2.xml"/><Relationship Id="rId1" Type="http://schemas.openxmlformats.org/officeDocument/2006/relationships/vmlDrawing" Target="../drawings/vmlDrawing1.vml"/><Relationship Id="rId4" Type="http://schemas.openxmlformats.org/officeDocument/2006/relationships/image" Target="../media/image1.emf"/></Relationships>
</file>

<file path=ppt/slides/_rels/slide3.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slideLayout" Target="../slideLayouts/slideLayout2.xml"/><Relationship Id="rId1" Type="http://schemas.openxmlformats.org/officeDocument/2006/relationships/vmlDrawing" Target="../drawings/vmlDrawing2.vml"/><Relationship Id="rId4" Type="http://schemas.openxmlformats.org/officeDocument/2006/relationships/image" Target="../media/image2.wmf"/></Relationships>
</file>

<file path=ppt/slides/_rels/slide4.xml.rels><?xml version="1.0" encoding="UTF-8" standalone="yes"?>
<Relationships xmlns="http://schemas.openxmlformats.org/package/2006/relationships"><Relationship Id="rId3" Type="http://schemas.openxmlformats.org/officeDocument/2006/relationships/oleObject" Target="../embeddings/oleObject3.bin"/><Relationship Id="rId2" Type="http://schemas.openxmlformats.org/officeDocument/2006/relationships/slideLayout" Target="../slideLayouts/slideLayout2.xml"/><Relationship Id="rId1" Type="http://schemas.openxmlformats.org/officeDocument/2006/relationships/vmlDrawing" Target="../drawings/vmlDrawing3.vml"/><Relationship Id="rId4" Type="http://schemas.openxmlformats.org/officeDocument/2006/relationships/image" Target="../media/image3.emf"/></Relationships>
</file>

<file path=ppt/slides/_rels/slide5.xml.rels><?xml version="1.0" encoding="UTF-8" standalone="yes"?>
<Relationships xmlns="http://schemas.openxmlformats.org/package/2006/relationships"><Relationship Id="rId3" Type="http://schemas.openxmlformats.org/officeDocument/2006/relationships/oleObject" Target="../embeddings/oleObject4.bin"/><Relationship Id="rId2" Type="http://schemas.openxmlformats.org/officeDocument/2006/relationships/slideLayout" Target="../slideLayouts/slideLayout2.xml"/><Relationship Id="rId1" Type="http://schemas.openxmlformats.org/officeDocument/2006/relationships/vmlDrawing" Target="../drawings/vmlDrawing4.vml"/><Relationship Id="rId4" Type="http://schemas.openxmlformats.org/officeDocument/2006/relationships/image" Target="../media/image4.emf"/></Relationships>
</file>

<file path=ppt/slides/_rels/slide6.xml.rels><?xml version="1.0" encoding="UTF-8" standalone="yes"?>
<Relationships xmlns="http://schemas.openxmlformats.org/package/2006/relationships"><Relationship Id="rId3" Type="http://schemas.openxmlformats.org/officeDocument/2006/relationships/oleObject" Target="../embeddings/oleObject5.bin"/><Relationship Id="rId2" Type="http://schemas.openxmlformats.org/officeDocument/2006/relationships/slideLayout" Target="../slideLayouts/slideLayout2.xml"/><Relationship Id="rId1" Type="http://schemas.openxmlformats.org/officeDocument/2006/relationships/vmlDrawing" Target="../drawings/vmlDrawing5.vml"/><Relationship Id="rId6" Type="http://schemas.openxmlformats.org/officeDocument/2006/relationships/image" Target="../media/image6.wmf"/><Relationship Id="rId5" Type="http://schemas.openxmlformats.org/officeDocument/2006/relationships/oleObject" Target="../embeddings/oleObject6.bin"/><Relationship Id="rId4" Type="http://schemas.openxmlformats.org/officeDocument/2006/relationships/image" Target="../media/image5.wmf"/></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oleObject" Target="../embeddings/oleObject7.bin"/><Relationship Id="rId2" Type="http://schemas.openxmlformats.org/officeDocument/2006/relationships/slideLayout" Target="../slideLayouts/slideLayout2.xml"/><Relationship Id="rId1" Type="http://schemas.openxmlformats.org/officeDocument/2006/relationships/vmlDrawing" Target="../drawings/vmlDrawing6.vml"/><Relationship Id="rId4" Type="http://schemas.openxmlformats.org/officeDocument/2006/relationships/image" Target="../media/image7.wmf"/></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6"/>
          <p:cNvSpPr>
            <a:spLocks noGrp="1" noChangeArrowheads="1"/>
          </p:cNvSpPr>
          <p:nvPr>
            <p:ph type="sldNum" sz="quarter" idx="4"/>
          </p:nvPr>
        </p:nvSpPr>
        <p:spPr/>
        <p:txBody>
          <a:bodyPr/>
          <a:lstStyle/>
          <a:p>
            <a:fld id="{64A8DB52-00CE-4BEB-9227-91FAC40894D6}" type="slidenum">
              <a:rPr lang="en-US"/>
              <a:pPr/>
              <a:t>1</a:t>
            </a:fld>
            <a:endParaRPr lang="en-US"/>
          </a:p>
        </p:txBody>
      </p:sp>
      <p:sp>
        <p:nvSpPr>
          <p:cNvPr id="2051" name="Rectangle 3"/>
          <p:cNvSpPr>
            <a:spLocks noGrp="1" noChangeArrowheads="1"/>
          </p:cNvSpPr>
          <p:nvPr>
            <p:ph type="subTitle" idx="1"/>
          </p:nvPr>
        </p:nvSpPr>
        <p:spPr/>
        <p:txBody>
          <a:bodyPr/>
          <a:lstStyle/>
          <a:p>
            <a:endParaRPr lang="en-US"/>
          </a:p>
          <a:p>
            <a:endParaRPr lang="en-US"/>
          </a:p>
        </p:txBody>
      </p:sp>
      <p:sp>
        <p:nvSpPr>
          <p:cNvPr id="2059" name="Rectangle 11"/>
          <p:cNvSpPr>
            <a:spLocks noGrp="1" noChangeArrowheads="1"/>
          </p:cNvSpPr>
          <p:nvPr>
            <p:ph type="ctrTitle"/>
          </p:nvPr>
        </p:nvSpPr>
        <p:spPr>
          <a:noFill/>
          <a:ln/>
        </p:spPr>
        <p:txBody>
          <a:bodyPr/>
          <a:lstStyle/>
          <a:p>
            <a:pPr algn="ctr"/>
            <a:r>
              <a:rPr lang="en-US"/>
              <a:t>Address Resolution Protocol</a:t>
            </a:r>
            <a:br>
              <a:rPr lang="en-US"/>
            </a:br>
            <a:r>
              <a:rPr lang="en-US"/>
              <a:t>(ARP)</a:t>
            </a:r>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 Number Placeholder 3"/>
          <p:cNvSpPr>
            <a:spLocks noGrp="1"/>
          </p:cNvSpPr>
          <p:nvPr>
            <p:ph type="sldNum" sz="quarter" idx="10"/>
          </p:nvPr>
        </p:nvSpPr>
        <p:spPr/>
        <p:txBody>
          <a:bodyPr/>
          <a:lstStyle/>
          <a:p>
            <a:fld id="{2FAD8FD1-5468-4072-8BA3-9CE3CC596FC8}" type="slidenum">
              <a:rPr lang="en-US"/>
              <a:pPr/>
              <a:t>2</a:t>
            </a:fld>
            <a:endParaRPr lang="en-US"/>
          </a:p>
        </p:txBody>
      </p:sp>
      <p:sp>
        <p:nvSpPr>
          <p:cNvPr id="147458" name="Rectangle 2"/>
          <p:cNvSpPr>
            <a:spLocks noGrp="1" noChangeArrowheads="1"/>
          </p:cNvSpPr>
          <p:nvPr>
            <p:ph type="body" idx="1"/>
          </p:nvPr>
        </p:nvSpPr>
        <p:spPr/>
        <p:txBody>
          <a:bodyPr/>
          <a:lstStyle/>
          <a:p>
            <a:endParaRPr lang="en-US"/>
          </a:p>
          <a:p>
            <a:endParaRPr lang="en-US"/>
          </a:p>
          <a:p>
            <a:endParaRPr lang="en-US"/>
          </a:p>
          <a:p>
            <a:endParaRPr lang="en-US"/>
          </a:p>
          <a:p>
            <a:endParaRPr lang="en-US"/>
          </a:p>
          <a:p>
            <a:endParaRPr lang="en-US"/>
          </a:p>
          <a:p>
            <a:pPr>
              <a:buFontTx/>
              <a:buNone/>
            </a:pPr>
            <a:endParaRPr lang="en-US"/>
          </a:p>
          <a:p>
            <a:endParaRPr lang="en-US"/>
          </a:p>
          <a:p>
            <a:endParaRPr lang="en-US"/>
          </a:p>
        </p:txBody>
      </p:sp>
      <p:graphicFrame>
        <p:nvGraphicFramePr>
          <p:cNvPr id="147459" name="Object 3"/>
          <p:cNvGraphicFramePr>
            <a:graphicFrameLocks noChangeAspect="1"/>
          </p:cNvGraphicFramePr>
          <p:nvPr/>
        </p:nvGraphicFramePr>
        <p:xfrm>
          <a:off x="685800" y="1828800"/>
          <a:ext cx="7315200" cy="4114800"/>
        </p:xfrm>
        <a:graphic>
          <a:graphicData uri="http://schemas.openxmlformats.org/presentationml/2006/ole">
            <mc:AlternateContent xmlns:mc="http://schemas.openxmlformats.org/markup-compatibility/2006">
              <mc:Choice xmlns:v="urn:schemas-microsoft-com:vml" Requires="v">
                <p:oleObj spid="_x0000_s147469" name="Visio" r:id="rId3" imgW="7216445" imgH="4034942" progId="Visio.Drawing.6">
                  <p:embed/>
                </p:oleObj>
              </mc:Choice>
              <mc:Fallback>
                <p:oleObj name="Visio" r:id="rId3" imgW="7216445" imgH="4034942" progId="Visio.Drawing.6">
                  <p:embed/>
                  <p:pic>
                    <p:nvPicPr>
                      <p:cNvPr id="0" name="Picture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85800" y="1828800"/>
                        <a:ext cx="7315200" cy="411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147460" name="Rectangle 4"/>
          <p:cNvSpPr>
            <a:spLocks noGrp="1" noChangeArrowheads="1"/>
          </p:cNvSpPr>
          <p:nvPr>
            <p:ph type="title"/>
          </p:nvPr>
        </p:nvSpPr>
        <p:spPr/>
        <p:txBody>
          <a:bodyPr/>
          <a:lstStyle/>
          <a:p>
            <a:r>
              <a:rPr lang="en-US"/>
              <a:t>Overview</a:t>
            </a:r>
          </a:p>
        </p:txBody>
      </p:sp>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Slide Number Placeholder 3"/>
          <p:cNvSpPr>
            <a:spLocks noGrp="1"/>
          </p:cNvSpPr>
          <p:nvPr>
            <p:ph type="sldNum" sz="quarter" idx="10"/>
          </p:nvPr>
        </p:nvSpPr>
        <p:spPr/>
        <p:txBody>
          <a:bodyPr/>
          <a:lstStyle/>
          <a:p>
            <a:fld id="{7E6DAF81-BFC8-4933-AC2F-500FA4258CB3}" type="slidenum">
              <a:rPr lang="en-US"/>
              <a:pPr/>
              <a:t>3</a:t>
            </a:fld>
            <a:endParaRPr lang="en-US"/>
          </a:p>
        </p:txBody>
      </p:sp>
      <p:sp>
        <p:nvSpPr>
          <p:cNvPr id="134146" name="Rectangle 2"/>
          <p:cNvSpPr>
            <a:spLocks noGrp="1" noChangeArrowheads="1"/>
          </p:cNvSpPr>
          <p:nvPr>
            <p:ph type="title"/>
          </p:nvPr>
        </p:nvSpPr>
        <p:spPr/>
        <p:txBody>
          <a:bodyPr/>
          <a:lstStyle/>
          <a:p>
            <a:r>
              <a:rPr lang="en-US"/>
              <a:t>ARP and RARP</a:t>
            </a:r>
          </a:p>
        </p:txBody>
      </p:sp>
      <p:sp>
        <p:nvSpPr>
          <p:cNvPr id="134147" name="Rectangle 3"/>
          <p:cNvSpPr>
            <a:spLocks noGrp="1" noChangeArrowheads="1"/>
          </p:cNvSpPr>
          <p:nvPr>
            <p:ph type="body" idx="1"/>
          </p:nvPr>
        </p:nvSpPr>
        <p:spPr/>
        <p:txBody>
          <a:bodyPr/>
          <a:lstStyle/>
          <a:p>
            <a:r>
              <a:rPr lang="en-US"/>
              <a:t>Note: </a:t>
            </a:r>
          </a:p>
          <a:p>
            <a:pPr lvl="1"/>
            <a:r>
              <a:rPr lang="en-US"/>
              <a:t>The Internet is based on IP addresses </a:t>
            </a:r>
          </a:p>
          <a:p>
            <a:pPr lvl="1"/>
            <a:r>
              <a:rPr lang="en-US"/>
              <a:t>Data link protocols (Ethernet, FDDI, ATM) may have different (MAC) addresses</a:t>
            </a:r>
          </a:p>
          <a:p>
            <a:r>
              <a:rPr lang="en-US"/>
              <a:t>The ARP and RARP protocols perform the </a:t>
            </a:r>
            <a:r>
              <a:rPr lang="en-US">
                <a:solidFill>
                  <a:srgbClr val="0000FF"/>
                </a:solidFill>
              </a:rPr>
              <a:t>translation between IP addresses and MAC layer addresses</a:t>
            </a:r>
            <a:endParaRPr lang="en-US"/>
          </a:p>
          <a:p>
            <a:r>
              <a:rPr lang="en-US"/>
              <a:t>We will discuss ARP for broadcast LANs, particularly Ethernet LANs</a:t>
            </a:r>
          </a:p>
        </p:txBody>
      </p:sp>
      <p:sp>
        <p:nvSpPr>
          <p:cNvPr id="134148" name="Rectangle 4"/>
          <p:cNvSpPr>
            <a:spLocks noChangeArrowheads="1"/>
          </p:cNvSpPr>
          <p:nvPr/>
        </p:nvSpPr>
        <p:spPr bwMode="auto">
          <a:xfrm>
            <a:off x="914400" y="4953000"/>
            <a:ext cx="1676400" cy="762000"/>
          </a:xfrm>
          <a:prstGeom prst="rect">
            <a:avLst/>
          </a:prstGeom>
          <a:noFill/>
          <a:ln w="9525">
            <a:noFill/>
            <a:miter lim="800000"/>
            <a:headEnd/>
            <a:tailEnd/>
          </a:ln>
          <a:effectLst/>
        </p:spPr>
        <p:txBody>
          <a:bodyPr wrap="none" lIns="91433" tIns="45717" rIns="91433" bIns="45717" anchor="ctr"/>
          <a:lstStyle/>
          <a:p>
            <a:endParaRPr lang="en-GB"/>
          </a:p>
        </p:txBody>
      </p:sp>
      <p:sp>
        <p:nvSpPr>
          <p:cNvPr id="134149" name="Rectangle 5"/>
          <p:cNvSpPr>
            <a:spLocks noChangeArrowheads="1"/>
          </p:cNvSpPr>
          <p:nvPr/>
        </p:nvSpPr>
        <p:spPr bwMode="auto">
          <a:xfrm>
            <a:off x="1600200" y="5334000"/>
            <a:ext cx="914400" cy="914400"/>
          </a:xfrm>
          <a:prstGeom prst="rect">
            <a:avLst/>
          </a:prstGeom>
          <a:noFill/>
          <a:ln w="9525">
            <a:noFill/>
            <a:miter lim="800000"/>
            <a:headEnd/>
            <a:tailEnd/>
          </a:ln>
          <a:effectLst/>
        </p:spPr>
        <p:txBody>
          <a:bodyPr wrap="none" lIns="91433" tIns="45717" rIns="91433" bIns="45717" anchor="ctr"/>
          <a:lstStyle/>
          <a:p>
            <a:endParaRPr lang="en-GB"/>
          </a:p>
        </p:txBody>
      </p:sp>
      <p:graphicFrame>
        <p:nvGraphicFramePr>
          <p:cNvPr id="134150" name="Object 6"/>
          <p:cNvGraphicFramePr>
            <a:graphicFrameLocks noChangeAspect="1"/>
          </p:cNvGraphicFramePr>
          <p:nvPr/>
        </p:nvGraphicFramePr>
        <p:xfrm>
          <a:off x="641350" y="4635500"/>
          <a:ext cx="7000875" cy="1651000"/>
        </p:xfrm>
        <a:graphic>
          <a:graphicData uri="http://schemas.openxmlformats.org/presentationml/2006/ole">
            <mc:AlternateContent xmlns:mc="http://schemas.openxmlformats.org/markup-compatibility/2006">
              <mc:Choice xmlns:v="urn:schemas-microsoft-com:vml" Requires="v">
                <p:oleObj spid="_x0000_s134160" name="VISIO" r:id="rId3" imgW="6939360" imgH="1427400" progId="Visio.Drawing.4">
                  <p:embed/>
                </p:oleObj>
              </mc:Choice>
              <mc:Fallback>
                <p:oleObj name="VISIO" r:id="rId3" imgW="6939360" imgH="1427400" progId="Visio.Drawing.4">
                  <p:embed/>
                  <p:pic>
                    <p:nvPicPr>
                      <p:cNvPr id="0" name="Picture 6"/>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41350" y="4635500"/>
                        <a:ext cx="7000875" cy="1651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Tree>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53605" name="Object 5"/>
          <p:cNvGraphicFramePr>
            <a:graphicFrameLocks noChangeAspect="1"/>
          </p:cNvGraphicFramePr>
          <p:nvPr>
            <p:extLst>
              <p:ext uri="{D42A27DB-BD31-4B8C-83A1-F6EECF244321}">
                <p14:modId xmlns:p14="http://schemas.microsoft.com/office/powerpoint/2010/main" val="1936630289"/>
              </p:ext>
            </p:extLst>
          </p:nvPr>
        </p:nvGraphicFramePr>
        <p:xfrm>
          <a:off x="304800" y="3048000"/>
          <a:ext cx="8318500" cy="3765550"/>
        </p:xfrm>
        <a:graphic>
          <a:graphicData uri="http://schemas.openxmlformats.org/presentationml/2006/ole">
            <mc:AlternateContent xmlns:mc="http://schemas.openxmlformats.org/markup-compatibility/2006">
              <mc:Choice xmlns:v="urn:schemas-microsoft-com:vml" Requires="v">
                <p:oleObj spid="_x0000_s153615" name="Visio" r:id="rId3" imgW="7475830" imgH="3192475" progId="Visio.Drawing.6">
                  <p:embed/>
                </p:oleObj>
              </mc:Choice>
              <mc:Fallback>
                <p:oleObj name="Visio" r:id="rId3" imgW="7475830" imgH="3192475" progId="Visio.Drawing.6">
                  <p:embed/>
                  <p:pic>
                    <p:nvPicPr>
                      <p:cNvPr id="0" name="Picture 5"/>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04800" y="3048000"/>
                        <a:ext cx="8318500" cy="376555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6" name="Slide Number Placeholder 3"/>
          <p:cNvSpPr>
            <a:spLocks noGrp="1"/>
          </p:cNvSpPr>
          <p:nvPr>
            <p:ph type="sldNum" sz="quarter" idx="10"/>
          </p:nvPr>
        </p:nvSpPr>
        <p:spPr/>
        <p:txBody>
          <a:bodyPr/>
          <a:lstStyle/>
          <a:p>
            <a:fld id="{6DB146F0-8621-4912-BD49-8C3A98E37CA7}" type="slidenum">
              <a:rPr lang="en-US"/>
              <a:pPr/>
              <a:t>4</a:t>
            </a:fld>
            <a:endParaRPr lang="en-US"/>
          </a:p>
        </p:txBody>
      </p:sp>
      <p:sp>
        <p:nvSpPr>
          <p:cNvPr id="153602" name="Rectangle 2"/>
          <p:cNvSpPr>
            <a:spLocks noGrp="1" noChangeArrowheads="1"/>
          </p:cNvSpPr>
          <p:nvPr>
            <p:ph type="title"/>
          </p:nvPr>
        </p:nvSpPr>
        <p:spPr/>
        <p:txBody>
          <a:bodyPr/>
          <a:lstStyle/>
          <a:p>
            <a:r>
              <a:rPr lang="en-US"/>
              <a:t>Address Translation with ARP</a:t>
            </a:r>
          </a:p>
        </p:txBody>
      </p:sp>
      <p:sp>
        <p:nvSpPr>
          <p:cNvPr id="153603" name="Rectangle 3"/>
          <p:cNvSpPr>
            <a:spLocks noGrp="1" noChangeArrowheads="1"/>
          </p:cNvSpPr>
          <p:nvPr>
            <p:ph type="body" idx="1"/>
          </p:nvPr>
        </p:nvSpPr>
        <p:spPr/>
        <p:txBody>
          <a:bodyPr/>
          <a:lstStyle/>
          <a:p>
            <a:pPr>
              <a:buFontTx/>
              <a:buNone/>
            </a:pPr>
            <a:r>
              <a:rPr lang="en-US" b="1" dirty="0"/>
              <a:t>ARP Request</a:t>
            </a:r>
            <a:r>
              <a:rPr lang="en-US" dirty="0"/>
              <a:t>: </a:t>
            </a:r>
            <a:br>
              <a:rPr lang="en-US" dirty="0"/>
            </a:br>
            <a:r>
              <a:rPr lang="en-US" dirty="0"/>
              <a:t>Argon broadcasts an ARP request to all stations on the network: </a:t>
            </a:r>
            <a:r>
              <a:rPr lang="en-US" b="1" dirty="0">
                <a:solidFill>
                  <a:schemeClr val="accent2"/>
                </a:solidFill>
              </a:rPr>
              <a:t>“What is the hardware address of Router137?”</a:t>
            </a:r>
            <a:endParaRPr lang="en-US" dirty="0"/>
          </a:p>
          <a:p>
            <a:pPr>
              <a:buFontTx/>
              <a:buNone/>
            </a:pPr>
            <a:endParaRPr lang="en-US" dirty="0"/>
          </a:p>
        </p:txBody>
      </p:sp>
      <p:sp>
        <p:nvSpPr>
          <p:cNvPr id="153604" name="Rectangle 4"/>
          <p:cNvSpPr>
            <a:spLocks noChangeArrowheads="1"/>
          </p:cNvSpPr>
          <p:nvPr/>
        </p:nvSpPr>
        <p:spPr bwMode="auto">
          <a:xfrm>
            <a:off x="0" y="0"/>
            <a:ext cx="9144000" cy="0"/>
          </a:xfrm>
          <a:prstGeom prst="rect">
            <a:avLst/>
          </a:prstGeom>
          <a:noFill/>
          <a:ln w="9525">
            <a:noFill/>
            <a:miter lim="800000"/>
            <a:headEnd/>
            <a:tailEnd/>
          </a:ln>
          <a:effectLst/>
        </p:spPr>
        <p:txBody>
          <a:bodyPr wrap="none" lIns="91433" tIns="45717" rIns="91433" bIns="45717" anchor="ctr">
            <a:spAutoFit/>
          </a:bodyPr>
          <a:lstStyle/>
          <a:p>
            <a:endParaRPr lang="en-GB"/>
          </a:p>
        </p:txBody>
      </p:sp>
      <p:sp>
        <p:nvSpPr>
          <p:cNvPr id="3" name="TextBox 2"/>
          <p:cNvSpPr txBox="1"/>
          <p:nvPr/>
        </p:nvSpPr>
        <p:spPr>
          <a:xfrm>
            <a:off x="2230008" y="4530015"/>
            <a:ext cx="1085554" cy="261610"/>
          </a:xfrm>
          <a:prstGeom prst="rect">
            <a:avLst/>
          </a:prstGeom>
          <a:solidFill>
            <a:srgbClr val="FF99CC"/>
          </a:solidFill>
          <a:ln>
            <a:noFill/>
          </a:ln>
        </p:spPr>
        <p:txBody>
          <a:bodyPr wrap="none" rtlCol="0">
            <a:spAutoFit/>
          </a:bodyPr>
          <a:lstStyle/>
          <a:p>
            <a:pPr>
              <a:buNone/>
            </a:pPr>
            <a:r>
              <a:rPr lang="en-US" sz="1100" b="1" dirty="0" smtClean="0">
                <a:latin typeface="+mn-lt"/>
              </a:rPr>
              <a:t>128.143.137.1</a:t>
            </a:r>
            <a:endParaRPr lang="en-US" sz="1200" b="1" dirty="0">
              <a:latin typeface="+mn-lt"/>
            </a:endParaRPr>
          </a:p>
        </p:txBody>
      </p:sp>
    </p:spTree>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54629" name="Object 5"/>
          <p:cNvGraphicFramePr>
            <a:graphicFrameLocks noChangeAspect="1"/>
          </p:cNvGraphicFramePr>
          <p:nvPr>
            <p:extLst>
              <p:ext uri="{D42A27DB-BD31-4B8C-83A1-F6EECF244321}">
                <p14:modId xmlns:p14="http://schemas.microsoft.com/office/powerpoint/2010/main" val="1816364560"/>
              </p:ext>
            </p:extLst>
          </p:nvPr>
        </p:nvGraphicFramePr>
        <p:xfrm>
          <a:off x="163285" y="2645652"/>
          <a:ext cx="8324850" cy="3768725"/>
        </p:xfrm>
        <a:graphic>
          <a:graphicData uri="http://schemas.openxmlformats.org/presentationml/2006/ole">
            <mc:AlternateContent xmlns:mc="http://schemas.openxmlformats.org/markup-compatibility/2006">
              <mc:Choice xmlns:v="urn:schemas-microsoft-com:vml" Requires="v">
                <p:oleObj spid="_x0000_s154639" name="Visio" r:id="rId3" imgW="7475830" imgH="3192475" progId="Visio.Drawing.6">
                  <p:embed/>
                </p:oleObj>
              </mc:Choice>
              <mc:Fallback>
                <p:oleObj name="Visio" r:id="rId3" imgW="7475830" imgH="3192475" progId="Visio.Drawing.6">
                  <p:embed/>
                  <p:pic>
                    <p:nvPicPr>
                      <p:cNvPr id="0" name="Picture 5"/>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63285" y="2645652"/>
                        <a:ext cx="8324850" cy="376872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6" name="Slide Number Placeholder 3"/>
          <p:cNvSpPr>
            <a:spLocks noGrp="1"/>
          </p:cNvSpPr>
          <p:nvPr>
            <p:ph type="sldNum" sz="quarter" idx="10"/>
          </p:nvPr>
        </p:nvSpPr>
        <p:spPr/>
        <p:txBody>
          <a:bodyPr/>
          <a:lstStyle/>
          <a:p>
            <a:fld id="{15213752-80A5-44D7-8CCC-925324CE4FDC}" type="slidenum">
              <a:rPr lang="en-US"/>
              <a:pPr/>
              <a:t>5</a:t>
            </a:fld>
            <a:endParaRPr lang="en-US"/>
          </a:p>
        </p:txBody>
      </p:sp>
      <p:sp>
        <p:nvSpPr>
          <p:cNvPr id="154626" name="Rectangle 2"/>
          <p:cNvSpPr>
            <a:spLocks noGrp="1" noChangeArrowheads="1"/>
          </p:cNvSpPr>
          <p:nvPr>
            <p:ph type="title"/>
          </p:nvPr>
        </p:nvSpPr>
        <p:spPr/>
        <p:txBody>
          <a:bodyPr/>
          <a:lstStyle/>
          <a:p>
            <a:r>
              <a:rPr lang="en-US"/>
              <a:t>Address Translation with ARP</a:t>
            </a:r>
          </a:p>
        </p:txBody>
      </p:sp>
      <p:sp>
        <p:nvSpPr>
          <p:cNvPr id="154627" name="Rectangle 3"/>
          <p:cNvSpPr>
            <a:spLocks noGrp="1" noChangeArrowheads="1"/>
          </p:cNvSpPr>
          <p:nvPr>
            <p:ph type="body" idx="1"/>
          </p:nvPr>
        </p:nvSpPr>
        <p:spPr/>
        <p:txBody>
          <a:bodyPr/>
          <a:lstStyle/>
          <a:p>
            <a:pPr>
              <a:buFontTx/>
              <a:buNone/>
            </a:pPr>
            <a:r>
              <a:rPr lang="en-US" b="1" dirty="0"/>
              <a:t>ARP Reply</a:t>
            </a:r>
            <a:r>
              <a:rPr lang="en-US" dirty="0"/>
              <a:t>: </a:t>
            </a:r>
            <a:br>
              <a:rPr lang="en-US" dirty="0"/>
            </a:br>
            <a:r>
              <a:rPr lang="en-US" dirty="0"/>
              <a:t>Router 137 responds with an ARP Reply which contains the hardware address</a:t>
            </a:r>
          </a:p>
        </p:txBody>
      </p:sp>
      <p:sp>
        <p:nvSpPr>
          <p:cNvPr id="154628" name="Rectangle 4"/>
          <p:cNvSpPr>
            <a:spLocks noChangeArrowheads="1"/>
          </p:cNvSpPr>
          <p:nvPr/>
        </p:nvSpPr>
        <p:spPr bwMode="auto">
          <a:xfrm>
            <a:off x="0" y="0"/>
            <a:ext cx="9144000" cy="0"/>
          </a:xfrm>
          <a:prstGeom prst="rect">
            <a:avLst/>
          </a:prstGeom>
          <a:noFill/>
          <a:ln w="9525">
            <a:noFill/>
            <a:miter lim="800000"/>
            <a:headEnd/>
            <a:tailEnd/>
          </a:ln>
          <a:effectLst/>
        </p:spPr>
        <p:txBody>
          <a:bodyPr wrap="none" lIns="91433" tIns="45717" rIns="91433" bIns="45717" anchor="ctr">
            <a:spAutoFit/>
          </a:bodyPr>
          <a:lstStyle/>
          <a:p>
            <a:endParaRPr lang="en-GB"/>
          </a:p>
        </p:txBody>
      </p:sp>
      <p:sp>
        <p:nvSpPr>
          <p:cNvPr id="7" name="TextBox 6"/>
          <p:cNvSpPr txBox="1"/>
          <p:nvPr/>
        </p:nvSpPr>
        <p:spPr>
          <a:xfrm>
            <a:off x="4571999" y="3984172"/>
            <a:ext cx="1077687" cy="261610"/>
          </a:xfrm>
          <a:prstGeom prst="rect">
            <a:avLst/>
          </a:prstGeom>
          <a:solidFill>
            <a:srgbClr val="FF99CC"/>
          </a:solidFill>
          <a:ln>
            <a:noFill/>
          </a:ln>
        </p:spPr>
        <p:txBody>
          <a:bodyPr wrap="square" rtlCol="0">
            <a:spAutoFit/>
          </a:bodyPr>
          <a:lstStyle/>
          <a:p>
            <a:pPr>
              <a:buNone/>
            </a:pPr>
            <a:r>
              <a:rPr lang="en-US" sz="1100" b="1" dirty="0" smtClean="0">
                <a:latin typeface="+mn-lt"/>
              </a:rPr>
              <a:t>128.143.137.1</a:t>
            </a:r>
            <a:endParaRPr lang="en-US" sz="1100" b="1" dirty="0">
              <a:latin typeface="+mn-lt"/>
            </a:endParaRPr>
          </a:p>
        </p:txBody>
      </p:sp>
    </p:spTree>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Slide Number Placeholder 3"/>
          <p:cNvSpPr>
            <a:spLocks noGrp="1"/>
          </p:cNvSpPr>
          <p:nvPr>
            <p:ph type="sldNum" sz="quarter" idx="10"/>
          </p:nvPr>
        </p:nvSpPr>
        <p:spPr/>
        <p:txBody>
          <a:bodyPr/>
          <a:lstStyle/>
          <a:p>
            <a:fld id="{E18C0BAB-5120-4025-A080-5548068EC04F}" type="slidenum">
              <a:rPr lang="en-US"/>
              <a:pPr/>
              <a:t>6</a:t>
            </a:fld>
            <a:endParaRPr lang="en-US"/>
          </a:p>
        </p:txBody>
      </p:sp>
      <p:sp>
        <p:nvSpPr>
          <p:cNvPr id="136194" name="Rectangle 2"/>
          <p:cNvSpPr>
            <a:spLocks noGrp="1" noChangeArrowheads="1"/>
          </p:cNvSpPr>
          <p:nvPr>
            <p:ph type="title"/>
          </p:nvPr>
        </p:nvSpPr>
        <p:spPr/>
        <p:txBody>
          <a:bodyPr/>
          <a:lstStyle/>
          <a:p>
            <a:r>
              <a:rPr lang="en-US"/>
              <a:t>ARP Packet Format</a:t>
            </a:r>
          </a:p>
        </p:txBody>
      </p:sp>
      <p:sp>
        <p:nvSpPr>
          <p:cNvPr id="136198" name="Rectangle 6"/>
          <p:cNvSpPr>
            <a:spLocks noChangeArrowheads="1"/>
          </p:cNvSpPr>
          <p:nvPr/>
        </p:nvSpPr>
        <p:spPr bwMode="auto">
          <a:xfrm>
            <a:off x="0" y="2886075"/>
            <a:ext cx="9144000" cy="0"/>
          </a:xfrm>
          <a:prstGeom prst="rect">
            <a:avLst/>
          </a:prstGeom>
          <a:noFill/>
          <a:ln w="9525">
            <a:noFill/>
            <a:miter lim="800000"/>
            <a:headEnd/>
            <a:tailEnd/>
          </a:ln>
          <a:effectLst/>
        </p:spPr>
        <p:txBody>
          <a:bodyPr wrap="none" lIns="91433" tIns="45717" rIns="91433" bIns="45717" anchor="ctr">
            <a:spAutoFit/>
          </a:bodyPr>
          <a:lstStyle/>
          <a:p>
            <a:endParaRPr lang="en-GB"/>
          </a:p>
        </p:txBody>
      </p:sp>
      <p:graphicFrame>
        <p:nvGraphicFramePr>
          <p:cNvPr id="136197" name="Object 5"/>
          <p:cNvGraphicFramePr>
            <a:graphicFrameLocks noChangeAspect="1"/>
          </p:cNvGraphicFramePr>
          <p:nvPr/>
        </p:nvGraphicFramePr>
        <p:xfrm>
          <a:off x="228600" y="1447800"/>
          <a:ext cx="8686800" cy="1514475"/>
        </p:xfrm>
        <a:graphic>
          <a:graphicData uri="http://schemas.openxmlformats.org/presentationml/2006/ole">
            <mc:AlternateContent xmlns:mc="http://schemas.openxmlformats.org/markup-compatibility/2006">
              <mc:Choice xmlns:v="urn:schemas-microsoft-com:vml" Requires="v">
                <p:oleObj spid="_x0000_s136218" name="Visio" r:id="rId3" imgW="10332720" imgH="1807464" progId="Visio.Drawing.6">
                  <p:embed/>
                </p:oleObj>
              </mc:Choice>
              <mc:Fallback>
                <p:oleObj name="Visio" r:id="rId3" imgW="10332720" imgH="1807464" progId="Visio.Drawing.6">
                  <p:embed/>
                  <p:pic>
                    <p:nvPicPr>
                      <p:cNvPr id="0" name="Picture 5"/>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28600" y="1447800"/>
                        <a:ext cx="8686800" cy="151447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36200" name="Rectangle 8"/>
          <p:cNvSpPr>
            <a:spLocks noChangeArrowheads="1"/>
          </p:cNvSpPr>
          <p:nvPr/>
        </p:nvSpPr>
        <p:spPr bwMode="auto">
          <a:xfrm>
            <a:off x="0" y="2405063"/>
            <a:ext cx="9144000" cy="0"/>
          </a:xfrm>
          <a:prstGeom prst="rect">
            <a:avLst/>
          </a:prstGeom>
          <a:noFill/>
          <a:ln w="9525">
            <a:noFill/>
            <a:miter lim="800000"/>
            <a:headEnd/>
            <a:tailEnd/>
          </a:ln>
          <a:effectLst/>
        </p:spPr>
        <p:txBody>
          <a:bodyPr wrap="none" lIns="91433" tIns="45717" rIns="91433" bIns="45717" anchor="ctr">
            <a:spAutoFit/>
          </a:bodyPr>
          <a:lstStyle/>
          <a:p>
            <a:endParaRPr lang="en-GB"/>
          </a:p>
        </p:txBody>
      </p:sp>
      <p:graphicFrame>
        <p:nvGraphicFramePr>
          <p:cNvPr id="136199" name="Object 7"/>
          <p:cNvGraphicFramePr>
            <a:graphicFrameLocks noChangeAspect="1"/>
          </p:cNvGraphicFramePr>
          <p:nvPr/>
        </p:nvGraphicFramePr>
        <p:xfrm>
          <a:off x="0" y="2971800"/>
          <a:ext cx="9144000" cy="3627438"/>
        </p:xfrm>
        <a:graphic>
          <a:graphicData uri="http://schemas.openxmlformats.org/presentationml/2006/ole">
            <mc:AlternateContent xmlns:mc="http://schemas.openxmlformats.org/markup-compatibility/2006">
              <mc:Choice xmlns:v="urn:schemas-microsoft-com:vml" Requires="v">
                <p:oleObj spid="_x0000_s136219" name="Visio" r:id="rId5" imgW="7333427" imgH="2928510" progId="Visio.Drawing.6">
                  <p:embed/>
                </p:oleObj>
              </mc:Choice>
              <mc:Fallback>
                <p:oleObj name="Visio" r:id="rId5" imgW="7333427" imgH="2928510" progId="Visio.Drawing.6">
                  <p:embed/>
                  <p:pic>
                    <p:nvPicPr>
                      <p:cNvPr id="0" name="Picture 7"/>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0" y="2971800"/>
                        <a:ext cx="9144000" cy="3627438"/>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36202" name="Line 10"/>
          <p:cNvSpPr>
            <a:spLocks noChangeShapeType="1"/>
          </p:cNvSpPr>
          <p:nvPr/>
        </p:nvSpPr>
        <p:spPr bwMode="auto">
          <a:xfrm flipV="1">
            <a:off x="395288" y="2333625"/>
            <a:ext cx="2409825" cy="833438"/>
          </a:xfrm>
          <a:prstGeom prst="line">
            <a:avLst/>
          </a:prstGeom>
          <a:noFill/>
          <a:ln w="9525">
            <a:solidFill>
              <a:schemeClr val="tx1"/>
            </a:solidFill>
            <a:round/>
            <a:headEnd/>
            <a:tailEnd/>
          </a:ln>
          <a:effectLst/>
        </p:spPr>
        <p:txBody>
          <a:bodyPr lIns="91433" tIns="45717" rIns="91433" bIns="45717"/>
          <a:lstStyle/>
          <a:p>
            <a:endParaRPr lang="en-GB"/>
          </a:p>
        </p:txBody>
      </p:sp>
      <p:sp>
        <p:nvSpPr>
          <p:cNvPr id="136203" name="Line 11"/>
          <p:cNvSpPr>
            <a:spLocks noChangeShapeType="1"/>
          </p:cNvSpPr>
          <p:nvPr/>
        </p:nvSpPr>
        <p:spPr bwMode="auto">
          <a:xfrm>
            <a:off x="7458075" y="2328863"/>
            <a:ext cx="1200150" cy="833437"/>
          </a:xfrm>
          <a:prstGeom prst="line">
            <a:avLst/>
          </a:prstGeom>
          <a:noFill/>
          <a:ln w="9525">
            <a:solidFill>
              <a:schemeClr val="tx1"/>
            </a:solidFill>
            <a:round/>
            <a:headEnd/>
            <a:tailEnd/>
          </a:ln>
          <a:effectLst/>
        </p:spPr>
        <p:txBody>
          <a:bodyPr lIns="91433" tIns="45717" rIns="91433" bIns="45717"/>
          <a:lstStyle/>
          <a:p>
            <a:endParaRPr lang="en-GB"/>
          </a:p>
        </p:txBody>
      </p:sp>
    </p:spTree>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0"/>
          </p:nvPr>
        </p:nvSpPr>
        <p:spPr/>
        <p:txBody>
          <a:bodyPr/>
          <a:lstStyle/>
          <a:p>
            <a:fld id="{43AB0DE5-ECD3-4373-98D8-A83CA87D9A12}" type="slidenum">
              <a:rPr lang="en-US"/>
              <a:pPr/>
              <a:t>7</a:t>
            </a:fld>
            <a:endParaRPr lang="en-US"/>
          </a:p>
        </p:txBody>
      </p:sp>
      <p:sp>
        <p:nvSpPr>
          <p:cNvPr id="155650" name="Rectangle 2"/>
          <p:cNvSpPr>
            <a:spLocks noGrp="1" noChangeArrowheads="1"/>
          </p:cNvSpPr>
          <p:nvPr>
            <p:ph type="title"/>
          </p:nvPr>
        </p:nvSpPr>
        <p:spPr/>
        <p:txBody>
          <a:bodyPr/>
          <a:lstStyle/>
          <a:p>
            <a:r>
              <a:rPr lang="en-US"/>
              <a:t>Example</a:t>
            </a:r>
          </a:p>
        </p:txBody>
      </p:sp>
      <p:sp>
        <p:nvSpPr>
          <p:cNvPr id="155651" name="Rectangle 3"/>
          <p:cNvSpPr>
            <a:spLocks noGrp="1" noChangeArrowheads="1"/>
          </p:cNvSpPr>
          <p:nvPr>
            <p:ph type="body" idx="1"/>
          </p:nvPr>
        </p:nvSpPr>
        <p:spPr/>
        <p:txBody>
          <a:bodyPr/>
          <a:lstStyle/>
          <a:p>
            <a:r>
              <a:rPr lang="en-US" i="1">
                <a:solidFill>
                  <a:srgbClr val="0000FF"/>
                </a:solidFill>
              </a:rPr>
              <a:t>ARP Request from Argon:</a:t>
            </a:r>
            <a:r>
              <a:rPr lang="en-US" b="1"/>
              <a:t> 	</a:t>
            </a:r>
          </a:p>
          <a:p>
            <a:pPr>
              <a:buFontTx/>
              <a:buNone/>
            </a:pPr>
            <a:r>
              <a:rPr lang="en-US"/>
              <a:t>	Source hardware address: 	00:a0:24:71:e4:44</a:t>
            </a:r>
            <a:br>
              <a:rPr lang="en-US"/>
            </a:br>
            <a:r>
              <a:rPr lang="en-US"/>
              <a:t>Source protocol address: 	128.143.137.144</a:t>
            </a:r>
            <a:br>
              <a:rPr lang="en-US"/>
            </a:br>
            <a:r>
              <a:rPr lang="en-US"/>
              <a:t>Target hardware address: 	00:00:00:00:00:00</a:t>
            </a:r>
            <a:br>
              <a:rPr lang="en-US"/>
            </a:br>
            <a:r>
              <a:rPr lang="en-US"/>
              <a:t>Target protocol address: 	128.143.137.1</a:t>
            </a:r>
          </a:p>
          <a:p>
            <a:pPr>
              <a:buFontTx/>
              <a:buNone/>
            </a:pPr>
            <a:endParaRPr lang="en-US"/>
          </a:p>
          <a:p>
            <a:r>
              <a:rPr lang="en-US" i="1">
                <a:solidFill>
                  <a:srgbClr val="0000FF"/>
                </a:solidFill>
              </a:rPr>
              <a:t>ARP Reply from Router137:</a:t>
            </a:r>
            <a:r>
              <a:rPr lang="en-US" b="1" i="1"/>
              <a:t> 	</a:t>
            </a:r>
          </a:p>
          <a:p>
            <a:pPr>
              <a:buFontTx/>
              <a:buNone/>
            </a:pPr>
            <a:r>
              <a:rPr lang="en-US" b="1"/>
              <a:t>	</a:t>
            </a:r>
            <a:r>
              <a:rPr lang="en-US"/>
              <a:t>Source hardware address: 	00:e0:f9:23:a8:20 </a:t>
            </a:r>
            <a:br>
              <a:rPr lang="en-US"/>
            </a:br>
            <a:r>
              <a:rPr lang="en-US"/>
              <a:t>Source protocol address: 	128.143.137.1 </a:t>
            </a:r>
            <a:br>
              <a:rPr lang="en-US"/>
            </a:br>
            <a:r>
              <a:rPr lang="en-US"/>
              <a:t>Target hardware address: 	00:a0:24:71:e4:44</a:t>
            </a:r>
            <a:br>
              <a:rPr lang="en-US"/>
            </a:br>
            <a:r>
              <a:rPr lang="en-US"/>
              <a:t>Target protocol address: 	128.143.137.144</a:t>
            </a:r>
          </a:p>
        </p:txBody>
      </p:sp>
    </p:spTree>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0"/>
          </p:nvPr>
        </p:nvSpPr>
        <p:spPr/>
        <p:txBody>
          <a:bodyPr/>
          <a:lstStyle/>
          <a:p>
            <a:fld id="{0554851B-7F3A-460E-96F3-473105522065}" type="slidenum">
              <a:rPr lang="en-US"/>
              <a:pPr/>
              <a:t>8</a:t>
            </a:fld>
            <a:endParaRPr lang="en-US"/>
          </a:p>
        </p:txBody>
      </p:sp>
      <p:sp>
        <p:nvSpPr>
          <p:cNvPr id="138242" name="Rectangle 2"/>
          <p:cNvSpPr>
            <a:spLocks noGrp="1" noChangeArrowheads="1"/>
          </p:cNvSpPr>
          <p:nvPr>
            <p:ph type="title"/>
          </p:nvPr>
        </p:nvSpPr>
        <p:spPr/>
        <p:txBody>
          <a:bodyPr/>
          <a:lstStyle/>
          <a:p>
            <a:r>
              <a:rPr lang="en-US"/>
              <a:t>ARP Cache</a:t>
            </a:r>
          </a:p>
        </p:txBody>
      </p:sp>
      <p:sp>
        <p:nvSpPr>
          <p:cNvPr id="138243" name="Rectangle 3"/>
          <p:cNvSpPr>
            <a:spLocks noGrp="1" noChangeArrowheads="1"/>
          </p:cNvSpPr>
          <p:nvPr>
            <p:ph type="body" idx="1"/>
          </p:nvPr>
        </p:nvSpPr>
        <p:spPr/>
        <p:txBody>
          <a:bodyPr/>
          <a:lstStyle/>
          <a:p>
            <a:pPr>
              <a:tabLst>
                <a:tab pos="1828800" algn="l"/>
                <a:tab pos="3606800" algn="l"/>
                <a:tab pos="5661025" algn="l"/>
              </a:tabLst>
            </a:pPr>
            <a:r>
              <a:rPr lang="en-US"/>
              <a:t>Since sending an ARP request/reply for each IP datagram is inefficient, hosts maintain a cache (ARP Cache) of current entries. The entries expire after 20 minutes.</a:t>
            </a:r>
          </a:p>
          <a:p>
            <a:pPr>
              <a:tabLst>
                <a:tab pos="1828800" algn="l"/>
                <a:tab pos="3606800" algn="l"/>
                <a:tab pos="5661025" algn="l"/>
              </a:tabLst>
            </a:pPr>
            <a:endParaRPr lang="en-US"/>
          </a:p>
          <a:p>
            <a:pPr>
              <a:tabLst>
                <a:tab pos="1828800" algn="l"/>
                <a:tab pos="3606800" algn="l"/>
                <a:tab pos="5661025" algn="l"/>
              </a:tabLst>
            </a:pPr>
            <a:r>
              <a:rPr lang="en-US"/>
              <a:t>Contents of the ARP Cache:</a:t>
            </a:r>
          </a:p>
          <a:p>
            <a:pPr lvl="1">
              <a:buFontTx/>
              <a:buNone/>
              <a:tabLst>
                <a:tab pos="1828800" algn="l"/>
                <a:tab pos="3606800" algn="l"/>
                <a:tab pos="5661025" algn="l"/>
              </a:tabLst>
            </a:pPr>
            <a:r>
              <a:rPr lang="en-US" sz="2000"/>
              <a:t>(128.143.71.37) at 00:10:4B:C5:D1:15 [ether] on eth0</a:t>
            </a:r>
          </a:p>
          <a:p>
            <a:pPr lvl="1">
              <a:buFontTx/>
              <a:buNone/>
              <a:tabLst>
                <a:tab pos="1828800" algn="l"/>
                <a:tab pos="3606800" algn="l"/>
                <a:tab pos="5661025" algn="l"/>
              </a:tabLst>
            </a:pPr>
            <a:r>
              <a:rPr lang="en-US" sz="2000"/>
              <a:t>(128.143.71.36) at 00:B0:D0:E1:17:D5 [ether] on eth0</a:t>
            </a:r>
          </a:p>
          <a:p>
            <a:pPr lvl="1">
              <a:buFontTx/>
              <a:buNone/>
              <a:tabLst>
                <a:tab pos="1828800" algn="l"/>
                <a:tab pos="3606800" algn="l"/>
                <a:tab pos="5661025" algn="l"/>
              </a:tabLst>
            </a:pPr>
            <a:r>
              <a:rPr lang="en-US" sz="2000"/>
              <a:t>(128.143.71.35) at 00:B0:D0:DE:70:E6 [ether] on eth0</a:t>
            </a:r>
          </a:p>
          <a:p>
            <a:pPr lvl="1">
              <a:buFontTx/>
              <a:buNone/>
              <a:tabLst>
                <a:tab pos="1828800" algn="l"/>
                <a:tab pos="3606800" algn="l"/>
                <a:tab pos="5661025" algn="l"/>
              </a:tabLst>
            </a:pPr>
            <a:r>
              <a:rPr lang="en-US" sz="2000"/>
              <a:t>(128.143.136.90) at 00:05:3C:06:27:35 [ether] on eth1</a:t>
            </a:r>
          </a:p>
          <a:p>
            <a:pPr lvl="1">
              <a:buFontTx/>
              <a:buNone/>
              <a:tabLst>
                <a:tab pos="1828800" algn="l"/>
                <a:tab pos="3606800" algn="l"/>
                <a:tab pos="5661025" algn="l"/>
              </a:tabLst>
            </a:pPr>
            <a:r>
              <a:rPr lang="en-US" sz="2000"/>
              <a:t>(128.143.71.34) at 00:B0:D0:E1:17:DB [ether] on eth0</a:t>
            </a:r>
          </a:p>
          <a:p>
            <a:pPr lvl="1">
              <a:buFontTx/>
              <a:buNone/>
              <a:tabLst>
                <a:tab pos="1828800" algn="l"/>
                <a:tab pos="3606800" algn="l"/>
                <a:tab pos="5661025" algn="l"/>
              </a:tabLst>
            </a:pPr>
            <a:r>
              <a:rPr lang="en-US" sz="2000"/>
              <a:t>(128.143.71.33) at 00:B0:D0:E1:17:DF [ether] on eth0</a:t>
            </a:r>
          </a:p>
        </p:txBody>
      </p:sp>
    </p:spTree>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Slide Number Placeholder 3"/>
          <p:cNvSpPr>
            <a:spLocks noGrp="1"/>
          </p:cNvSpPr>
          <p:nvPr>
            <p:ph type="sldNum" sz="quarter" idx="10"/>
          </p:nvPr>
        </p:nvSpPr>
        <p:spPr/>
        <p:txBody>
          <a:bodyPr/>
          <a:lstStyle/>
          <a:p>
            <a:fld id="{3194349E-A89F-4D5F-92F0-778702CBD524}" type="slidenum">
              <a:rPr lang="en-US"/>
              <a:pPr/>
              <a:t>9</a:t>
            </a:fld>
            <a:endParaRPr lang="en-US"/>
          </a:p>
        </p:txBody>
      </p:sp>
      <p:sp>
        <p:nvSpPr>
          <p:cNvPr id="156674" name="Rectangle 2"/>
          <p:cNvSpPr>
            <a:spLocks noGrp="1" noChangeArrowheads="1"/>
          </p:cNvSpPr>
          <p:nvPr>
            <p:ph type="title"/>
          </p:nvPr>
        </p:nvSpPr>
        <p:spPr/>
        <p:txBody>
          <a:bodyPr/>
          <a:lstStyle/>
          <a:p>
            <a:r>
              <a:rPr lang="en-US" dirty="0"/>
              <a:t>Proxy ARP</a:t>
            </a:r>
          </a:p>
        </p:txBody>
      </p:sp>
      <p:sp>
        <p:nvSpPr>
          <p:cNvPr id="156675" name="Rectangle 3"/>
          <p:cNvSpPr>
            <a:spLocks noGrp="1" noChangeArrowheads="1"/>
          </p:cNvSpPr>
          <p:nvPr>
            <p:ph type="body" idx="1"/>
          </p:nvPr>
        </p:nvSpPr>
        <p:spPr/>
        <p:txBody>
          <a:bodyPr/>
          <a:lstStyle/>
          <a:p>
            <a:r>
              <a:rPr lang="en-US" b="1" dirty="0"/>
              <a:t>Proxy ARP:</a:t>
            </a:r>
            <a:r>
              <a:rPr lang="en-US" dirty="0"/>
              <a:t> Host or router responds to ARP Request that arrives from one of its connected networks for a host that is on another of its connected networks. </a:t>
            </a:r>
          </a:p>
        </p:txBody>
      </p:sp>
      <p:sp>
        <p:nvSpPr>
          <p:cNvPr id="156677" name="Rectangle 5"/>
          <p:cNvSpPr>
            <a:spLocks noChangeArrowheads="1"/>
          </p:cNvSpPr>
          <p:nvPr/>
        </p:nvSpPr>
        <p:spPr bwMode="auto">
          <a:xfrm>
            <a:off x="0" y="0"/>
            <a:ext cx="9144000" cy="0"/>
          </a:xfrm>
          <a:prstGeom prst="rect">
            <a:avLst/>
          </a:prstGeom>
          <a:noFill/>
          <a:ln w="9525">
            <a:noFill/>
            <a:miter lim="800000"/>
            <a:headEnd/>
            <a:tailEnd/>
          </a:ln>
          <a:effectLst/>
        </p:spPr>
        <p:txBody>
          <a:bodyPr wrap="none" lIns="91433" tIns="45717" rIns="91433" bIns="45717" anchor="ctr">
            <a:spAutoFit/>
          </a:bodyPr>
          <a:lstStyle/>
          <a:p>
            <a:endParaRPr lang="en-GB"/>
          </a:p>
        </p:txBody>
      </p:sp>
      <p:graphicFrame>
        <p:nvGraphicFramePr>
          <p:cNvPr id="156676" name="Object 4"/>
          <p:cNvGraphicFramePr>
            <a:graphicFrameLocks noChangeAspect="1"/>
          </p:cNvGraphicFramePr>
          <p:nvPr/>
        </p:nvGraphicFramePr>
        <p:xfrm>
          <a:off x="0" y="2562225"/>
          <a:ext cx="9088438" cy="3684588"/>
        </p:xfrm>
        <a:graphic>
          <a:graphicData uri="http://schemas.openxmlformats.org/presentationml/2006/ole">
            <mc:AlternateContent xmlns:mc="http://schemas.openxmlformats.org/markup-compatibility/2006">
              <mc:Choice xmlns:v="urn:schemas-microsoft-com:vml" Requires="v">
                <p:oleObj spid="_x0000_s156686" name="Visio" r:id="rId3" imgW="10751035" imgH="5140082" progId="Visio.Drawing.6">
                  <p:embed/>
                </p:oleObj>
              </mc:Choice>
              <mc:Fallback>
                <p:oleObj name="Visio" r:id="rId3" imgW="10751035" imgH="5140082" progId="Visio.Drawing.6">
                  <p:embed/>
                  <p:pic>
                    <p:nvPicPr>
                      <p:cNvPr id="0" name="Picture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0" y="2562225"/>
                        <a:ext cx="9088438" cy="3684588"/>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2" name="TextBox 1"/>
          <p:cNvSpPr txBox="1"/>
          <p:nvPr/>
        </p:nvSpPr>
        <p:spPr>
          <a:xfrm>
            <a:off x="7030574" y="3037117"/>
            <a:ext cx="1245668" cy="400110"/>
          </a:xfrm>
          <a:prstGeom prst="rect">
            <a:avLst/>
          </a:prstGeom>
          <a:solidFill>
            <a:schemeClr val="bg1"/>
          </a:solidFill>
        </p:spPr>
        <p:txBody>
          <a:bodyPr wrap="square" rtlCol="0">
            <a:spAutoFit/>
          </a:bodyPr>
          <a:lstStyle/>
          <a:p>
            <a:pPr>
              <a:spcBef>
                <a:spcPts val="0"/>
              </a:spcBef>
              <a:spcAft>
                <a:spcPts val="0"/>
              </a:spcAft>
              <a:buNone/>
            </a:pPr>
            <a:r>
              <a:rPr lang="en-US" sz="1000" b="1" dirty="0" smtClean="0">
                <a:latin typeface="+mn-lt"/>
              </a:rPr>
              <a:t>128.143.71.21/24</a:t>
            </a:r>
          </a:p>
          <a:p>
            <a:pPr>
              <a:spcBef>
                <a:spcPts val="0"/>
              </a:spcBef>
              <a:spcAft>
                <a:spcPts val="0"/>
              </a:spcAft>
              <a:buNone/>
            </a:pPr>
            <a:r>
              <a:rPr lang="en-US" sz="1000" b="1" dirty="0" smtClean="0">
                <a:latin typeface="+mn-lt"/>
              </a:rPr>
              <a:t>00:21:af:03:98:28</a:t>
            </a:r>
          </a:p>
        </p:txBody>
      </p:sp>
    </p:spTree>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4" name="Slide Number Placeholder 3"/>
          <p:cNvSpPr>
            <a:spLocks noGrp="1"/>
          </p:cNvSpPr>
          <p:nvPr>
            <p:ph type="sldNum" sz="quarter" idx="10"/>
          </p:nvPr>
        </p:nvSpPr>
        <p:spPr/>
        <p:txBody>
          <a:bodyPr/>
          <a:lstStyle/>
          <a:p>
            <a:fld id="{E0D949EF-FD6F-4656-9B18-A205EA893154}" type="slidenum">
              <a:rPr lang="en-US"/>
              <a:pPr/>
              <a:t>10</a:t>
            </a:fld>
            <a:endParaRPr lang="en-US"/>
          </a:p>
        </p:txBody>
      </p:sp>
      <p:sp>
        <p:nvSpPr>
          <p:cNvPr id="139266" name="Rectangle 2"/>
          <p:cNvSpPr>
            <a:spLocks noGrp="1" noChangeArrowheads="1"/>
          </p:cNvSpPr>
          <p:nvPr>
            <p:ph type="title"/>
          </p:nvPr>
        </p:nvSpPr>
        <p:spPr/>
        <p:txBody>
          <a:bodyPr/>
          <a:lstStyle/>
          <a:p>
            <a:r>
              <a:rPr lang="en-US"/>
              <a:t>Things to know about ARP</a:t>
            </a:r>
          </a:p>
        </p:txBody>
      </p:sp>
      <p:sp>
        <p:nvSpPr>
          <p:cNvPr id="139267" name="Rectangle 3"/>
          <p:cNvSpPr>
            <a:spLocks noGrp="1" noChangeArrowheads="1"/>
          </p:cNvSpPr>
          <p:nvPr>
            <p:ph type="body" idx="1"/>
          </p:nvPr>
        </p:nvSpPr>
        <p:spPr/>
        <p:txBody>
          <a:bodyPr/>
          <a:lstStyle/>
          <a:p>
            <a:pPr>
              <a:lnSpc>
                <a:spcPct val="90000"/>
              </a:lnSpc>
              <a:tabLst>
                <a:tab pos="1257300" algn="l"/>
                <a:tab pos="5661025" algn="l"/>
              </a:tabLst>
            </a:pPr>
            <a:r>
              <a:rPr lang="en-US"/>
              <a:t>What happens if an ARP Request is made for a non-existing host?</a:t>
            </a:r>
          </a:p>
          <a:p>
            <a:pPr>
              <a:lnSpc>
                <a:spcPct val="90000"/>
              </a:lnSpc>
              <a:buFontTx/>
              <a:buNone/>
              <a:tabLst>
                <a:tab pos="1257300" algn="l"/>
                <a:tab pos="5661025" algn="l"/>
              </a:tabLst>
            </a:pPr>
            <a:r>
              <a:rPr lang="en-US"/>
              <a:t>	          </a:t>
            </a:r>
            <a:r>
              <a:rPr lang="en-US">
                <a:solidFill>
                  <a:srgbClr val="0000FF"/>
                </a:solidFill>
              </a:rPr>
              <a:t>	Several ARP requests are made with increasing time 	intervals between requests. Eventually, ARP gives up.</a:t>
            </a:r>
            <a:endParaRPr lang="en-US"/>
          </a:p>
          <a:p>
            <a:pPr>
              <a:lnSpc>
                <a:spcPct val="90000"/>
              </a:lnSpc>
              <a:tabLst>
                <a:tab pos="1257300" algn="l"/>
                <a:tab pos="5661025" algn="l"/>
              </a:tabLst>
            </a:pPr>
            <a:endParaRPr lang="en-US"/>
          </a:p>
          <a:p>
            <a:pPr>
              <a:lnSpc>
                <a:spcPct val="90000"/>
              </a:lnSpc>
              <a:tabLst>
                <a:tab pos="1257300" algn="l"/>
                <a:tab pos="5661025" algn="l"/>
              </a:tabLst>
            </a:pPr>
            <a:r>
              <a:rPr lang="en-US"/>
              <a:t>On some systems (including Linux) a host periodically sends ARP Requests for all addresses listed in the ARP cache.  This refreshes the ARP cache content, but also introduces traffic.</a:t>
            </a:r>
            <a:r>
              <a:rPr lang="en-US">
                <a:solidFill>
                  <a:srgbClr val="FF0000"/>
                </a:solidFill>
              </a:rPr>
              <a:t> </a:t>
            </a:r>
          </a:p>
          <a:p>
            <a:pPr>
              <a:lnSpc>
                <a:spcPct val="90000"/>
              </a:lnSpc>
              <a:buFontTx/>
              <a:buNone/>
              <a:tabLst>
                <a:tab pos="1257300" algn="l"/>
                <a:tab pos="5661025" algn="l"/>
              </a:tabLst>
            </a:pPr>
            <a:endParaRPr lang="en-US">
              <a:solidFill>
                <a:srgbClr val="FF0000"/>
              </a:solidFill>
            </a:endParaRPr>
          </a:p>
          <a:p>
            <a:pPr>
              <a:lnSpc>
                <a:spcPct val="90000"/>
              </a:lnSpc>
              <a:tabLst>
                <a:tab pos="1257300" algn="l"/>
                <a:tab pos="5661025" algn="l"/>
              </a:tabLst>
            </a:pPr>
            <a:r>
              <a:rPr lang="en-US">
                <a:solidFill>
                  <a:srgbClr val="FF0000"/>
                </a:solidFill>
              </a:rPr>
              <a:t>Gratuitous ARP Requests: </a:t>
            </a:r>
            <a:r>
              <a:rPr lang="en-US">
                <a:solidFill>
                  <a:srgbClr val="0000FF"/>
                </a:solidFill>
              </a:rPr>
              <a:t> </a:t>
            </a:r>
            <a:r>
              <a:rPr lang="en-US"/>
              <a:t>A host sends an ARP request for its own IP address:</a:t>
            </a:r>
          </a:p>
          <a:p>
            <a:pPr lvl="1">
              <a:lnSpc>
                <a:spcPct val="90000"/>
              </a:lnSpc>
              <a:tabLst>
                <a:tab pos="1257300" algn="l"/>
                <a:tab pos="5661025" algn="l"/>
              </a:tabLst>
            </a:pPr>
            <a:r>
              <a:rPr lang="en-US">
                <a:solidFill>
                  <a:srgbClr val="0000FF"/>
                </a:solidFill>
              </a:rPr>
              <a:t>Useful for detecting if an IP address has already been assigned.</a:t>
            </a:r>
          </a:p>
        </p:txBody>
      </p:sp>
    </p:spTree>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4" name="Slide Number Placeholder 3"/>
          <p:cNvSpPr>
            <a:spLocks noGrp="1"/>
          </p:cNvSpPr>
          <p:nvPr>
            <p:ph type="sldNum" sz="quarter" idx="10"/>
          </p:nvPr>
        </p:nvSpPr>
        <p:spPr/>
        <p:txBody>
          <a:bodyPr/>
          <a:lstStyle/>
          <a:p>
            <a:fld id="{207A742D-A940-4622-A630-C3BDAC40262A}" type="slidenum">
              <a:rPr lang="en-US"/>
              <a:pPr/>
              <a:t>11</a:t>
            </a:fld>
            <a:endParaRPr lang="en-US"/>
          </a:p>
        </p:txBody>
      </p:sp>
      <p:sp>
        <p:nvSpPr>
          <p:cNvPr id="159746" name="Rectangle 2"/>
          <p:cNvSpPr>
            <a:spLocks noGrp="1" noChangeArrowheads="1"/>
          </p:cNvSpPr>
          <p:nvPr>
            <p:ph type="title"/>
          </p:nvPr>
        </p:nvSpPr>
        <p:spPr/>
        <p:txBody>
          <a:bodyPr/>
          <a:lstStyle/>
          <a:p>
            <a:r>
              <a:rPr lang="en-US"/>
              <a:t>Vulnerabilities of ARP</a:t>
            </a:r>
          </a:p>
        </p:txBody>
      </p:sp>
      <p:sp>
        <p:nvSpPr>
          <p:cNvPr id="159747" name="Rectangle 3"/>
          <p:cNvSpPr>
            <a:spLocks noGrp="1" noChangeArrowheads="1"/>
          </p:cNvSpPr>
          <p:nvPr>
            <p:ph type="body" idx="1"/>
          </p:nvPr>
        </p:nvSpPr>
        <p:spPr/>
        <p:txBody>
          <a:bodyPr/>
          <a:lstStyle/>
          <a:p>
            <a:pPr marL="381000" indent="-381000">
              <a:buFontTx/>
              <a:buAutoNum type="arabicPeriod"/>
              <a:tabLst>
                <a:tab pos="1257300" algn="l"/>
                <a:tab pos="5661025" algn="l"/>
              </a:tabLst>
            </a:pPr>
            <a:r>
              <a:rPr lang="en-US" sz="2000"/>
              <a:t>Since ARP does not authenticate requests or replies, ARP Requests and Replies can be forged</a:t>
            </a:r>
          </a:p>
          <a:p>
            <a:pPr marL="381000" indent="-381000">
              <a:buFontTx/>
              <a:buAutoNum type="arabicPeriod"/>
              <a:tabLst>
                <a:tab pos="1257300" algn="l"/>
                <a:tab pos="5661025" algn="l"/>
              </a:tabLst>
            </a:pPr>
            <a:r>
              <a:rPr lang="en-US" sz="2000"/>
              <a:t>ARP is stateless: ARP Replies can be sent without a corresponding ARP Request</a:t>
            </a:r>
          </a:p>
          <a:p>
            <a:pPr marL="381000" indent="-381000">
              <a:buFontTx/>
              <a:buAutoNum type="arabicPeriod"/>
              <a:tabLst>
                <a:tab pos="1257300" algn="l"/>
                <a:tab pos="5661025" algn="l"/>
              </a:tabLst>
            </a:pPr>
            <a:r>
              <a:rPr lang="en-US" sz="2000"/>
              <a:t>According to the ARP protocol specification, a node receiving an ARP packet (Request or Reply) </a:t>
            </a:r>
            <a:r>
              <a:rPr lang="en-US" sz="2000" u="sng"/>
              <a:t>must</a:t>
            </a:r>
            <a:r>
              <a:rPr lang="en-US" sz="2000"/>
              <a:t> update its local ARP cache with the information in the source fields, if the receiving node already has an entry for the IP address of the source in its ARP cache. (This applies for ARP Request packets and for ARP Reply packets)</a:t>
            </a:r>
          </a:p>
          <a:p>
            <a:pPr marL="381000" indent="-381000">
              <a:buFontTx/>
              <a:buAutoNum type="arabicPeriod"/>
              <a:tabLst>
                <a:tab pos="1257300" algn="l"/>
                <a:tab pos="5661025" algn="l"/>
              </a:tabLst>
            </a:pPr>
            <a:endParaRPr lang="en-US" sz="2000"/>
          </a:p>
          <a:p>
            <a:pPr marL="381000" indent="-381000">
              <a:buFontTx/>
              <a:buNone/>
              <a:tabLst>
                <a:tab pos="1257300" algn="l"/>
                <a:tab pos="5661025" algn="l"/>
              </a:tabLst>
            </a:pPr>
            <a:r>
              <a:rPr lang="en-US" sz="2000"/>
              <a:t>Typical exploitation of these vulnerabilities:</a:t>
            </a:r>
          </a:p>
          <a:p>
            <a:pPr marL="381000" indent="-381000">
              <a:tabLst>
                <a:tab pos="1257300" algn="l"/>
                <a:tab pos="5661025" algn="l"/>
              </a:tabLst>
            </a:pPr>
            <a:r>
              <a:rPr lang="en-US" sz="2000"/>
              <a:t>A forged ARP Request or Reply can be used to update the ARP cache of a remote system with a forged entry (</a:t>
            </a:r>
            <a:r>
              <a:rPr lang="en-US" sz="2000">
                <a:solidFill>
                  <a:srgbClr val="FF0000"/>
                </a:solidFill>
              </a:rPr>
              <a:t>ARP Poisoning</a:t>
            </a:r>
            <a:r>
              <a:rPr lang="en-US" sz="2000"/>
              <a:t>)</a:t>
            </a:r>
          </a:p>
          <a:p>
            <a:pPr marL="381000" indent="-381000">
              <a:tabLst>
                <a:tab pos="1257300" algn="l"/>
                <a:tab pos="5661025" algn="l"/>
              </a:tabLst>
            </a:pPr>
            <a:r>
              <a:rPr lang="en-US" sz="2000"/>
              <a:t>This can be used to redirect IP traffic to other hosts</a:t>
            </a:r>
          </a:p>
        </p:txBody>
      </p:sp>
    </p:spTree>
  </p:cSld>
  <p:clrMapOvr>
    <a:masterClrMapping/>
  </p:clrMapOvr>
  <p:timing>
    <p:tnLst>
      <p:par>
        <p:cTn id="1" dur="indefinite" restart="never" nodeType="tmRoot"/>
      </p:par>
    </p:tnLst>
  </p:timing>
</p:sld>
</file>

<file path=ppt/theme/theme1.xml><?xml version="1.0" encoding="utf-8"?>
<a:theme xmlns:a="http://schemas.openxmlformats.org/drawingml/2006/main" name="cs551">
  <a:themeElements>
    <a:clrScheme name="cs551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cs551">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square" lIns="91433" tIns="45717" rIns="91433" bIns="45717" numCol="1" anchor="t" anchorCtr="0" compatLnSpc="1">
        <a:prstTxWarp prst="textNoShape">
          <a:avLst/>
        </a:prstTxWarp>
      </a:bodyPr>
      <a:lstStyle>
        <a:defPPr marL="0" marR="0" indent="0" algn="l" defTabSz="914400" rtl="0" eaLnBrk="0" fontAlgn="base" latinLnBrk="0" hangingPunct="0">
          <a:lnSpc>
            <a:spcPct val="100000"/>
          </a:lnSpc>
          <a:spcBef>
            <a:spcPts val="1000"/>
          </a:spcBef>
          <a:spcAft>
            <a:spcPts val="1000"/>
          </a:spcAft>
          <a:buClrTx/>
          <a:buSzTx/>
          <a:buFontTx/>
          <a:buChar char="•"/>
          <a:tabLst/>
          <a:defRPr kumimoji="0" lang="en-US" sz="2400" b="0" i="0" u="none" strike="noStrike" cap="none" normalizeH="0" baseline="0" smtClean="0">
            <a:ln>
              <a:noFill/>
            </a:ln>
            <a:solidFill>
              <a:srgbClr val="000000"/>
            </a:solidFill>
            <a:effectLst/>
            <a:latin typeface="Times" pitchFamily="18" charset="0"/>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square" lIns="91433" tIns="45717" rIns="91433" bIns="45717" numCol="1" anchor="t" anchorCtr="0" compatLnSpc="1">
        <a:prstTxWarp prst="textNoShape">
          <a:avLst/>
        </a:prstTxWarp>
      </a:bodyPr>
      <a:lstStyle>
        <a:defPPr marL="0" marR="0" indent="0" algn="l" defTabSz="914400" rtl="0" eaLnBrk="0" fontAlgn="base" latinLnBrk="0" hangingPunct="0">
          <a:lnSpc>
            <a:spcPct val="100000"/>
          </a:lnSpc>
          <a:spcBef>
            <a:spcPts val="1000"/>
          </a:spcBef>
          <a:spcAft>
            <a:spcPts val="1000"/>
          </a:spcAft>
          <a:buClrTx/>
          <a:buSzTx/>
          <a:buFontTx/>
          <a:buChar char="•"/>
          <a:tabLst/>
          <a:defRPr kumimoji="0" lang="en-US" sz="2400" b="0" i="0" u="none" strike="noStrike" cap="none" normalizeH="0" baseline="0" smtClean="0">
            <a:ln>
              <a:noFill/>
            </a:ln>
            <a:solidFill>
              <a:srgbClr val="000000"/>
            </a:solidFill>
            <a:effectLst/>
            <a:latin typeface="Times" pitchFamily="18" charset="0"/>
          </a:defRPr>
        </a:defPPr>
      </a:lstStyle>
    </a:lnDef>
  </a:objectDefaults>
  <a:extraClrSchemeLst>
    <a:extraClrScheme>
      <a:clrScheme name="cs551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cs551 2">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cs551 3">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cs551 4">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cs551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cs551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cs551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C:\LOCALDATA\wrk\MS\OFFICE97\Templates\cs551.pot</Template>
  <TotalTime>6242</TotalTime>
  <Words>387</Words>
  <Application>Microsoft Office PowerPoint</Application>
  <PresentationFormat>Overhead</PresentationFormat>
  <Paragraphs>69</Paragraphs>
  <Slides>11</Slides>
  <Notes>0</Notes>
  <HiddenSlides>0</HiddenSlides>
  <MMClips>0</MMClips>
  <ScaleCrop>false</ScaleCrop>
  <HeadingPairs>
    <vt:vector size="6" baseType="variant">
      <vt:variant>
        <vt:lpstr>Theme</vt:lpstr>
      </vt:variant>
      <vt:variant>
        <vt:i4>1</vt:i4>
      </vt:variant>
      <vt:variant>
        <vt:lpstr>Embedded OLE Servers</vt:lpstr>
      </vt:variant>
      <vt:variant>
        <vt:i4>2</vt:i4>
      </vt:variant>
      <vt:variant>
        <vt:lpstr>Slide Titles</vt:lpstr>
      </vt:variant>
      <vt:variant>
        <vt:i4>11</vt:i4>
      </vt:variant>
    </vt:vector>
  </HeadingPairs>
  <TitlesOfParts>
    <vt:vector size="14" baseType="lpstr">
      <vt:lpstr>cs551</vt:lpstr>
      <vt:lpstr>Visio</vt:lpstr>
      <vt:lpstr>VISIO</vt:lpstr>
      <vt:lpstr>Address Resolution Protocol (ARP)</vt:lpstr>
      <vt:lpstr>Overview</vt:lpstr>
      <vt:lpstr>ARP and RARP</vt:lpstr>
      <vt:lpstr>Address Translation with ARP</vt:lpstr>
      <vt:lpstr>Address Translation with ARP</vt:lpstr>
      <vt:lpstr>ARP Packet Format</vt:lpstr>
      <vt:lpstr>Example</vt:lpstr>
      <vt:lpstr>ARP Cache</vt:lpstr>
      <vt:lpstr>Proxy ARP</vt:lpstr>
      <vt:lpstr>Things to know about ARP</vt:lpstr>
      <vt:lpstr>Vulnerabilities of ARP</vt:lpstr>
    </vt:vector>
  </TitlesOfParts>
  <Company>Polytechnic University</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Introduction</dc:title>
  <dc:creator>Preferred Customer</dc:creator>
  <cp:lastModifiedBy>illidan</cp:lastModifiedBy>
  <cp:revision>61</cp:revision>
  <cp:lastPrinted>2000-01-29T19:47:10Z</cp:lastPrinted>
  <dcterms:created xsi:type="dcterms:W3CDTF">1997-09-01T20:17:36Z</dcterms:created>
  <dcterms:modified xsi:type="dcterms:W3CDTF">2018-04-17T09:04:50Z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TemplateType">
    <vt:i4>1</vt:i4>
  </property>
  <property fmtid="{D5CDD505-2E9C-101B-9397-08002B2CF9AE}" pid="3" name="GraphicType">
    <vt:i4>1</vt:i4>
  </property>
  <property fmtid="{D5CDD505-2E9C-101B-9397-08002B2CF9AE}" pid="4" name="Compression">
    <vt:i4>100</vt:i4>
  </property>
  <property fmtid="{D5CDD505-2E9C-101B-9397-08002B2CF9AE}" pid="5" name="ScreenSize">
    <vt:i4>2</vt:i4>
  </property>
  <property fmtid="{D5CDD505-2E9C-101B-9397-08002B2CF9AE}" pid="6" name="ScreenUsage">
    <vt:i4>2</vt:i4>
  </property>
  <property fmtid="{D5CDD505-2E9C-101B-9397-08002B2CF9AE}" pid="7" name="MailAddress">
    <vt:lpwstr>jorg@cs.viriginia.edu</vt:lpwstr>
  </property>
  <property fmtid="{D5CDD505-2E9C-101B-9397-08002B2CF9AE}" pid="8" name="HomePage">
    <vt:lpwstr>http://www.cs.virginia.edu/~jorg</vt:lpwstr>
  </property>
  <property fmtid="{D5CDD505-2E9C-101B-9397-08002B2CF9AE}" pid="9" name="Other">
    <vt:lpwstr/>
  </property>
  <property fmtid="{D5CDD505-2E9C-101B-9397-08002B2CF9AE}" pid="10" name="DownloadOriginal">
    <vt:bool>false</vt:bool>
  </property>
  <property fmtid="{D5CDD505-2E9C-101B-9397-08002B2CF9AE}" pid="11" name="DownloadIEButton">
    <vt:bool>false</vt:bool>
  </property>
  <property fmtid="{D5CDD505-2E9C-101B-9397-08002B2CF9AE}" pid="12" name="UseBrowserColor">
    <vt:bool>true</vt:bool>
  </property>
  <property fmtid="{D5CDD505-2E9C-101B-9397-08002B2CF9AE}" pid="13" name="BackColor">
    <vt:i4>15132390</vt:i4>
  </property>
  <property fmtid="{D5CDD505-2E9C-101B-9397-08002B2CF9AE}" pid="14" name="TextColor">
    <vt:i4>0</vt:i4>
  </property>
  <property fmtid="{D5CDD505-2E9C-101B-9397-08002B2CF9AE}" pid="15" name="LinkColor">
    <vt:i4>16711782</vt:i4>
  </property>
  <property fmtid="{D5CDD505-2E9C-101B-9397-08002B2CF9AE}" pid="16" name="VisitedColor">
    <vt:i4>10040268</vt:i4>
  </property>
  <property fmtid="{D5CDD505-2E9C-101B-9397-08002B2CF9AE}" pid="17" name="TransparentButton">
    <vt:i4>0</vt:i4>
  </property>
  <property fmtid="{D5CDD505-2E9C-101B-9397-08002B2CF9AE}" pid="18" name="ButtonType">
    <vt:i4>1</vt:i4>
  </property>
  <property fmtid="{D5CDD505-2E9C-101B-9397-08002B2CF9AE}" pid="19" name="ShowNotes">
    <vt:bool>false</vt:bool>
  </property>
  <property fmtid="{D5CDD505-2E9C-101B-9397-08002B2CF9AE}" pid="20" name="NavBtnPos">
    <vt:i4>4</vt:i4>
  </property>
  <property fmtid="{D5CDD505-2E9C-101B-9397-08002B2CF9AE}" pid="21" name="OutputDir">
    <vt:lpwstr>M:\public_html\slides</vt:lpwstr>
  </property>
</Properties>
</file>