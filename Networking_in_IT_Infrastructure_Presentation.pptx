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5400" b="1">
                <a:solidFill>
                  <a:srgbClr val="00B0F0"/>
                </a:solidFill>
              </a:defRPr>
            </a:pPr>
            <a:r>
              <a:t>Networking in IT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3200" b="0">
                <a:solidFill>
                  <a:srgbClr val="FFFFFF"/>
                </a:solidFill>
              </a:defRPr>
            </a:pPr>
            <a:r>
              <a:t>Prepared by: Syed Najmuddin Agha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409413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0">
                <a:solidFill>
                  <a:srgbClr val="C8C8C8"/>
                </a:solidFill>
              </a:defRPr>
            </a:pPr>
            <a:r>
              <a:rPr b="1" dirty="0"/>
              <a:t>University of </a:t>
            </a:r>
            <a:r>
              <a:rPr b="1" dirty="0" err="1"/>
              <a:t>Balochistan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What is a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A network is a collection of computers, servers, and devices connected together to share resources and data.</a:t>
            </a:r>
            <a:br/>
            <a:r>
              <a:t/>
            </a:r>
            <a:br/>
            <a:r>
              <a:t>Example: Connecting computers in an office to share files and printers.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Importance of Networking in IT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Networking allows communication, resource sharing, scalability, and centralized management.</a:t>
            </a:r>
            <a:br/>
            <a:r>
              <a:t/>
            </a:r>
            <a:br/>
            <a:r>
              <a:t>Example: Organizations use LANs for internal communication and WANs for global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Types of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rPr dirty="0"/>
              <a:t>• LAN (Local Area Network)</a:t>
            </a:r>
            <a:br>
              <a:rPr dirty="0"/>
            </a:br>
            <a:r>
              <a:rPr dirty="0"/>
              <a:t>• MAN (Metropolitan Area Network)</a:t>
            </a:r>
            <a:br>
              <a:rPr dirty="0"/>
            </a:br>
            <a:r>
              <a:rPr dirty="0"/>
              <a:t>• WAN (Wide Area Network)</a:t>
            </a:r>
            <a:br>
              <a:rPr dirty="0"/>
            </a:br>
            <a:r>
              <a:rPr dirty="0"/>
              <a:t>• PAN (Personal Area Network)</a:t>
            </a:r>
            <a:br>
              <a:rPr dirty="0"/>
            </a:br>
            <a:r>
              <a:rPr dirty="0"/>
              <a:t>• WLAN (Wireless LAN)</a:t>
            </a:r>
            <a:br>
              <a:rPr dirty="0"/>
            </a:br>
            <a:r>
              <a:rPr dirty="0"/>
              <a:t>• SAN (Storage Area Network)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rPr dirty="0"/>
              <a:t>• Bus – Single cable connection</a:t>
            </a:r>
            <a:br>
              <a:rPr dirty="0"/>
            </a:br>
            <a:r>
              <a:rPr dirty="0"/>
              <a:t>• Star – Central hub/switch</a:t>
            </a:r>
            <a:br>
              <a:rPr dirty="0"/>
            </a:br>
            <a:r>
              <a:rPr dirty="0"/>
              <a:t>• Ring – Data travels in a circle</a:t>
            </a:r>
            <a:br>
              <a:rPr dirty="0"/>
            </a:br>
            <a:r>
              <a:rPr dirty="0"/>
              <a:t>• Mesh – Each node connected to all others</a:t>
            </a:r>
            <a:br>
              <a:rPr dirty="0"/>
            </a:br>
            <a:r>
              <a:rPr dirty="0"/>
              <a:t>• Hybrid – Combination of topologies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rPr dirty="0"/>
              <a:t>• Router – Connects multiple networks</a:t>
            </a:r>
            <a:br>
              <a:rPr dirty="0"/>
            </a:br>
            <a:r>
              <a:rPr dirty="0"/>
              <a:t>• Switch – Connects devices within LAN</a:t>
            </a:r>
            <a:br>
              <a:rPr dirty="0"/>
            </a:br>
            <a:r>
              <a:rPr dirty="0"/>
              <a:t>• Hub – Basic signal broadcaster</a:t>
            </a:r>
            <a:br>
              <a:rPr dirty="0"/>
            </a:br>
            <a:r>
              <a:rPr dirty="0"/>
              <a:t>• Bridge – Connects two network segments</a:t>
            </a:r>
            <a:br>
              <a:rPr dirty="0"/>
            </a:br>
            <a:r>
              <a:rPr dirty="0"/>
              <a:t>• Modem – Converts digital to analog signals</a:t>
            </a:r>
            <a:br>
              <a:rPr dirty="0"/>
            </a:br>
            <a:r>
              <a:rPr dirty="0"/>
              <a:t>• Access Point – Enables wireless connection</a:t>
            </a:r>
            <a:br>
              <a:rPr dirty="0"/>
            </a:br>
            <a:r>
              <a:rPr dirty="0"/>
              <a:t>• Repeater – Amplifies signals</a:t>
            </a:r>
            <a:br>
              <a:rPr dirty="0"/>
            </a:br>
            <a:r>
              <a:rPr dirty="0"/>
              <a:t>• Gateway – Connects different network protocols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070654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4000" b="1">
                <a:solidFill>
                  <a:srgbClr val="00B0F0"/>
                </a:solidFill>
              </a:defRPr>
            </a:pPr>
            <a:r>
              <a:rPr dirty="0"/>
              <a:t>IP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• IPv4 – 32-bit address (e.g., 192.168.1.1)</a:t>
            </a:r>
            <a:br/>
            <a:r>
              <a:t>• IPv6 – 128-bit address (e.g., 2001:0db8:85a3::7334)</a:t>
            </a:r>
            <a:br/>
            <a:r>
              <a:t>• Subnetting – Divides network into smaller subnets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rPr dirty="0"/>
              <a:t>• TCP/IP – Core communication suite</a:t>
            </a:r>
            <a:br>
              <a:rPr dirty="0"/>
            </a:br>
            <a:r>
              <a:rPr dirty="0"/>
              <a:t>• HTTP – Web communication</a:t>
            </a:r>
            <a:br>
              <a:rPr dirty="0"/>
            </a:br>
            <a:r>
              <a:rPr dirty="0"/>
              <a:t>• FTP – File transfer</a:t>
            </a:r>
            <a:br>
              <a:rPr dirty="0"/>
            </a:br>
            <a:r>
              <a:rPr dirty="0"/>
              <a:t>• DNS – Domain name resolution</a:t>
            </a:r>
            <a:br>
              <a:rPr dirty="0"/>
            </a:br>
            <a:r>
              <a:rPr dirty="0"/>
              <a:t>• DHCP – Dynamic IP allocation</a:t>
            </a:r>
            <a:br>
              <a:rPr dirty="0"/>
            </a:br>
            <a:r>
              <a:rPr dirty="0"/>
              <a:t>• SMTP – Email transmission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• OSI Model – 7 layers (Physical to Application)</a:t>
            </a:r>
            <a:br/>
            <a:r>
              <a:t>• TCP/IP Model – 4 layers (Network Access, Internet, Transport, Application)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• Firewall – Blocks unauthorized access</a:t>
            </a:r>
            <a:br/>
            <a:r>
              <a:t>• VPN – Secure remote connection</a:t>
            </a:r>
            <a:br/>
            <a:r>
              <a:t>• IDS – Intrusion Detection System</a:t>
            </a:r>
            <a:br/>
            <a:r>
              <a:t>• IPS – Intrusion Prevention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Wireless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Uses radio waves for communication between devices.</a:t>
            </a:r>
            <a:br/>
            <a:r>
              <a:t/>
            </a:r>
            <a:br/>
            <a:r>
              <a:t>Examples: Wi-Fi, Bluetooth, Mobile Hotspots.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Cloud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Uses cloud-based resources for storage, networking, and services.</a:t>
            </a:r>
            <a:br/>
            <a:r>
              <a:t/>
            </a:r>
            <a:br/>
            <a:r>
              <a:t>Examples: AWS, Azure, Google Cloud.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Management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Examples: Wireshark, SolarWinds, Nagios, PRTG Network Monitor.</a:t>
            </a:r>
            <a:br/>
            <a:r>
              <a:t/>
            </a:r>
            <a:br/>
            <a:r>
              <a:t>Used for monitoring, configuration, and troubleshooting.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Network Troubleshooting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rPr dirty="0"/>
              <a:t>Common steps:</a:t>
            </a:r>
            <a:br>
              <a:rPr dirty="0"/>
            </a:br>
            <a:r>
              <a:rPr dirty="0"/>
              <a:t>1. Check connections</a:t>
            </a:r>
            <a:br>
              <a:rPr dirty="0"/>
            </a:br>
            <a:r>
              <a:rPr dirty="0"/>
              <a:t>2. Ping test</a:t>
            </a:r>
            <a:br>
              <a:rPr dirty="0"/>
            </a:br>
            <a:r>
              <a:rPr dirty="0"/>
              <a:t>3. IP configuration</a:t>
            </a:r>
            <a:br>
              <a:rPr dirty="0"/>
            </a:br>
            <a:r>
              <a:rPr dirty="0"/>
              <a:t>4. Restart devices</a:t>
            </a:r>
            <a:br>
              <a:rPr dirty="0"/>
            </a:br>
            <a:r>
              <a:rPr dirty="0"/>
              <a:t>5. Analyze logs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Tools: ping, </a:t>
            </a:r>
            <a:r>
              <a:rPr dirty="0" err="1"/>
              <a:t>tracert</a:t>
            </a:r>
            <a:r>
              <a:rPr dirty="0"/>
              <a:t>, </a:t>
            </a:r>
            <a:r>
              <a:rPr dirty="0" err="1"/>
              <a:t>netstat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Future of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• 5G – Ultra-fast mobile communication</a:t>
            </a:r>
            <a:br/>
            <a:r>
              <a:t>• SDN – Software-defined networking</a:t>
            </a:r>
            <a:br/>
            <a:r>
              <a:t>• IoT – Internet of Things connectivity</a:t>
            </a:r>
            <a:br/>
            <a:r>
              <a:t>• Edge Computing – Processing near data 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B0F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/>
          </a:p>
          <a:p>
            <a:pPr>
              <a:defRPr sz="2600" b="0">
                <a:solidFill>
                  <a:srgbClr val="FFFFFF"/>
                </a:solidFill>
              </a:defRPr>
            </a:pPr>
            <a:r>
              <a:t>Networking forms the backbone of modern IT infrastructure, enabling communication, security, and scalability across the globe.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</Words>
  <Application>Microsoft Office PowerPoint</Application>
  <PresentationFormat>Custom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Syed Agha</dc:creator>
  <cp:keywords/>
  <dc:description>generated using python-pptx</dc:description>
  <cp:lastModifiedBy>Akram Computer</cp:lastModifiedBy>
  <cp:revision>2</cp:revision>
  <dcterms:created xsi:type="dcterms:W3CDTF">2013-01-27T09:14:16Z</dcterms:created>
  <dcterms:modified xsi:type="dcterms:W3CDTF">2025-10-21T13:52:24Z</dcterms:modified>
  <cp:category/>
</cp:coreProperties>
</file>