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B419429-CE7B-40CF-8DDD-DDFA472528E2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4BA9184-2FCD-4029-81E9-5D99C80ADFC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</a:p>
          <a:p>
            <a:r>
              <a:rPr lang="en-US" dirty="0" smtClean="0"/>
              <a:t>ASMATULLAH KHAN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MARKETING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b="8149"/>
          <a:stretch>
            <a:fillRect/>
          </a:stretch>
        </p:blipFill>
        <p:spPr bwMode="auto">
          <a:xfrm>
            <a:off x="914400" y="1600200"/>
            <a:ext cx="7772400" cy="4013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b="6406"/>
          <a:stretch>
            <a:fillRect/>
          </a:stretch>
        </p:blipFill>
        <p:spPr bwMode="auto">
          <a:xfrm>
            <a:off x="914400" y="1548879"/>
            <a:ext cx="7772400" cy="408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PRODUCTS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t="16868" r="12745" b="8150"/>
          <a:stretch>
            <a:fillRect/>
          </a:stretch>
        </p:blipFill>
        <p:spPr bwMode="auto">
          <a:xfrm>
            <a:off x="990600" y="1752600"/>
            <a:ext cx="7391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DURABLE PRODUCTS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t="16868" r="12745" b="4662"/>
          <a:stretch>
            <a:fillRect/>
          </a:stretch>
        </p:blipFill>
        <p:spPr bwMode="auto">
          <a:xfrm>
            <a:off x="1219200" y="1752600"/>
            <a:ext cx="7391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FMCG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t="16868" r="12745" b="4662"/>
          <a:stretch>
            <a:fillRect/>
          </a:stretch>
        </p:blipFill>
        <p:spPr bwMode="auto">
          <a:xfrm>
            <a:off x="685800" y="1676400"/>
            <a:ext cx="7848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t="15125" r="12745" b="2918"/>
          <a:stretch>
            <a:fillRect/>
          </a:stretch>
        </p:blipFill>
        <p:spPr bwMode="auto">
          <a:xfrm>
            <a:off x="838200" y="1676400"/>
            <a:ext cx="7391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931" t="16868" r="12931" b="2918"/>
          <a:stretch>
            <a:fillRect/>
          </a:stretch>
        </p:blipFill>
        <p:spPr bwMode="auto">
          <a:xfrm>
            <a:off x="1219200" y="1600200"/>
            <a:ext cx="7315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3725" t="16868" r="12745" b="6406"/>
          <a:stretch>
            <a:fillRect/>
          </a:stretch>
        </p:blipFill>
        <p:spPr bwMode="auto">
          <a:xfrm>
            <a:off x="990600" y="1752600"/>
            <a:ext cx="7696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3726" r="15686"/>
          <a:stretch>
            <a:fillRect/>
          </a:stretch>
        </p:blipFill>
        <p:spPr bwMode="auto">
          <a:xfrm>
            <a:off x="1066800" y="1548879"/>
            <a:ext cx="7239000" cy="436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r="12745"/>
          <a:stretch>
            <a:fillRect/>
          </a:stretch>
        </p:blipFill>
        <p:spPr bwMode="auto">
          <a:xfrm>
            <a:off x="1219200" y="1548879"/>
            <a:ext cx="7239000" cy="436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r="12745"/>
          <a:stretch>
            <a:fillRect/>
          </a:stretch>
        </p:blipFill>
        <p:spPr bwMode="auto">
          <a:xfrm>
            <a:off x="990600" y="1548879"/>
            <a:ext cx="7543800" cy="436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 l="12745" r="12745"/>
          <a:stretch>
            <a:fillRect/>
          </a:stretch>
        </p:blipFill>
        <p:spPr bwMode="auto">
          <a:xfrm>
            <a:off x="990600" y="1548879"/>
            <a:ext cx="7620000" cy="436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31</TotalTime>
  <Words>11</Words>
  <Application>Microsoft Office PowerPoint</Application>
  <PresentationFormat>On-screen Show (4:3)</PresentationFormat>
  <Paragraphs>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Equity</vt:lpstr>
      <vt:lpstr>MARKETING </vt:lpstr>
      <vt:lpstr>Slide 2</vt:lpstr>
      <vt:lpstr>Slide 3</vt:lpstr>
      <vt:lpstr>CLASSIFICATION OF PRODUCTS</vt:lpstr>
      <vt:lpstr>NON DURABLE PRODUCTS</vt:lpstr>
      <vt:lpstr>FMCG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</dc:title>
  <dc:creator>AHSANULLAH KHAN</dc:creator>
  <cp:lastModifiedBy>AHSANULLAH KHAN</cp:lastModifiedBy>
  <cp:revision>1</cp:revision>
  <dcterms:created xsi:type="dcterms:W3CDTF">2021-04-13T16:08:58Z</dcterms:created>
  <dcterms:modified xsi:type="dcterms:W3CDTF">2021-04-13T16:40:44Z</dcterms:modified>
</cp:coreProperties>
</file>