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9.xml"/>
  <Override ContentType="application/vnd.openxmlformats-officedocument.presentationml.slideMaster+xml" PartName="/ppt/slideMasters/slideMaster18.xml"/>
  <Override ContentType="application/vnd.openxmlformats-officedocument.presentationml.slideMaster+xml" PartName="/ppt/slideMasters/slideMaster11.xml"/>
  <Override ContentType="application/vnd.openxmlformats-officedocument.presentationml.slideMaster+xml" PartName="/ppt/slideMasters/slideMaster13.xml"/>
  <Override ContentType="application/vnd.openxmlformats-officedocument.presentationml.slideMaster+xml" PartName="/ppt/slideMasters/slideMaster10.xml"/>
  <Override ContentType="application/vnd.openxmlformats-officedocument.presentationml.slideMaster+xml" PartName="/ppt/slideMasters/slideMaster15.xml"/>
  <Override ContentType="application/vnd.openxmlformats-officedocument.presentationml.slideMaster+xml" PartName="/ppt/slideMasters/slideMaster1.xml"/>
  <Override ContentType="application/vnd.openxmlformats-officedocument.presentationml.slideMaster+xml" PartName="/ppt/slideMasters/slideMaster7.xml"/>
  <Override ContentType="application/vnd.openxmlformats-officedocument.presentationml.slideMaster+xml" PartName="/ppt/slideMasters/slideMaster5.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19.xml"/>
  <Override ContentType="application/vnd.openxmlformats-officedocument.presentationml.slideMaster+xml" PartName="/ppt/slideMasters/slideMaster14.xml"/>
  <Override ContentType="application/vnd.openxmlformats-officedocument.presentationml.slideMaster+xml" PartName="/ppt/slideMasters/slideMaster17.xml"/>
  <Override ContentType="application/vnd.openxmlformats-officedocument.presentationml.slideMaster+xml" PartName="/ppt/slideMasters/slideMaster12.xml"/>
  <Override ContentType="application/vnd.openxmlformats-officedocument.presentationml.slideMaster+xml" PartName="/ppt/slideMasters/slideMaster16.xml"/>
  <Override ContentType="application/vnd.openxmlformats-officedocument.presentationml.slideMaster+xml" PartName="/ppt/slideMasters/slideMaster4.xml"/>
  <Override ContentType="application/vnd.openxmlformats-officedocument.presentationml.slideMaster+xml" PartName="/ppt/slideMasters/slideMaster6.xml"/>
  <Override ContentType="application/vnd.openxmlformats-officedocument.presentationml.slideMaster+xml" PartName="/ppt/slideMasters/slideMaster20.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14.xml"/>
  <Override ContentType="application/vnd.openxmlformats-officedocument.theme+xml" PartName="/ppt/theme/theme6.xml"/>
  <Override ContentType="application/vnd.openxmlformats-officedocument.theme+xml" PartName="/ppt/theme/theme19.xml"/>
  <Override ContentType="application/vnd.openxmlformats-officedocument.theme+xml" PartName="/ppt/theme/theme3.xml"/>
  <Override ContentType="application/vnd.openxmlformats-officedocument.theme+xml" PartName="/ppt/theme/theme20.xml"/>
  <Override ContentType="application/vnd.openxmlformats-officedocument.theme+xml" PartName="/ppt/theme/theme17.xml"/>
  <Override ContentType="application/vnd.openxmlformats-officedocument.theme+xml" PartName="/ppt/theme/theme11.xml"/>
  <Override ContentType="application/vnd.openxmlformats-officedocument.theme+xml" PartName="/ppt/theme/theme5.xml"/>
  <Override ContentType="application/vnd.openxmlformats-officedocument.theme+xml" PartName="/ppt/theme/theme15.xml"/>
  <Override ContentType="application/vnd.openxmlformats-officedocument.theme+xml" PartName="/ppt/theme/theme9.xml"/>
  <Override ContentType="application/vnd.openxmlformats-officedocument.theme+xml" PartName="/ppt/theme/theme13.xml"/>
  <Override ContentType="application/vnd.openxmlformats-officedocument.theme+xml" PartName="/ppt/theme/theme7.xml"/>
  <Override ContentType="application/vnd.openxmlformats-officedocument.theme+xml" PartName="/ppt/theme/theme21.xml"/>
  <Override ContentType="application/vnd.openxmlformats-officedocument.theme+xml" PartName="/ppt/theme/theme2.xml"/>
  <Override ContentType="application/vnd.openxmlformats-officedocument.theme+xml" PartName="/ppt/theme/theme4.xml"/>
  <Override ContentType="application/vnd.openxmlformats-officedocument.theme+xml" PartName="/ppt/theme/theme18.xml"/>
  <Override ContentType="application/vnd.openxmlformats-officedocument.theme+xml" PartName="/ppt/theme/theme8.xml"/>
  <Override ContentType="application/vnd.openxmlformats-officedocument.theme+xml" PartName="/ppt/theme/theme10.xml"/>
  <Override ContentType="application/vnd.openxmlformats-officedocument.theme+xml" PartName="/ppt/theme/theme16.xml"/>
  <Override ContentType="application/vnd.openxmlformats-officedocument.theme+xml" PartName="/ppt/theme/theme1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5" r:id="rId4"/>
    <p:sldMasterId id="2147483676" r:id="rId5"/>
    <p:sldMasterId id="2147483677" r:id="rId6"/>
    <p:sldMasterId id="2147483678" r:id="rId7"/>
    <p:sldMasterId id="2147483679" r:id="rId8"/>
    <p:sldMasterId id="2147483680" r:id="rId9"/>
    <p:sldMasterId id="2147483681" r:id="rId10"/>
    <p:sldMasterId id="2147483682" r:id="rId11"/>
    <p:sldMasterId id="2147483683" r:id="rId12"/>
    <p:sldMasterId id="2147483684" r:id="rId13"/>
    <p:sldMasterId id="2147483685" r:id="rId14"/>
    <p:sldMasterId id="2147483686" r:id="rId15"/>
    <p:sldMasterId id="2147483687" r:id="rId16"/>
    <p:sldMasterId id="2147483688" r:id="rId17"/>
    <p:sldMasterId id="2147483689" r:id="rId18"/>
    <p:sldMasterId id="2147483690" r:id="rId19"/>
    <p:sldMasterId id="2147483691" r:id="rId20"/>
    <p:sldMasterId id="2147483692" r:id="rId21"/>
    <p:sldMasterId id="2147483693" r:id="rId22"/>
    <p:sldMasterId id="2147483694" r:id="rId23"/>
  </p:sldMasterIdLst>
  <p:notesMasterIdLst>
    <p:notesMasterId r:id="rId24"/>
  </p:notesMasterIdLst>
  <p:sldIdLst>
    <p:sldId id="256" r:id="rId25"/>
    <p:sldId id="257" r:id="rId26"/>
    <p:sldId id="258" r:id="rId27"/>
    <p:sldId id="259" r:id="rId28"/>
    <p:sldId id="260" r:id="rId29"/>
    <p:sldId id="261" r:id="rId30"/>
    <p:sldId id="262" r:id="rId31"/>
    <p:sldId id="263" r:id="rId32"/>
    <p:sldId id="264" r:id="rId33"/>
    <p:sldId id="265" r:id="rId34"/>
    <p:sldId id="266" r:id="rId35"/>
    <p:sldId id="267" r:id="rId36"/>
    <p:sldId id="268" r:id="rId37"/>
    <p:sldId id="269" r:id="rId38"/>
    <p:sldId id="270" r:id="rId39"/>
    <p:sldId id="271" r:id="rId40"/>
    <p:sldId id="272" r:id="rId41"/>
    <p:sldId id="273" r:id="rId42"/>
    <p:sldId id="274" r:id="rId43"/>
    <p:sldId id="275" r:id="rId44"/>
    <p:sldId id="276" r:id="rId45"/>
    <p:sldId id="277" r:id="rId46"/>
    <p:sldId id="278" r:id="rId47"/>
    <p:sldId id="279" r:id="rId48"/>
    <p:sldId id="280" r:id="rId49"/>
    <p:sldId id="281" r:id="rId50"/>
    <p:sldId id="282" r:id="rId51"/>
    <p:sldId id="283" r:id="rId52"/>
    <p:sldId id="284" r:id="rId53"/>
    <p:sldId id="285" r:id="rId54"/>
    <p:sldId id="286" r:id="rId55"/>
    <p:sldId id="287" r:id="rId56"/>
    <p:sldId id="288" r:id="rId57"/>
    <p:sldId id="289" r:id="rId58"/>
    <p:sldId id="290" r:id="rId59"/>
    <p:sldId id="291" r:id="rId60"/>
    <p:sldId id="292" r:id="rId61"/>
    <p:sldId id="293" r:id="rId62"/>
    <p:sldId id="294" r:id="rId63"/>
    <p:sldId id="295" r:id="rId64"/>
    <p:sldId id="296" r:id="rId65"/>
    <p:sldId id="297" r:id="rId66"/>
    <p:sldId id="298" r:id="rId67"/>
    <p:sldId id="299" r:id="rId68"/>
    <p:sldId id="300" r:id="rId69"/>
    <p:sldId id="301" r:id="rId70"/>
    <p:sldId id="302" r:id="rId71"/>
    <p:sldId id="303" r:id="rId72"/>
    <p:sldId id="304" r:id="rId73"/>
    <p:sldId id="305" r:id="rId74"/>
    <p:sldId id="306" r:id="rId75"/>
    <p:sldId id="307" r:id="rId76"/>
    <p:sldId id="308" r:id="rId77"/>
    <p:sldId id="309" r:id="rId78"/>
    <p:sldId id="310" r:id="rId79"/>
    <p:sldId id="311" r:id="rId80"/>
    <p:sldId id="312" r:id="rId81"/>
    <p:sldId id="313" r:id="rId82"/>
    <p:sldId id="314" r:id="rId83"/>
    <p:sldId id="315" r:id="rId84"/>
    <p:sldId id="316" r:id="rId85"/>
    <p:sldId id="317" r:id="rId86"/>
    <p:sldId id="318" r:id="rId87"/>
    <p:sldId id="319" r:id="rId88"/>
    <p:sldId id="320" r:id="rId89"/>
    <p:sldId id="321" r:id="rId90"/>
    <p:sldId id="322" r:id="rId91"/>
    <p:sldId id="323" r:id="rId92"/>
    <p:sldId id="324" r:id="rId93"/>
    <p:sldId id="325" r:id="rId94"/>
    <p:sldId id="326" r:id="rId95"/>
    <p:sldId id="327" r:id="rId96"/>
    <p:sldId id="328" r:id="rId97"/>
    <p:sldId id="329" r:id="rId98"/>
    <p:sldId id="330" r:id="rId99"/>
    <p:sldId id="331" r:id="rId100"/>
    <p:sldId id="332" r:id="rId101"/>
    <p:sldId id="333" r:id="rId102"/>
    <p:sldId id="334" r:id="rId103"/>
    <p:sldId id="335" r:id="rId104"/>
    <p:sldId id="336" r:id="rId105"/>
    <p:sldId id="337" r:id="rId106"/>
    <p:sldId id="338" r:id="rId107"/>
    <p:sldId id="339" r:id="rId108"/>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16.xml"/><Relationship Id="rId42" Type="http://schemas.openxmlformats.org/officeDocument/2006/relationships/slide" Target="slides/slide18.xml"/><Relationship Id="rId41" Type="http://schemas.openxmlformats.org/officeDocument/2006/relationships/slide" Target="slides/slide17.xml"/><Relationship Id="rId44" Type="http://schemas.openxmlformats.org/officeDocument/2006/relationships/slide" Target="slides/slide20.xml"/><Relationship Id="rId43" Type="http://schemas.openxmlformats.org/officeDocument/2006/relationships/slide" Target="slides/slide19.xml"/><Relationship Id="rId46" Type="http://schemas.openxmlformats.org/officeDocument/2006/relationships/slide" Target="slides/slide22.xml"/><Relationship Id="rId45" Type="http://schemas.openxmlformats.org/officeDocument/2006/relationships/slide" Target="slides/slide21.xml"/><Relationship Id="rId107" Type="http://schemas.openxmlformats.org/officeDocument/2006/relationships/slide" Target="slides/slide83.xml"/><Relationship Id="rId106" Type="http://schemas.openxmlformats.org/officeDocument/2006/relationships/slide" Target="slides/slide82.xml"/><Relationship Id="rId105" Type="http://schemas.openxmlformats.org/officeDocument/2006/relationships/slide" Target="slides/slide81.xml"/><Relationship Id="rId104" Type="http://schemas.openxmlformats.org/officeDocument/2006/relationships/slide" Target="slides/slide80.xml"/><Relationship Id="rId108" Type="http://schemas.openxmlformats.org/officeDocument/2006/relationships/slide" Target="slides/slide84.xml"/><Relationship Id="rId48" Type="http://schemas.openxmlformats.org/officeDocument/2006/relationships/slide" Target="slides/slide24.xml"/><Relationship Id="rId47" Type="http://schemas.openxmlformats.org/officeDocument/2006/relationships/slide" Target="slides/slide23.xml"/><Relationship Id="rId49" Type="http://schemas.openxmlformats.org/officeDocument/2006/relationships/slide" Target="slides/slide25.xml"/><Relationship Id="rId103" Type="http://schemas.openxmlformats.org/officeDocument/2006/relationships/slide" Target="slides/slide79.xml"/><Relationship Id="rId102" Type="http://schemas.openxmlformats.org/officeDocument/2006/relationships/slide" Target="slides/slide78.xml"/><Relationship Id="rId101" Type="http://schemas.openxmlformats.org/officeDocument/2006/relationships/slide" Target="slides/slide77.xml"/><Relationship Id="rId100" Type="http://schemas.openxmlformats.org/officeDocument/2006/relationships/slide" Target="slides/slide76.xml"/><Relationship Id="rId31" Type="http://schemas.openxmlformats.org/officeDocument/2006/relationships/slide" Target="slides/slide7.xml"/><Relationship Id="rId30" Type="http://schemas.openxmlformats.org/officeDocument/2006/relationships/slide" Target="slides/slide6.xml"/><Relationship Id="rId33" Type="http://schemas.openxmlformats.org/officeDocument/2006/relationships/slide" Target="slides/slide9.xml"/><Relationship Id="rId32" Type="http://schemas.openxmlformats.org/officeDocument/2006/relationships/slide" Target="slides/slide8.xml"/><Relationship Id="rId35" Type="http://schemas.openxmlformats.org/officeDocument/2006/relationships/slide" Target="slides/slide11.xml"/><Relationship Id="rId34" Type="http://schemas.openxmlformats.org/officeDocument/2006/relationships/slide" Target="slides/slide10.xml"/><Relationship Id="rId37" Type="http://schemas.openxmlformats.org/officeDocument/2006/relationships/slide" Target="slides/slide13.xml"/><Relationship Id="rId36" Type="http://schemas.openxmlformats.org/officeDocument/2006/relationships/slide" Target="slides/slide12.xml"/><Relationship Id="rId39" Type="http://schemas.openxmlformats.org/officeDocument/2006/relationships/slide" Target="slides/slide15.xml"/><Relationship Id="rId38" Type="http://schemas.openxmlformats.org/officeDocument/2006/relationships/slide" Target="slides/slide14.xml"/><Relationship Id="rId20" Type="http://schemas.openxmlformats.org/officeDocument/2006/relationships/slideMaster" Target="slideMasters/slideMaster17.xml"/><Relationship Id="rId22" Type="http://schemas.openxmlformats.org/officeDocument/2006/relationships/slideMaster" Target="slideMasters/slideMaster19.xml"/><Relationship Id="rId21" Type="http://schemas.openxmlformats.org/officeDocument/2006/relationships/slideMaster" Target="slideMasters/slideMaster18.xml"/><Relationship Id="rId24" Type="http://schemas.openxmlformats.org/officeDocument/2006/relationships/notesMaster" Target="notesMasters/notesMaster1.xml"/><Relationship Id="rId23" Type="http://schemas.openxmlformats.org/officeDocument/2006/relationships/slideMaster" Target="slideMasters/slideMaster20.xml"/><Relationship Id="rId26" Type="http://schemas.openxmlformats.org/officeDocument/2006/relationships/slide" Target="slides/slide2.xml"/><Relationship Id="rId25" Type="http://schemas.openxmlformats.org/officeDocument/2006/relationships/slide" Target="slides/slide1.xml"/><Relationship Id="rId28" Type="http://schemas.openxmlformats.org/officeDocument/2006/relationships/slide" Target="slides/slide4.xml"/><Relationship Id="rId27" Type="http://schemas.openxmlformats.org/officeDocument/2006/relationships/slide" Target="slides/slide3.xml"/><Relationship Id="rId29" Type="http://schemas.openxmlformats.org/officeDocument/2006/relationships/slide" Target="slides/slide5.xml"/><Relationship Id="rId95" Type="http://schemas.openxmlformats.org/officeDocument/2006/relationships/slide" Target="slides/slide71.xml"/><Relationship Id="rId94" Type="http://schemas.openxmlformats.org/officeDocument/2006/relationships/slide" Target="slides/slide70.xml"/><Relationship Id="rId97" Type="http://schemas.openxmlformats.org/officeDocument/2006/relationships/slide" Target="slides/slide73.xml"/><Relationship Id="rId96" Type="http://schemas.openxmlformats.org/officeDocument/2006/relationships/slide" Target="slides/slide72.xml"/><Relationship Id="rId11" Type="http://schemas.openxmlformats.org/officeDocument/2006/relationships/slideMaster" Target="slideMasters/slideMaster8.xml"/><Relationship Id="rId99" Type="http://schemas.openxmlformats.org/officeDocument/2006/relationships/slide" Target="slides/slide75.xml"/><Relationship Id="rId10" Type="http://schemas.openxmlformats.org/officeDocument/2006/relationships/slideMaster" Target="slideMasters/slideMaster7.xml"/><Relationship Id="rId98" Type="http://schemas.openxmlformats.org/officeDocument/2006/relationships/slide" Target="slides/slide74.xml"/><Relationship Id="rId13" Type="http://schemas.openxmlformats.org/officeDocument/2006/relationships/slideMaster" Target="slideMasters/slideMaster10.xml"/><Relationship Id="rId12" Type="http://schemas.openxmlformats.org/officeDocument/2006/relationships/slideMaster" Target="slideMasters/slideMaster9.xml"/><Relationship Id="rId91" Type="http://schemas.openxmlformats.org/officeDocument/2006/relationships/slide" Target="slides/slide67.xml"/><Relationship Id="rId90" Type="http://schemas.openxmlformats.org/officeDocument/2006/relationships/slide" Target="slides/slide66.xml"/><Relationship Id="rId93" Type="http://schemas.openxmlformats.org/officeDocument/2006/relationships/slide" Target="slides/slide69.xml"/><Relationship Id="rId92" Type="http://schemas.openxmlformats.org/officeDocument/2006/relationships/slide" Target="slides/slide68.xml"/><Relationship Id="rId15" Type="http://schemas.openxmlformats.org/officeDocument/2006/relationships/slideMaster" Target="slideMasters/slideMaster12.xml"/><Relationship Id="rId14" Type="http://schemas.openxmlformats.org/officeDocument/2006/relationships/slideMaster" Target="slideMasters/slideMaster11.xml"/><Relationship Id="rId17" Type="http://schemas.openxmlformats.org/officeDocument/2006/relationships/slideMaster" Target="slideMasters/slideMaster14.xml"/><Relationship Id="rId16" Type="http://schemas.openxmlformats.org/officeDocument/2006/relationships/slideMaster" Target="slideMasters/slideMaster13.xml"/><Relationship Id="rId19" Type="http://schemas.openxmlformats.org/officeDocument/2006/relationships/slideMaster" Target="slideMasters/slideMaster16.xml"/><Relationship Id="rId18" Type="http://schemas.openxmlformats.org/officeDocument/2006/relationships/slideMaster" Target="slideMasters/slideMaster15.xml"/><Relationship Id="rId84" Type="http://schemas.openxmlformats.org/officeDocument/2006/relationships/slide" Target="slides/slide60.xml"/><Relationship Id="rId83" Type="http://schemas.openxmlformats.org/officeDocument/2006/relationships/slide" Target="slides/slide59.xml"/><Relationship Id="rId86" Type="http://schemas.openxmlformats.org/officeDocument/2006/relationships/slide" Target="slides/slide62.xml"/><Relationship Id="rId85" Type="http://schemas.openxmlformats.org/officeDocument/2006/relationships/slide" Target="slides/slide61.xml"/><Relationship Id="rId88" Type="http://schemas.openxmlformats.org/officeDocument/2006/relationships/slide" Target="slides/slide64.xml"/><Relationship Id="rId87" Type="http://schemas.openxmlformats.org/officeDocument/2006/relationships/slide" Target="slides/slide63.xml"/><Relationship Id="rId89" Type="http://schemas.openxmlformats.org/officeDocument/2006/relationships/slide" Target="slides/slide65.xml"/><Relationship Id="rId80" Type="http://schemas.openxmlformats.org/officeDocument/2006/relationships/slide" Target="slides/slide56.xml"/><Relationship Id="rId82" Type="http://schemas.openxmlformats.org/officeDocument/2006/relationships/slide" Target="slides/slide58.xml"/><Relationship Id="rId81" Type="http://schemas.openxmlformats.org/officeDocument/2006/relationships/slide" Target="slides/slide57.xml"/><Relationship Id="rId1" Type="http://schemas.openxmlformats.org/officeDocument/2006/relationships/theme" Target="theme/theme20.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73" Type="http://schemas.openxmlformats.org/officeDocument/2006/relationships/slide" Target="slides/slide49.xml"/><Relationship Id="rId72" Type="http://schemas.openxmlformats.org/officeDocument/2006/relationships/slide" Target="slides/slide48.xml"/><Relationship Id="rId75" Type="http://schemas.openxmlformats.org/officeDocument/2006/relationships/slide" Target="slides/slide51.xml"/><Relationship Id="rId74" Type="http://schemas.openxmlformats.org/officeDocument/2006/relationships/slide" Target="slides/slide50.xml"/><Relationship Id="rId77" Type="http://schemas.openxmlformats.org/officeDocument/2006/relationships/slide" Target="slides/slide53.xml"/><Relationship Id="rId76" Type="http://schemas.openxmlformats.org/officeDocument/2006/relationships/slide" Target="slides/slide52.xml"/><Relationship Id="rId79" Type="http://schemas.openxmlformats.org/officeDocument/2006/relationships/slide" Target="slides/slide55.xml"/><Relationship Id="rId78" Type="http://schemas.openxmlformats.org/officeDocument/2006/relationships/slide" Target="slides/slide54.xml"/><Relationship Id="rId71" Type="http://schemas.openxmlformats.org/officeDocument/2006/relationships/slide" Target="slides/slide47.xml"/><Relationship Id="rId70" Type="http://schemas.openxmlformats.org/officeDocument/2006/relationships/slide" Target="slides/slide46.xml"/><Relationship Id="rId62" Type="http://schemas.openxmlformats.org/officeDocument/2006/relationships/slide" Target="slides/slide38.xml"/><Relationship Id="rId61" Type="http://schemas.openxmlformats.org/officeDocument/2006/relationships/slide" Target="slides/slide37.xml"/><Relationship Id="rId64" Type="http://schemas.openxmlformats.org/officeDocument/2006/relationships/slide" Target="slides/slide40.xml"/><Relationship Id="rId63" Type="http://schemas.openxmlformats.org/officeDocument/2006/relationships/slide" Target="slides/slide39.xml"/><Relationship Id="rId66" Type="http://schemas.openxmlformats.org/officeDocument/2006/relationships/slide" Target="slides/slide42.xml"/><Relationship Id="rId65" Type="http://schemas.openxmlformats.org/officeDocument/2006/relationships/slide" Target="slides/slide41.xml"/><Relationship Id="rId68" Type="http://schemas.openxmlformats.org/officeDocument/2006/relationships/slide" Target="slides/slide44.xml"/><Relationship Id="rId67" Type="http://schemas.openxmlformats.org/officeDocument/2006/relationships/slide" Target="slides/slide43.xml"/><Relationship Id="rId60" Type="http://schemas.openxmlformats.org/officeDocument/2006/relationships/slide" Target="slides/slide36.xml"/><Relationship Id="rId69" Type="http://schemas.openxmlformats.org/officeDocument/2006/relationships/slide" Target="slides/slide45.xml"/><Relationship Id="rId51" Type="http://schemas.openxmlformats.org/officeDocument/2006/relationships/slide" Target="slides/slide27.xml"/><Relationship Id="rId50" Type="http://schemas.openxmlformats.org/officeDocument/2006/relationships/slide" Target="slides/slide26.xml"/><Relationship Id="rId53" Type="http://schemas.openxmlformats.org/officeDocument/2006/relationships/slide" Target="slides/slide29.xml"/><Relationship Id="rId52" Type="http://schemas.openxmlformats.org/officeDocument/2006/relationships/slide" Target="slides/slide28.xml"/><Relationship Id="rId55" Type="http://schemas.openxmlformats.org/officeDocument/2006/relationships/slide" Target="slides/slide31.xml"/><Relationship Id="rId54" Type="http://schemas.openxmlformats.org/officeDocument/2006/relationships/slide" Target="slides/slide30.xml"/><Relationship Id="rId57" Type="http://schemas.openxmlformats.org/officeDocument/2006/relationships/slide" Target="slides/slide33.xml"/><Relationship Id="rId56" Type="http://schemas.openxmlformats.org/officeDocument/2006/relationships/slide" Target="slides/slide32.xml"/><Relationship Id="rId59" Type="http://schemas.openxmlformats.org/officeDocument/2006/relationships/slide" Target="slides/slide35.xml"/><Relationship Id="rId58"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2" name="Google Shape;54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7" name="Google Shape;547;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8" name="Google Shape;64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4" name="Google Shape;654;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0" name="Google Shape;660;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6" name="Google Shape;666;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2" name="Google Shape;672;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679" name="Google Shape;679;p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8" name="Google Shape;688;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694" name="Google Shape;694;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So my definition of KM is the ability to create, communicate, and apply knowledge to achieve business goals.</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rPr lang="en-US"/>
              <a:t>This means: </a:t>
            </a:r>
            <a:endParaRPr/>
          </a:p>
          <a:p>
            <a:pPr indent="0" lvl="1" marL="0" rtl="0" algn="l">
              <a:spcBef>
                <a:spcPts val="0"/>
              </a:spcBef>
              <a:spcAft>
                <a:spcPts val="0"/>
              </a:spcAft>
              <a:buSzPts val="1800"/>
              <a:buNone/>
            </a:pPr>
            <a:r>
              <a:rPr lang="en-US"/>
              <a:t>Learning from others to avoid reinventing the wheel</a:t>
            </a:r>
            <a:endParaRPr/>
          </a:p>
          <a:p>
            <a:pPr indent="0" lvl="1" marL="0" rtl="0" algn="l">
              <a:spcBef>
                <a:spcPts val="0"/>
              </a:spcBef>
              <a:spcAft>
                <a:spcPts val="0"/>
              </a:spcAft>
              <a:buSzPts val="1800"/>
              <a:buNone/>
            </a:pPr>
            <a:r>
              <a:rPr lang="en-US"/>
              <a:t>Sharing our experiences and insights so others can benefit</a:t>
            </a:r>
            <a:endParaRPr/>
          </a:p>
          <a:p>
            <a:pPr indent="0" lvl="1" marL="0" rtl="0" algn="l">
              <a:spcBef>
                <a:spcPts val="0"/>
              </a:spcBef>
              <a:spcAft>
                <a:spcPts val="0"/>
              </a:spcAft>
              <a:buSzPts val="1800"/>
              <a:buNone/>
            </a:pPr>
            <a:r>
              <a:rPr lang="en-US"/>
              <a:t>Knowing who the experts are and how to find them</a:t>
            </a:r>
            <a:endParaRPr sz="1000"/>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rPr lang="en-US"/>
              <a:t>In short, it is a formal management of the intellectual assets of the organization.</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700" name="Google Shape;700;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1" marL="693737" rtl="0" algn="l">
              <a:lnSpc>
                <a:spcPct val="90000"/>
              </a:lnSpc>
              <a:spcBef>
                <a:spcPts val="0"/>
              </a:spcBef>
              <a:spcAft>
                <a:spcPts val="0"/>
              </a:spcAft>
              <a:buSzPts val="900"/>
              <a:buNone/>
            </a:pPr>
            <a:r>
              <a:t/>
            </a:r>
            <a:endParaRPr sz="900"/>
          </a:p>
          <a:p>
            <a:pPr indent="0" lvl="0" marL="0" rtl="0" algn="l">
              <a:lnSpc>
                <a:spcPct val="90000"/>
              </a:lnSpc>
              <a:spcBef>
                <a:spcPts val="0"/>
              </a:spcBef>
              <a:spcAft>
                <a:spcPts val="0"/>
              </a:spcAft>
              <a:buSzPts val="900"/>
              <a:buNone/>
            </a:pPr>
            <a:r>
              <a:rPr lang="en-US" sz="900"/>
              <a:t>Greater Access to Knowledge</a:t>
            </a:r>
            <a:endParaRPr/>
          </a:p>
          <a:p>
            <a:pPr indent="0" lvl="1" marL="693737" rtl="0" algn="l">
              <a:lnSpc>
                <a:spcPct val="90000"/>
              </a:lnSpc>
              <a:spcBef>
                <a:spcPts val="0"/>
              </a:spcBef>
              <a:spcAft>
                <a:spcPts val="0"/>
              </a:spcAft>
              <a:buNone/>
            </a:pPr>
            <a:r>
              <a:rPr lang="en-US" sz="900"/>
              <a:t>One place to search, but ability to search multiple sources</a:t>
            </a:r>
            <a:endParaRPr/>
          </a:p>
          <a:p>
            <a:pPr indent="0" lvl="1" marL="693737" rtl="0" algn="l">
              <a:lnSpc>
                <a:spcPct val="90000"/>
              </a:lnSpc>
              <a:spcBef>
                <a:spcPts val="0"/>
              </a:spcBef>
              <a:spcAft>
                <a:spcPts val="0"/>
              </a:spcAft>
              <a:buNone/>
            </a:pPr>
            <a:r>
              <a:rPr lang="en-US" sz="900"/>
              <a:t>Ability to contribute knowledge through the same tool, making it part of the daily workflow, not an additional task or burden</a:t>
            </a:r>
            <a:endParaRPr/>
          </a:p>
          <a:p>
            <a:pPr indent="0" lvl="1" marL="693737" rtl="0" algn="l">
              <a:lnSpc>
                <a:spcPct val="90000"/>
              </a:lnSpc>
              <a:spcBef>
                <a:spcPts val="0"/>
              </a:spcBef>
              <a:spcAft>
                <a:spcPts val="0"/>
              </a:spcAft>
              <a:buNone/>
            </a:pPr>
            <a:r>
              <a:rPr lang="en-US" sz="900"/>
              <a:t>Reduced training time, bring new people up to speed quicker because they have the knowledge at their fingertips</a:t>
            </a:r>
            <a:endParaRPr/>
          </a:p>
          <a:p>
            <a:pPr indent="0" lvl="1" marL="693737" rtl="0" algn="l">
              <a:lnSpc>
                <a:spcPct val="90000"/>
              </a:lnSpc>
              <a:spcBef>
                <a:spcPts val="0"/>
              </a:spcBef>
              <a:spcAft>
                <a:spcPts val="0"/>
              </a:spcAft>
              <a:buNone/>
            </a:pPr>
            <a:r>
              <a:rPr lang="en-US" sz="900"/>
              <a:t>Counteract “brain drain” when people leave the organization for one reason or another</a:t>
            </a:r>
            <a:endParaRPr/>
          </a:p>
          <a:p>
            <a:pPr indent="0" lvl="1" marL="693737" rtl="0" algn="l">
              <a:lnSpc>
                <a:spcPct val="90000"/>
              </a:lnSpc>
              <a:spcBef>
                <a:spcPts val="0"/>
              </a:spcBef>
              <a:spcAft>
                <a:spcPts val="0"/>
              </a:spcAft>
              <a:buNone/>
            </a:pPr>
            <a:r>
              <a:rPr lang="en-US" sz="900"/>
              <a:t>More efficient for both Help Desk and end users</a:t>
            </a:r>
            <a:endParaRPr/>
          </a:p>
          <a:p>
            <a:pPr indent="0" lvl="1" marL="693737" rtl="0" algn="l">
              <a:lnSpc>
                <a:spcPct val="90000"/>
              </a:lnSpc>
              <a:spcBef>
                <a:spcPts val="0"/>
              </a:spcBef>
              <a:spcAft>
                <a:spcPts val="0"/>
              </a:spcAft>
              <a:buNone/>
            </a:pPr>
            <a:r>
              <a:t/>
            </a:r>
            <a:endParaRPr sz="900"/>
          </a:p>
          <a:p>
            <a:pPr indent="0" lvl="0" marL="0" rtl="0" algn="l">
              <a:lnSpc>
                <a:spcPct val="90000"/>
              </a:lnSpc>
              <a:spcBef>
                <a:spcPts val="0"/>
              </a:spcBef>
              <a:spcAft>
                <a:spcPts val="0"/>
              </a:spcAft>
              <a:buSzPts val="900"/>
              <a:buNone/>
            </a:pPr>
            <a:r>
              <a:rPr lang="en-US" sz="900"/>
              <a:t>Maintenance</a:t>
            </a:r>
            <a:endParaRPr/>
          </a:p>
          <a:p>
            <a:pPr indent="0" lvl="1" marL="693737" rtl="0" algn="l">
              <a:lnSpc>
                <a:spcPct val="90000"/>
              </a:lnSpc>
              <a:spcBef>
                <a:spcPts val="0"/>
              </a:spcBef>
              <a:spcAft>
                <a:spcPts val="0"/>
              </a:spcAft>
              <a:buNone/>
            </a:pPr>
            <a:r>
              <a:rPr lang="en-US" sz="900"/>
              <a:t>Many KMS tools have built in processes for quality assurance, including subject matter and periodic reviews of the knowledge in the KB</a:t>
            </a:r>
            <a:endParaRPr/>
          </a:p>
          <a:p>
            <a:pPr indent="0" lvl="1" marL="693737" rtl="0" algn="l">
              <a:lnSpc>
                <a:spcPct val="90000"/>
              </a:lnSpc>
              <a:spcBef>
                <a:spcPts val="0"/>
              </a:spcBef>
              <a:spcAft>
                <a:spcPts val="0"/>
              </a:spcAft>
              <a:buNone/>
            </a:pPr>
            <a:r>
              <a:rPr lang="en-US" sz="900"/>
              <a:t>This helps ensure the accuracy and integrity of knowledge used by people in a department and made available to outside customers</a:t>
            </a:r>
            <a:endParaRPr/>
          </a:p>
          <a:p>
            <a:pPr indent="0" lvl="1" marL="693737" rtl="0" algn="l">
              <a:lnSpc>
                <a:spcPct val="90000"/>
              </a:lnSpc>
              <a:spcBef>
                <a:spcPts val="0"/>
              </a:spcBef>
              <a:spcAft>
                <a:spcPts val="0"/>
              </a:spcAft>
              <a:buNone/>
            </a:pPr>
            <a:r>
              <a:t/>
            </a:r>
            <a:endParaRPr sz="900"/>
          </a:p>
          <a:p>
            <a:pPr indent="0" lvl="0" marL="0" rtl="0" algn="l">
              <a:lnSpc>
                <a:spcPct val="90000"/>
              </a:lnSpc>
              <a:spcBef>
                <a:spcPts val="0"/>
              </a:spcBef>
              <a:spcAft>
                <a:spcPts val="0"/>
              </a:spcAft>
              <a:buSzPts val="900"/>
              <a:buNone/>
            </a:pPr>
            <a:r>
              <a:rPr lang="en-US" sz="900"/>
              <a:t>Increased Customer Service Levels</a:t>
            </a:r>
            <a:endParaRPr/>
          </a:p>
          <a:p>
            <a:pPr indent="0" lvl="1" marL="693737" rtl="0" algn="l">
              <a:lnSpc>
                <a:spcPct val="90000"/>
              </a:lnSpc>
              <a:spcBef>
                <a:spcPts val="0"/>
              </a:spcBef>
              <a:spcAft>
                <a:spcPts val="0"/>
              </a:spcAft>
              <a:buNone/>
            </a:pPr>
            <a:r>
              <a:rPr lang="en-US" sz="900"/>
              <a:t>More efficient and more accurate answers</a:t>
            </a:r>
            <a:endParaRPr/>
          </a:p>
          <a:p>
            <a:pPr indent="0" lvl="1" marL="693737" rtl="0" algn="l">
              <a:lnSpc>
                <a:spcPct val="90000"/>
              </a:lnSpc>
              <a:spcBef>
                <a:spcPts val="0"/>
              </a:spcBef>
              <a:spcAft>
                <a:spcPts val="0"/>
              </a:spcAft>
              <a:buNone/>
            </a:pPr>
            <a:r>
              <a:rPr lang="en-US" sz="900"/>
              <a:t>Able to increase the scope and coverage of the support provided to students and the University community</a:t>
            </a:r>
            <a:endParaRPr/>
          </a:p>
          <a:p>
            <a:pPr indent="0" lvl="0" marL="0" rtl="0" algn="l">
              <a:lnSpc>
                <a:spcPct val="90000"/>
              </a:lnSpc>
              <a:spcBef>
                <a:spcPts val="0"/>
              </a:spcBef>
              <a:spcAft>
                <a:spcPts val="0"/>
              </a:spcAft>
              <a:buSzPts val="900"/>
              <a:buNone/>
            </a:pPr>
            <a:r>
              <a:t/>
            </a:r>
            <a:endParaRPr sz="900"/>
          </a:p>
          <a:p>
            <a:pPr indent="0" lvl="0" marL="0" rtl="0" algn="l">
              <a:lnSpc>
                <a:spcPct val="90000"/>
              </a:lnSpc>
              <a:spcBef>
                <a:spcPts val="0"/>
              </a:spcBef>
              <a:spcAft>
                <a:spcPts val="0"/>
              </a:spcAft>
              <a:buSzPts val="900"/>
              <a:buNone/>
            </a:pPr>
            <a:r>
              <a:rPr lang="en-US" sz="900"/>
              <a:t>Reduce the need to increase resources</a:t>
            </a:r>
            <a:endParaRPr/>
          </a:p>
          <a:p>
            <a:pPr indent="0" lvl="1" marL="693737" rtl="0" algn="l">
              <a:lnSpc>
                <a:spcPct val="90000"/>
              </a:lnSpc>
              <a:spcBef>
                <a:spcPts val="0"/>
              </a:spcBef>
              <a:spcAft>
                <a:spcPts val="0"/>
              </a:spcAft>
              <a:buNone/>
            </a:pPr>
            <a:r>
              <a:rPr lang="en-US" sz="900"/>
              <a:t>Looking back at some of the drivers I mentioned that are causing us to explore KM, we take more calls and support more products every year.  In order to provide the level of service that our customers expect, we can either add more people to handle those calls or help the people who are taking the calls today be more efficient and productive.</a:t>
            </a:r>
            <a:endParaRPr/>
          </a:p>
          <a:p>
            <a:pPr indent="0" lvl="1" marL="693737" rtl="0" algn="l">
              <a:lnSpc>
                <a:spcPct val="90000"/>
              </a:lnSpc>
              <a:spcBef>
                <a:spcPts val="0"/>
              </a:spcBef>
              <a:spcAft>
                <a:spcPts val="0"/>
              </a:spcAft>
              <a:buNone/>
            </a:pPr>
            <a:r>
              <a:t/>
            </a:r>
            <a:endParaRPr sz="900"/>
          </a:p>
          <a:p>
            <a:pPr indent="0" lvl="0" marL="0" rtl="0" algn="l">
              <a:spcBef>
                <a:spcPts val="0"/>
              </a:spcBef>
              <a:spcAft>
                <a:spcPts val="0"/>
              </a:spcAft>
              <a:buNone/>
            </a:pPr>
            <a:r>
              <a:t/>
            </a:r>
            <a:endParaRPr sz="9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706" name="Google Shape;706;p1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b="1" lang="en-US"/>
              <a:t>Key Point:  </a:t>
            </a:r>
            <a:r>
              <a:rPr lang="en-US"/>
              <a:t>The most efficient and effective way to transfer knowledge is through face-to-face interaction.</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rPr lang="en-US"/>
              <a:t>The single best method for knowledge transfer is face-to-face meetings.  Face-to-face communication encompasses many subtle characteristics that cannot be captured as thoroughly through any other means.  Such non-verbal cues as hand gestures, posture, physical appearance, age, gender, etc, etc… provide additional context and understanding to any communicative act.  Face-to-face can involve all sensory information – sight, sound, touch, smell, taste, whereas most mediated communication only transfers limited sensory information.  The immediacy and depth of interaction in a face-to-face environment cannot be replicated to the same extent through mediated communication (such as telephone, video-phone, Internet communications).  Using a media device is akin to using a mediator between communicating parties – only part of the message is conveyed.</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rPr lang="en-US"/>
              <a:t>The reality of knowledge management is that a group of people are the best repository of knowledge.  Each member has a sense of the whole body of knowledge, so when individuals leave a group they take very little with them.  Aspects of one member’s knowledge is embedded in others (in the same way that a holographic image retains it’s entire view when broken up).</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7" name="Google Shape;717;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4" name="Google Shape;724;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0" name="Google Shape;730;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7" name="Google Shape;737;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3" name="Google Shape;743;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9" name="Google Shape;749;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5" name="Google Shape;755;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1" name="Google Shape;761;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7" name="Google Shape;767;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773" name="Google Shape;773;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Knowledge Management isn’t just about technology.  There is a cultural aspect to Knowledge Management that is required for knowledge sharing to be effective.  People must understand why it is important for themselves and the organization to share what they know, not just how to use a new technology.</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rPr lang="en-US"/>
              <a:t>But Knowledge Management can be ENABLED by technology and a few of the tools that can help manage our knowledge assets are:</a:t>
            </a:r>
            <a:endParaRPr/>
          </a:p>
          <a:p>
            <a:pPr indent="0" lvl="1" marL="0" rtl="0" algn="l">
              <a:spcBef>
                <a:spcPts val="0"/>
              </a:spcBef>
              <a:spcAft>
                <a:spcPts val="0"/>
              </a:spcAft>
              <a:buNone/>
            </a:pPr>
            <a:r>
              <a:rPr lang="en-US"/>
              <a:t>Knowledge bases – databases where knowledge is stored.  It’s important to capture the information that is in people’s heads in order for it to be useful to others.</a:t>
            </a:r>
            <a:endParaRPr/>
          </a:p>
          <a:p>
            <a:pPr indent="0" lvl="1" marL="0" rtl="0" algn="l">
              <a:spcBef>
                <a:spcPts val="0"/>
              </a:spcBef>
              <a:spcAft>
                <a:spcPts val="0"/>
              </a:spcAft>
              <a:buNone/>
            </a:pPr>
            <a:r>
              <a:rPr lang="en-US"/>
              <a:t>Search engines – make the process of accessing the knowledge provided by others efficient and effective</a:t>
            </a:r>
            <a:endParaRPr/>
          </a:p>
          <a:p>
            <a:pPr indent="0" lvl="1" marL="0" rtl="0" algn="l">
              <a:spcBef>
                <a:spcPts val="0"/>
              </a:spcBef>
              <a:spcAft>
                <a:spcPts val="0"/>
              </a:spcAft>
              <a:buNone/>
            </a:pPr>
            <a:r>
              <a:rPr lang="en-US"/>
              <a:t>Document management system (QA) – help ensure the integrity and accuracy of the knowledge we are sharing</a:t>
            </a:r>
            <a:endParaRPr/>
          </a:p>
          <a:p>
            <a:pPr indent="0" lvl="1"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9" name="Google Shape;779;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5" name="Google Shape;785;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1" name="Google Shape;791;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7" name="Google Shape;797;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3" name="Google Shape;803;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8" name="Google Shape;808;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4" name="Google Shape;814;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0" name="Google Shape;820;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6" name="Google Shape;826;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2" name="Google Shape;832;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7" name="Google Shape;857;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3" name="Google Shape;863;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9" name="Google Shape;869;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2" name="Google Shape;892;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0" name="Google Shape;940;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6" name="Google Shape;946;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2" name="Google Shape;952;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8" name="Google Shape;958;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4" name="Google Shape;964;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0" name="Google Shape;970;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6" name="Google Shape;976;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2" name="Google Shape;982;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5" name="Shape 985"/>
        <p:cNvGrpSpPr/>
        <p:nvPr/>
      </p:nvGrpSpPr>
      <p:grpSpPr>
        <a:xfrm>
          <a:off x="0" y="0"/>
          <a:ext cx="0" cy="0"/>
          <a:chOff x="0" y="0"/>
          <a:chExt cx="0" cy="0"/>
        </a:xfrm>
      </p:grpSpPr>
      <p:sp>
        <p:nvSpPr>
          <p:cNvPr id="986" name="Google Shape;986;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7" name="Google Shape;987;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0" name="Shape 990"/>
        <p:cNvGrpSpPr/>
        <p:nvPr/>
      </p:nvGrpSpPr>
      <p:grpSpPr>
        <a:xfrm>
          <a:off x="0" y="0"/>
          <a:ext cx="0" cy="0"/>
          <a:chOff x="0" y="0"/>
          <a:chExt cx="0" cy="0"/>
        </a:xfrm>
      </p:grpSpPr>
      <p:sp>
        <p:nvSpPr>
          <p:cNvPr id="991" name="Google Shape;991;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2" name="Google Shape;992;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8" name="Google Shape;998;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4" name="Google Shape;1004;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9" name="Google Shape;1009;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5" name="Google Shape;1015;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0" name="Shape 1020"/>
        <p:cNvGrpSpPr/>
        <p:nvPr/>
      </p:nvGrpSpPr>
      <p:grpSpPr>
        <a:xfrm>
          <a:off x="0" y="0"/>
          <a:ext cx="0" cy="0"/>
          <a:chOff x="0" y="0"/>
          <a:chExt cx="0" cy="0"/>
        </a:xfrm>
      </p:grpSpPr>
      <p:sp>
        <p:nvSpPr>
          <p:cNvPr id="1021" name="Google Shape;1021;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2" name="Google Shape;1022;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p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8" name="Google Shape;1028;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p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4" name="Google Shape;1034;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p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0" name="Google Shape;1040;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p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6" name="Google Shape;1046;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0" name="Shape 1050"/>
        <p:cNvGrpSpPr/>
        <p:nvPr/>
      </p:nvGrpSpPr>
      <p:grpSpPr>
        <a:xfrm>
          <a:off x="0" y="0"/>
          <a:ext cx="0" cy="0"/>
          <a:chOff x="0" y="0"/>
          <a:chExt cx="0" cy="0"/>
        </a:xfrm>
      </p:grpSpPr>
      <p:sp>
        <p:nvSpPr>
          <p:cNvPr id="1051" name="Google Shape;1051;p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2" name="Google Shape;1052;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6" name="Shape 1056"/>
        <p:cNvGrpSpPr/>
        <p:nvPr/>
      </p:nvGrpSpPr>
      <p:grpSpPr>
        <a:xfrm>
          <a:off x="0" y="0"/>
          <a:ext cx="0" cy="0"/>
          <a:chOff x="0" y="0"/>
          <a:chExt cx="0" cy="0"/>
        </a:xfrm>
      </p:grpSpPr>
      <p:sp>
        <p:nvSpPr>
          <p:cNvPr id="1057" name="Google Shape;1057;p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8" name="Google Shape;1058;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p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4" name="Google Shape;1064;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p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0" name="Google Shape;1070;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p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6" name="Google Shape;1076;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0" name="Shape 1080"/>
        <p:cNvGrpSpPr/>
        <p:nvPr/>
      </p:nvGrpSpPr>
      <p:grpSpPr>
        <a:xfrm>
          <a:off x="0" y="0"/>
          <a:ext cx="0" cy="0"/>
          <a:chOff x="0" y="0"/>
          <a:chExt cx="0" cy="0"/>
        </a:xfrm>
      </p:grpSpPr>
      <p:sp>
        <p:nvSpPr>
          <p:cNvPr id="1081" name="Google Shape;1081;p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2" name="Google Shape;1082;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6" name="Shape 1086"/>
        <p:cNvGrpSpPr/>
        <p:nvPr/>
      </p:nvGrpSpPr>
      <p:grpSpPr>
        <a:xfrm>
          <a:off x="0" y="0"/>
          <a:ext cx="0" cy="0"/>
          <a:chOff x="0" y="0"/>
          <a:chExt cx="0" cy="0"/>
        </a:xfrm>
      </p:grpSpPr>
      <p:sp>
        <p:nvSpPr>
          <p:cNvPr id="1087" name="Google Shape;1087;p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8" name="Google Shape;1088;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2" name="Shape 1092"/>
        <p:cNvGrpSpPr/>
        <p:nvPr/>
      </p:nvGrpSpPr>
      <p:grpSpPr>
        <a:xfrm>
          <a:off x="0" y="0"/>
          <a:ext cx="0" cy="0"/>
          <a:chOff x="0" y="0"/>
          <a:chExt cx="0" cy="0"/>
        </a:xfrm>
      </p:grpSpPr>
      <p:sp>
        <p:nvSpPr>
          <p:cNvPr id="1093" name="Google Shape;1093;p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4" name="Google Shape;1094;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p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0" name="Google Shape;1100;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p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6" name="Google Shape;1106;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0" name="Shape 1110"/>
        <p:cNvGrpSpPr/>
        <p:nvPr/>
      </p:nvGrpSpPr>
      <p:grpSpPr>
        <a:xfrm>
          <a:off x="0" y="0"/>
          <a:ext cx="0" cy="0"/>
          <a:chOff x="0" y="0"/>
          <a:chExt cx="0" cy="0"/>
        </a:xfrm>
      </p:grpSpPr>
      <p:sp>
        <p:nvSpPr>
          <p:cNvPr id="1111" name="Google Shape;1111;p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2" name="Google Shape;1112;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6" name="Shape 1116"/>
        <p:cNvGrpSpPr/>
        <p:nvPr/>
      </p:nvGrpSpPr>
      <p:grpSpPr>
        <a:xfrm>
          <a:off x="0" y="0"/>
          <a:ext cx="0" cy="0"/>
          <a:chOff x="0" y="0"/>
          <a:chExt cx="0" cy="0"/>
        </a:xfrm>
      </p:grpSpPr>
      <p:sp>
        <p:nvSpPr>
          <p:cNvPr id="1117" name="Google Shape;1117;p6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8" name="Google Shape;1118;p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2" name="Shape 1122"/>
        <p:cNvGrpSpPr/>
        <p:nvPr/>
      </p:nvGrpSpPr>
      <p:grpSpPr>
        <a:xfrm>
          <a:off x="0" y="0"/>
          <a:ext cx="0" cy="0"/>
          <a:chOff x="0" y="0"/>
          <a:chExt cx="0" cy="0"/>
        </a:xfrm>
      </p:grpSpPr>
      <p:sp>
        <p:nvSpPr>
          <p:cNvPr id="1123" name="Google Shape;1123;p6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4" name="Google Shape;1124;p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p6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0" name="Google Shape;1130;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p7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6" name="Google Shape;1136;p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0" name="Shape 1140"/>
        <p:cNvGrpSpPr/>
        <p:nvPr/>
      </p:nvGrpSpPr>
      <p:grpSpPr>
        <a:xfrm>
          <a:off x="0" y="0"/>
          <a:ext cx="0" cy="0"/>
          <a:chOff x="0" y="0"/>
          <a:chExt cx="0" cy="0"/>
        </a:xfrm>
      </p:grpSpPr>
      <p:sp>
        <p:nvSpPr>
          <p:cNvPr id="1141" name="Google Shape;1141;p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2" name="Google Shape;1142;p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6" name="Shape 1146"/>
        <p:cNvGrpSpPr/>
        <p:nvPr/>
      </p:nvGrpSpPr>
      <p:grpSpPr>
        <a:xfrm>
          <a:off x="0" y="0"/>
          <a:ext cx="0" cy="0"/>
          <a:chOff x="0" y="0"/>
          <a:chExt cx="0" cy="0"/>
        </a:xfrm>
      </p:grpSpPr>
      <p:sp>
        <p:nvSpPr>
          <p:cNvPr id="1147" name="Google Shape;1147;p7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8" name="Google Shape;1148;p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p7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4" name="Google Shape;1154;p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8" name="Shape 1158"/>
        <p:cNvGrpSpPr/>
        <p:nvPr/>
      </p:nvGrpSpPr>
      <p:grpSpPr>
        <a:xfrm>
          <a:off x="0" y="0"/>
          <a:ext cx="0" cy="0"/>
          <a:chOff x="0" y="0"/>
          <a:chExt cx="0" cy="0"/>
        </a:xfrm>
      </p:grpSpPr>
      <p:sp>
        <p:nvSpPr>
          <p:cNvPr id="1159" name="Google Shape;1159;p7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0" name="Google Shape;1160;p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p7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6" name="Google Shape;1166;p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0" name="Shape 1170"/>
        <p:cNvGrpSpPr/>
        <p:nvPr/>
      </p:nvGrpSpPr>
      <p:grpSpPr>
        <a:xfrm>
          <a:off x="0" y="0"/>
          <a:ext cx="0" cy="0"/>
          <a:chOff x="0" y="0"/>
          <a:chExt cx="0" cy="0"/>
        </a:xfrm>
      </p:grpSpPr>
      <p:sp>
        <p:nvSpPr>
          <p:cNvPr id="1171" name="Google Shape;1171;p7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2" name="Google Shape;1172;p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6" name="Shape 1176"/>
        <p:cNvGrpSpPr/>
        <p:nvPr/>
      </p:nvGrpSpPr>
      <p:grpSpPr>
        <a:xfrm>
          <a:off x="0" y="0"/>
          <a:ext cx="0" cy="0"/>
          <a:chOff x="0" y="0"/>
          <a:chExt cx="0" cy="0"/>
        </a:xfrm>
      </p:grpSpPr>
      <p:sp>
        <p:nvSpPr>
          <p:cNvPr id="1177" name="Google Shape;1177;p7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8" name="Google Shape;1178;p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2" name="Shape 1182"/>
        <p:cNvGrpSpPr/>
        <p:nvPr/>
      </p:nvGrpSpPr>
      <p:grpSpPr>
        <a:xfrm>
          <a:off x="0" y="0"/>
          <a:ext cx="0" cy="0"/>
          <a:chOff x="0" y="0"/>
          <a:chExt cx="0" cy="0"/>
        </a:xfrm>
      </p:grpSpPr>
      <p:sp>
        <p:nvSpPr>
          <p:cNvPr id="1183" name="Google Shape;1183;p7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4" name="Google Shape;1184;p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8" name="Shape 1188"/>
        <p:cNvGrpSpPr/>
        <p:nvPr/>
      </p:nvGrpSpPr>
      <p:grpSpPr>
        <a:xfrm>
          <a:off x="0" y="0"/>
          <a:ext cx="0" cy="0"/>
          <a:chOff x="0" y="0"/>
          <a:chExt cx="0" cy="0"/>
        </a:xfrm>
      </p:grpSpPr>
      <p:sp>
        <p:nvSpPr>
          <p:cNvPr id="1189" name="Google Shape;1189;p7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0" name="Google Shape;1190;p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p8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6" name="Google Shape;1196;p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0" name="Shape 1200"/>
        <p:cNvGrpSpPr/>
        <p:nvPr/>
      </p:nvGrpSpPr>
      <p:grpSpPr>
        <a:xfrm>
          <a:off x="0" y="0"/>
          <a:ext cx="0" cy="0"/>
          <a:chOff x="0" y="0"/>
          <a:chExt cx="0" cy="0"/>
        </a:xfrm>
      </p:grpSpPr>
      <p:sp>
        <p:nvSpPr>
          <p:cNvPr id="1201" name="Google Shape;1201;p8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2" name="Google Shape;1202;p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6" name="Shape 1206"/>
        <p:cNvGrpSpPr/>
        <p:nvPr/>
      </p:nvGrpSpPr>
      <p:grpSpPr>
        <a:xfrm>
          <a:off x="0" y="0"/>
          <a:ext cx="0" cy="0"/>
          <a:chOff x="0" y="0"/>
          <a:chExt cx="0" cy="0"/>
        </a:xfrm>
      </p:grpSpPr>
      <p:sp>
        <p:nvSpPr>
          <p:cNvPr id="1207" name="Google Shape;1207;p8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8" name="Google Shape;1208;p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3" name="Shape 1213"/>
        <p:cNvGrpSpPr/>
        <p:nvPr/>
      </p:nvGrpSpPr>
      <p:grpSpPr>
        <a:xfrm>
          <a:off x="0" y="0"/>
          <a:ext cx="0" cy="0"/>
          <a:chOff x="0" y="0"/>
          <a:chExt cx="0" cy="0"/>
        </a:xfrm>
      </p:grpSpPr>
      <p:sp>
        <p:nvSpPr>
          <p:cNvPr id="1214" name="Google Shape;1214;p8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5" name="Google Shape;1215;p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p8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1" name="Google Shape;1221;p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tx">
  <p:cSld name="TITLE_AND_BODY">
    <p:spTree>
      <p:nvGrpSpPr>
        <p:cNvPr id="37" name="Shape 37"/>
        <p:cNvGrpSpPr/>
        <p:nvPr/>
      </p:nvGrpSpPr>
      <p:grpSpPr>
        <a:xfrm>
          <a:off x="0" y="0"/>
          <a:ext cx="0" cy="0"/>
          <a:chOff x="0" y="0"/>
          <a:chExt cx="0" cy="0"/>
        </a:xfrm>
      </p:grpSpPr>
      <p:sp>
        <p:nvSpPr>
          <p:cNvPr id="38" name="Google Shape;38;p2"/>
          <p:cNvSpPr txBox="1"/>
          <p:nvPr>
            <p:ph type="title"/>
          </p:nvPr>
        </p:nvSpPr>
        <p:spPr>
          <a:xfrm>
            <a:off x="457200" y="277812"/>
            <a:ext cx="8229600" cy="1139700"/>
          </a:xfrm>
          <a:prstGeom prst="rect">
            <a:avLst/>
          </a:prstGeom>
          <a:noFill/>
          <a:ln>
            <a:noFill/>
          </a:ln>
        </p:spPr>
        <p:txBody>
          <a:bodyPr anchorCtr="1"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9" name="Google Shape;39;p2"/>
          <p:cNvSpPr txBox="1"/>
          <p:nvPr>
            <p:ph idx="1" type="body"/>
          </p:nvPr>
        </p:nvSpPr>
        <p:spPr>
          <a:xfrm>
            <a:off x="457200" y="1600200"/>
            <a:ext cx="8229600" cy="4530600"/>
          </a:xfrm>
          <a:prstGeom prst="rect">
            <a:avLst/>
          </a:prstGeom>
          <a:noFill/>
          <a:ln>
            <a:noFill/>
          </a:ln>
        </p:spPr>
        <p:txBody>
          <a:bodyPr anchorCtr="0" anchor="t" bIns="45700" lIns="91425" spcFirstLastPara="1" rIns="91425" wrap="square" tIns="45700">
            <a:noAutofit/>
          </a:bodyPr>
          <a:lstStyle>
            <a:lvl1pPr indent="-320040" lvl="0" marL="457200" rtl="0" algn="l">
              <a:lnSpc>
                <a:spcPct val="100000"/>
              </a:lnSpc>
              <a:spcBef>
                <a:spcPts val="360"/>
              </a:spcBef>
              <a:spcAft>
                <a:spcPts val="0"/>
              </a:spcAft>
              <a:buSzPts val="1440"/>
              <a:buChar char="●"/>
              <a:defRPr/>
            </a:lvl1pPr>
            <a:lvl2pPr indent="-320040" lvl="1" marL="914400" rtl="0" algn="l">
              <a:lnSpc>
                <a:spcPct val="100000"/>
              </a:lnSpc>
              <a:spcBef>
                <a:spcPts val="360"/>
              </a:spcBef>
              <a:spcAft>
                <a:spcPts val="0"/>
              </a:spcAft>
              <a:buSzPts val="1440"/>
              <a:buChar char="●"/>
              <a:defRPr/>
            </a:lvl2pPr>
            <a:lvl3pPr indent="-320039" lvl="2" marL="1371600" rtl="0" algn="l">
              <a:lnSpc>
                <a:spcPct val="100000"/>
              </a:lnSpc>
              <a:spcBef>
                <a:spcPts val="360"/>
              </a:spcBef>
              <a:spcAft>
                <a:spcPts val="0"/>
              </a:spcAft>
              <a:buSzPts val="1440"/>
              <a:buChar char="●"/>
              <a:defRPr/>
            </a:lvl3pPr>
            <a:lvl4pPr indent="-320039" lvl="3" marL="1828800" rtl="0" algn="l">
              <a:lnSpc>
                <a:spcPct val="100000"/>
              </a:lnSpc>
              <a:spcBef>
                <a:spcPts val="360"/>
              </a:spcBef>
              <a:spcAft>
                <a:spcPts val="0"/>
              </a:spcAft>
              <a:buSzPts val="1440"/>
              <a:buChar char="●"/>
              <a:defRPr/>
            </a:lvl4pPr>
            <a:lvl5pPr indent="-320039" lvl="4" marL="2286000" rtl="0" algn="l">
              <a:lnSpc>
                <a:spcPct val="100000"/>
              </a:lnSpc>
              <a:spcBef>
                <a:spcPts val="360"/>
              </a:spcBef>
              <a:spcAft>
                <a:spcPts val="0"/>
              </a:spcAft>
              <a:buSzPts val="1440"/>
              <a:buChar char="●"/>
              <a:defRPr/>
            </a:lvl5pPr>
            <a:lvl6pPr indent="-320039" lvl="5" marL="2743200" rtl="0" algn="l">
              <a:lnSpc>
                <a:spcPct val="100000"/>
              </a:lnSpc>
              <a:spcBef>
                <a:spcPts val="360"/>
              </a:spcBef>
              <a:spcAft>
                <a:spcPts val="0"/>
              </a:spcAft>
              <a:buSzPts val="1440"/>
              <a:buChar char="●"/>
              <a:defRPr/>
            </a:lvl6pPr>
            <a:lvl7pPr indent="-320039" lvl="6" marL="3200400" rtl="0" algn="l">
              <a:lnSpc>
                <a:spcPct val="100000"/>
              </a:lnSpc>
              <a:spcBef>
                <a:spcPts val="360"/>
              </a:spcBef>
              <a:spcAft>
                <a:spcPts val="0"/>
              </a:spcAft>
              <a:buSzPts val="1440"/>
              <a:buChar char="●"/>
              <a:defRPr/>
            </a:lvl7pPr>
            <a:lvl8pPr indent="-320040" lvl="7" marL="3657600" rtl="0" algn="l">
              <a:lnSpc>
                <a:spcPct val="100000"/>
              </a:lnSpc>
              <a:spcBef>
                <a:spcPts val="360"/>
              </a:spcBef>
              <a:spcAft>
                <a:spcPts val="0"/>
              </a:spcAft>
              <a:buSzPts val="1440"/>
              <a:buChar char="●"/>
              <a:defRPr/>
            </a:lvl8pPr>
            <a:lvl9pPr indent="-320040" lvl="8" marL="4114800" rtl="0" algn="l">
              <a:lnSpc>
                <a:spcPct val="100000"/>
              </a:lnSpc>
              <a:spcBef>
                <a:spcPts val="360"/>
              </a:spcBef>
              <a:spcAft>
                <a:spcPts val="0"/>
              </a:spcAft>
              <a:buSzPts val="1440"/>
              <a:buChar char="●"/>
              <a:defRPr/>
            </a:lvl9pPr>
          </a:lstStyle>
          <a:p/>
        </p:txBody>
      </p:sp>
      <p:sp>
        <p:nvSpPr>
          <p:cNvPr id="40" name="Google Shape;40;p2"/>
          <p:cNvSpPr txBox="1"/>
          <p:nvPr>
            <p:ph idx="10" type="dt"/>
          </p:nvPr>
        </p:nvSpPr>
        <p:spPr>
          <a:xfrm>
            <a:off x="457200" y="6248400"/>
            <a:ext cx="2133600" cy="457200"/>
          </a:xfrm>
          <a:prstGeom prst="rect">
            <a:avLst/>
          </a:prstGeom>
          <a:noFill/>
          <a:ln>
            <a:noFill/>
          </a:ln>
        </p:spPr>
        <p:txBody>
          <a:bodyPr anchorCtr="0" anchor="t"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41" name="Google Shape;41;p2"/>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42" name="Google Shape;42;p2"/>
          <p:cNvSpPr txBox="1"/>
          <p:nvPr>
            <p:ph idx="12" type="sldNum"/>
          </p:nvPr>
        </p:nvSpPr>
        <p:spPr>
          <a:xfrm>
            <a:off x="6553200" y="6243637"/>
            <a:ext cx="2133600" cy="457200"/>
          </a:xfrm>
          <a:prstGeom prst="rect">
            <a:avLst/>
          </a:prstGeom>
          <a:noFill/>
          <a:ln>
            <a:noFill/>
          </a:ln>
        </p:spPr>
        <p:txBody>
          <a:bodyPr anchorCtr="0" anchor="t" bIns="45700" lIns="91425" spcFirstLastPara="1" rIns="91425" wrap="square" tIns="45700">
            <a:noAutofit/>
          </a:bodyPr>
          <a:lstStyle>
            <a:lvl1pPr indent="0" lvl="0" marL="0" rtl="0" algn="r">
              <a:lnSpc>
                <a:spcPct val="100000"/>
              </a:lnSpc>
              <a:spcBef>
                <a:spcPts val="0"/>
              </a:spcBef>
              <a:spcAft>
                <a:spcPts val="0"/>
              </a:spcAft>
              <a:buNone/>
              <a:defRPr sz="1000">
                <a:latin typeface="Tahoma"/>
                <a:ea typeface="Tahoma"/>
                <a:cs typeface="Tahoma"/>
                <a:sym typeface="Tahoma"/>
              </a:defRPr>
            </a:lvl1pPr>
            <a:lvl2pPr indent="0" lvl="1" marL="0" rtl="0" algn="r">
              <a:lnSpc>
                <a:spcPct val="100000"/>
              </a:lnSpc>
              <a:spcBef>
                <a:spcPts val="0"/>
              </a:spcBef>
              <a:spcAft>
                <a:spcPts val="0"/>
              </a:spcAft>
              <a:buNone/>
              <a:defRPr sz="1000">
                <a:latin typeface="Tahoma"/>
                <a:ea typeface="Tahoma"/>
                <a:cs typeface="Tahoma"/>
                <a:sym typeface="Tahoma"/>
              </a:defRPr>
            </a:lvl2pPr>
            <a:lvl3pPr indent="0" lvl="2" marL="0" rtl="0" algn="r">
              <a:lnSpc>
                <a:spcPct val="100000"/>
              </a:lnSpc>
              <a:spcBef>
                <a:spcPts val="0"/>
              </a:spcBef>
              <a:spcAft>
                <a:spcPts val="0"/>
              </a:spcAft>
              <a:buNone/>
              <a:defRPr sz="1000">
                <a:latin typeface="Tahoma"/>
                <a:ea typeface="Tahoma"/>
                <a:cs typeface="Tahoma"/>
                <a:sym typeface="Tahoma"/>
              </a:defRPr>
            </a:lvl3pPr>
            <a:lvl4pPr indent="0" lvl="3" marL="0" rtl="0" algn="r">
              <a:lnSpc>
                <a:spcPct val="100000"/>
              </a:lnSpc>
              <a:spcBef>
                <a:spcPts val="0"/>
              </a:spcBef>
              <a:spcAft>
                <a:spcPts val="0"/>
              </a:spcAft>
              <a:buNone/>
              <a:defRPr sz="1000">
                <a:latin typeface="Tahoma"/>
                <a:ea typeface="Tahoma"/>
                <a:cs typeface="Tahoma"/>
                <a:sym typeface="Tahoma"/>
              </a:defRPr>
            </a:lvl4pPr>
            <a:lvl5pPr indent="0" lvl="4" marL="0" rtl="0" algn="r">
              <a:lnSpc>
                <a:spcPct val="100000"/>
              </a:lnSpc>
              <a:spcBef>
                <a:spcPts val="0"/>
              </a:spcBef>
              <a:spcAft>
                <a:spcPts val="0"/>
              </a:spcAft>
              <a:buNone/>
              <a:defRPr sz="1000">
                <a:latin typeface="Tahoma"/>
                <a:ea typeface="Tahoma"/>
                <a:cs typeface="Tahoma"/>
                <a:sym typeface="Tahoma"/>
              </a:defRPr>
            </a:lvl5pPr>
            <a:lvl6pPr indent="0" lvl="5" marL="0" rtl="0" algn="r">
              <a:lnSpc>
                <a:spcPct val="100000"/>
              </a:lnSpc>
              <a:spcBef>
                <a:spcPts val="0"/>
              </a:spcBef>
              <a:spcAft>
                <a:spcPts val="0"/>
              </a:spcAft>
              <a:buNone/>
              <a:defRPr sz="1000">
                <a:latin typeface="Tahoma"/>
                <a:ea typeface="Tahoma"/>
                <a:cs typeface="Tahoma"/>
                <a:sym typeface="Tahoma"/>
              </a:defRPr>
            </a:lvl6pPr>
            <a:lvl7pPr indent="0" lvl="6" marL="0" rtl="0" algn="r">
              <a:lnSpc>
                <a:spcPct val="100000"/>
              </a:lnSpc>
              <a:spcBef>
                <a:spcPts val="0"/>
              </a:spcBef>
              <a:spcAft>
                <a:spcPts val="0"/>
              </a:spcAft>
              <a:buNone/>
              <a:defRPr sz="1000">
                <a:latin typeface="Tahoma"/>
                <a:ea typeface="Tahoma"/>
                <a:cs typeface="Tahoma"/>
                <a:sym typeface="Tahoma"/>
              </a:defRPr>
            </a:lvl7pPr>
            <a:lvl8pPr indent="0" lvl="7" marL="0" rtl="0" algn="r">
              <a:lnSpc>
                <a:spcPct val="100000"/>
              </a:lnSpc>
              <a:spcBef>
                <a:spcPts val="0"/>
              </a:spcBef>
              <a:spcAft>
                <a:spcPts val="0"/>
              </a:spcAft>
              <a:buNone/>
              <a:defRPr sz="1000">
                <a:latin typeface="Tahoma"/>
                <a:ea typeface="Tahoma"/>
                <a:cs typeface="Tahoma"/>
                <a:sym typeface="Tahoma"/>
              </a:defRPr>
            </a:lvl8pPr>
            <a:lvl9pPr indent="0" lvl="8" marL="0" rtl="0" algn="r">
              <a:lnSpc>
                <a:spcPct val="100000"/>
              </a:lnSpc>
              <a:spcBef>
                <a:spcPts val="0"/>
              </a:spcBef>
              <a:spcAft>
                <a:spcPts val="0"/>
              </a:spcAft>
              <a:buNone/>
              <a:defRPr sz="1000">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tx">
  <p:cSld name="TITLE_AND_BODY">
    <p:spTree>
      <p:nvGrpSpPr>
        <p:cNvPr id="49" name="Shape 49"/>
        <p:cNvGrpSpPr/>
        <p:nvPr/>
      </p:nvGrpSpPr>
      <p:grpSpPr>
        <a:xfrm>
          <a:off x="0" y="0"/>
          <a:ext cx="0" cy="0"/>
          <a:chOff x="0" y="0"/>
          <a:chExt cx="0" cy="0"/>
        </a:xfrm>
      </p:grpSpPr>
      <p:sp>
        <p:nvSpPr>
          <p:cNvPr id="50" name="Google Shape;50;p4"/>
          <p:cNvSpPr txBox="1"/>
          <p:nvPr>
            <p:ph type="title"/>
          </p:nvPr>
        </p:nvSpPr>
        <p:spPr>
          <a:xfrm>
            <a:off x="457200" y="381000"/>
            <a:ext cx="8229600" cy="13716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1" name="Google Shape;51;p4"/>
          <p:cNvSpPr txBox="1"/>
          <p:nvPr>
            <p:ph idx="1" type="body"/>
          </p:nvPr>
        </p:nvSpPr>
        <p:spPr>
          <a:xfrm>
            <a:off x="457200" y="1981200"/>
            <a:ext cx="8229600" cy="4114800"/>
          </a:xfrm>
          <a:prstGeom prst="rect">
            <a:avLst/>
          </a:prstGeom>
          <a:noFill/>
          <a:ln>
            <a:noFill/>
          </a:ln>
        </p:spPr>
        <p:txBody>
          <a:bodyPr anchorCtr="0" anchor="t" bIns="45700" lIns="91425" spcFirstLastPara="1" rIns="91425" wrap="square" tIns="45700">
            <a:noAutofit/>
          </a:bodyPr>
          <a:lstStyle>
            <a:lvl1pPr indent="-302895" lvl="0" marL="457200" rtl="0" algn="l">
              <a:lnSpc>
                <a:spcPct val="100000"/>
              </a:lnSpc>
              <a:spcBef>
                <a:spcPts val="360"/>
              </a:spcBef>
              <a:spcAft>
                <a:spcPts val="0"/>
              </a:spcAft>
              <a:buSzPts val="1170"/>
              <a:buChar char="■"/>
              <a:defRPr/>
            </a:lvl1pPr>
            <a:lvl2pPr indent="-302894" lvl="1" marL="914400" rtl="0" algn="l">
              <a:lnSpc>
                <a:spcPct val="100000"/>
              </a:lnSpc>
              <a:spcBef>
                <a:spcPts val="360"/>
              </a:spcBef>
              <a:spcAft>
                <a:spcPts val="0"/>
              </a:spcAft>
              <a:buSzPts val="1170"/>
              <a:buChar char="■"/>
              <a:defRPr/>
            </a:lvl2pPr>
            <a:lvl3pPr indent="-302894" lvl="2" marL="1371600" rtl="0" algn="l">
              <a:lnSpc>
                <a:spcPct val="100000"/>
              </a:lnSpc>
              <a:spcBef>
                <a:spcPts val="360"/>
              </a:spcBef>
              <a:spcAft>
                <a:spcPts val="0"/>
              </a:spcAft>
              <a:buSzPts val="1170"/>
              <a:buChar char="■"/>
              <a:defRPr/>
            </a:lvl3pPr>
            <a:lvl4pPr indent="-302894" lvl="3" marL="1828800" rtl="0" algn="l">
              <a:lnSpc>
                <a:spcPct val="100000"/>
              </a:lnSpc>
              <a:spcBef>
                <a:spcPts val="360"/>
              </a:spcBef>
              <a:spcAft>
                <a:spcPts val="0"/>
              </a:spcAft>
              <a:buSzPts val="1170"/>
              <a:buChar char="■"/>
              <a:defRPr/>
            </a:lvl4pPr>
            <a:lvl5pPr indent="-302895" lvl="4" marL="2286000" rtl="0" algn="l">
              <a:lnSpc>
                <a:spcPct val="100000"/>
              </a:lnSpc>
              <a:spcBef>
                <a:spcPts val="360"/>
              </a:spcBef>
              <a:spcAft>
                <a:spcPts val="0"/>
              </a:spcAft>
              <a:buSzPts val="1170"/>
              <a:buChar char="■"/>
              <a:defRPr/>
            </a:lvl5pPr>
            <a:lvl6pPr indent="-302895" lvl="5" marL="2743200" rtl="0" algn="l">
              <a:lnSpc>
                <a:spcPct val="100000"/>
              </a:lnSpc>
              <a:spcBef>
                <a:spcPts val="360"/>
              </a:spcBef>
              <a:spcAft>
                <a:spcPts val="0"/>
              </a:spcAft>
              <a:buSzPts val="1170"/>
              <a:buChar char="■"/>
              <a:defRPr/>
            </a:lvl6pPr>
            <a:lvl7pPr indent="-302895" lvl="6" marL="3200400" rtl="0" algn="l">
              <a:lnSpc>
                <a:spcPct val="100000"/>
              </a:lnSpc>
              <a:spcBef>
                <a:spcPts val="360"/>
              </a:spcBef>
              <a:spcAft>
                <a:spcPts val="0"/>
              </a:spcAft>
              <a:buSzPts val="1170"/>
              <a:buChar char="■"/>
              <a:defRPr/>
            </a:lvl7pPr>
            <a:lvl8pPr indent="-302895" lvl="7" marL="3657600" rtl="0" algn="l">
              <a:lnSpc>
                <a:spcPct val="100000"/>
              </a:lnSpc>
              <a:spcBef>
                <a:spcPts val="360"/>
              </a:spcBef>
              <a:spcAft>
                <a:spcPts val="0"/>
              </a:spcAft>
              <a:buSzPts val="1170"/>
              <a:buChar char="■"/>
              <a:defRPr/>
            </a:lvl8pPr>
            <a:lvl9pPr indent="-302895" lvl="8" marL="4114800" rtl="0" algn="l">
              <a:lnSpc>
                <a:spcPct val="100000"/>
              </a:lnSpc>
              <a:spcBef>
                <a:spcPts val="360"/>
              </a:spcBef>
              <a:spcAft>
                <a:spcPts val="0"/>
              </a:spcAft>
              <a:buSzPts val="1170"/>
              <a:buChar char="■"/>
              <a:defRPr/>
            </a:lvl9pPr>
          </a:lstStyle>
          <a:p/>
        </p:txBody>
      </p:sp>
      <p:sp>
        <p:nvSpPr>
          <p:cNvPr id="52" name="Google Shape;52;p4"/>
          <p:cNvSpPr txBox="1"/>
          <p:nvPr>
            <p:ph idx="10" type="dt"/>
          </p:nvPr>
        </p:nvSpPr>
        <p:spPr>
          <a:xfrm>
            <a:off x="457200" y="6245225"/>
            <a:ext cx="2133600" cy="476400"/>
          </a:xfrm>
          <a:prstGeom prst="rect">
            <a:avLst/>
          </a:prstGeom>
          <a:noFill/>
          <a:ln>
            <a:noFill/>
          </a:ln>
        </p:spPr>
        <p:txBody>
          <a:bodyPr anchorCtr="0" anchor="b"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3" name="Google Shape;53;p4"/>
          <p:cNvSpPr txBox="1"/>
          <p:nvPr>
            <p:ph idx="11" type="ftr"/>
          </p:nvPr>
        </p:nvSpPr>
        <p:spPr>
          <a:xfrm>
            <a:off x="3124200" y="6245225"/>
            <a:ext cx="2895600" cy="4764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4" name="Google Shape;54;p4"/>
          <p:cNvSpPr txBox="1"/>
          <p:nvPr>
            <p:ph idx="12" type="sldNum"/>
          </p:nvPr>
        </p:nvSpPr>
        <p:spPr>
          <a:xfrm>
            <a:off x="6553200" y="6245225"/>
            <a:ext cx="2133600" cy="476400"/>
          </a:xfrm>
          <a:prstGeom prst="rect">
            <a:avLst/>
          </a:prstGeom>
          <a:noFill/>
          <a:ln>
            <a:noFill/>
          </a:ln>
        </p:spPr>
        <p:txBody>
          <a:bodyPr anchorCtr="0" anchor="b" bIns="45700" lIns="91425" spcFirstLastPara="1" rIns="91425" wrap="square" tIns="45700">
            <a:noAutofit/>
          </a:bodyPr>
          <a:lstStyle>
            <a:lvl1pPr indent="0" lvl="0" marL="0" rtl="0" algn="r">
              <a:lnSpc>
                <a:spcPct val="100000"/>
              </a:lnSpc>
              <a:spcBef>
                <a:spcPts val="0"/>
              </a:spcBef>
              <a:spcAft>
                <a:spcPts val="0"/>
              </a:spcAft>
              <a:buNone/>
              <a:defRPr sz="1400"/>
            </a:lvl1pPr>
            <a:lvl2pPr indent="0" lvl="1" marL="0" rtl="0" algn="r">
              <a:lnSpc>
                <a:spcPct val="100000"/>
              </a:lnSpc>
              <a:spcBef>
                <a:spcPts val="0"/>
              </a:spcBef>
              <a:spcAft>
                <a:spcPts val="0"/>
              </a:spcAft>
              <a:buNone/>
              <a:defRPr sz="1400"/>
            </a:lvl2pPr>
            <a:lvl3pPr indent="0" lvl="2" marL="0" rtl="0" algn="r">
              <a:lnSpc>
                <a:spcPct val="100000"/>
              </a:lnSpc>
              <a:spcBef>
                <a:spcPts val="0"/>
              </a:spcBef>
              <a:spcAft>
                <a:spcPts val="0"/>
              </a:spcAft>
              <a:buNone/>
              <a:defRPr sz="1400"/>
            </a:lvl3pPr>
            <a:lvl4pPr indent="0" lvl="3" marL="0" rtl="0" algn="r">
              <a:lnSpc>
                <a:spcPct val="100000"/>
              </a:lnSpc>
              <a:spcBef>
                <a:spcPts val="0"/>
              </a:spcBef>
              <a:spcAft>
                <a:spcPts val="0"/>
              </a:spcAft>
              <a:buNone/>
              <a:defRPr sz="1400"/>
            </a:lvl4pPr>
            <a:lvl5pPr indent="0" lvl="4" marL="0" rtl="0" algn="r">
              <a:lnSpc>
                <a:spcPct val="100000"/>
              </a:lnSpc>
              <a:spcBef>
                <a:spcPts val="0"/>
              </a:spcBef>
              <a:spcAft>
                <a:spcPts val="0"/>
              </a:spcAft>
              <a:buNone/>
              <a:defRPr sz="1400"/>
            </a:lvl5pPr>
            <a:lvl6pPr indent="0" lvl="5" marL="0" rtl="0" algn="r">
              <a:lnSpc>
                <a:spcPct val="100000"/>
              </a:lnSpc>
              <a:spcBef>
                <a:spcPts val="0"/>
              </a:spcBef>
              <a:spcAft>
                <a:spcPts val="0"/>
              </a:spcAft>
              <a:buNone/>
              <a:defRPr sz="1400"/>
            </a:lvl6pPr>
            <a:lvl7pPr indent="0" lvl="6" marL="0" rtl="0" algn="r">
              <a:lnSpc>
                <a:spcPct val="100000"/>
              </a:lnSpc>
              <a:spcBef>
                <a:spcPts val="0"/>
              </a:spcBef>
              <a:spcAft>
                <a:spcPts val="0"/>
              </a:spcAft>
              <a:buNone/>
              <a:defRPr sz="1400"/>
            </a:lvl7pPr>
            <a:lvl8pPr indent="0" lvl="7" marL="0" rtl="0" algn="r">
              <a:lnSpc>
                <a:spcPct val="100000"/>
              </a:lnSpc>
              <a:spcBef>
                <a:spcPts val="0"/>
              </a:spcBef>
              <a:spcAft>
                <a:spcPts val="0"/>
              </a:spcAft>
              <a:buNone/>
              <a:defRPr sz="1400"/>
            </a:lvl8pPr>
            <a:lvl9pPr indent="0" lvl="8" marL="0" rtl="0" algn="r">
              <a:lnSpc>
                <a:spcPct val="100000"/>
              </a:lnSpc>
              <a:spcBef>
                <a:spcPts val="0"/>
              </a:spcBef>
              <a:spcAft>
                <a:spcPts val="0"/>
              </a:spcAft>
              <a:buNone/>
              <a:defRPr sz="14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tx">
  <p:cSld name="TITLE_AND_BODY">
    <p:spTree>
      <p:nvGrpSpPr>
        <p:cNvPr id="76" name="Shape 76"/>
        <p:cNvGrpSpPr/>
        <p:nvPr/>
      </p:nvGrpSpPr>
      <p:grpSpPr>
        <a:xfrm>
          <a:off x="0" y="0"/>
          <a:ext cx="0" cy="0"/>
          <a:chOff x="0" y="0"/>
          <a:chExt cx="0" cy="0"/>
        </a:xfrm>
      </p:grpSpPr>
      <p:sp>
        <p:nvSpPr>
          <p:cNvPr id="77" name="Google Shape;77;p6"/>
          <p:cNvSpPr txBox="1"/>
          <p:nvPr>
            <p:ph type="title"/>
          </p:nvPr>
        </p:nvSpPr>
        <p:spPr>
          <a:xfrm>
            <a:off x="381000" y="381000"/>
            <a:ext cx="8001000" cy="838200"/>
          </a:xfrm>
          <a:prstGeom prst="rect">
            <a:avLst/>
          </a:prstGeom>
          <a:noFill/>
          <a:ln>
            <a:noFill/>
          </a:ln>
        </p:spPr>
        <p:txBody>
          <a:bodyPr anchorCtr="0" anchor="t"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78" name="Google Shape;78;p6"/>
          <p:cNvSpPr txBox="1"/>
          <p:nvPr>
            <p:ph idx="1" type="body"/>
          </p:nvPr>
        </p:nvSpPr>
        <p:spPr>
          <a:xfrm>
            <a:off x="685800" y="1295400"/>
            <a:ext cx="7772400" cy="4648200"/>
          </a:xfrm>
          <a:prstGeom prst="rect">
            <a:avLst/>
          </a:prstGeom>
          <a:noFill/>
          <a:ln>
            <a:noFill/>
          </a:ln>
        </p:spPr>
        <p:txBody>
          <a:bodyPr anchorCtr="0" anchor="t" bIns="45700" lIns="91425" spcFirstLastPara="1" rIns="91425" wrap="square" tIns="45700">
            <a:noAutofit/>
          </a:bodyPr>
          <a:lstStyle>
            <a:lvl1pPr indent="-342900" lvl="0" marL="457200" rtl="0" algn="l">
              <a:lnSpc>
                <a:spcPct val="100000"/>
              </a:lnSpc>
              <a:spcBef>
                <a:spcPts val="360"/>
              </a:spcBef>
              <a:spcAft>
                <a:spcPts val="0"/>
              </a:spcAft>
              <a:buSzPts val="1800"/>
              <a:buChar char="•"/>
              <a:defRPr/>
            </a:lvl1pPr>
            <a:lvl2pPr indent="-342900" lvl="1" marL="914400" rtl="0" algn="l">
              <a:lnSpc>
                <a:spcPct val="100000"/>
              </a:lnSpc>
              <a:spcBef>
                <a:spcPts val="360"/>
              </a:spcBef>
              <a:spcAft>
                <a:spcPts val="0"/>
              </a:spcAft>
              <a:buSzPts val="1800"/>
              <a:buChar char="–"/>
              <a:defRPr/>
            </a:lvl2pPr>
            <a:lvl3pPr indent="-342900" lvl="2" marL="1371600" rtl="0" algn="l">
              <a:lnSpc>
                <a:spcPct val="100000"/>
              </a:lnSpc>
              <a:spcBef>
                <a:spcPts val="360"/>
              </a:spcBef>
              <a:spcAft>
                <a:spcPts val="0"/>
              </a:spcAft>
              <a:buSzPts val="1800"/>
              <a:buChar char="•"/>
              <a:defRPr/>
            </a:lvl3pPr>
            <a:lvl4pPr indent="-342900" lvl="3" marL="1828800" rtl="0" algn="l">
              <a:lnSpc>
                <a:spcPct val="100000"/>
              </a:lnSpc>
              <a:spcBef>
                <a:spcPts val="360"/>
              </a:spcBef>
              <a:spcAft>
                <a:spcPts val="0"/>
              </a:spcAft>
              <a:buSzPts val="1800"/>
              <a:buChar char="–"/>
              <a:defRPr/>
            </a:lvl4pPr>
            <a:lvl5pPr indent="-342900" lvl="4" marL="2286000" rtl="0" algn="l">
              <a:lnSpc>
                <a:spcPct val="100000"/>
              </a:lnSpc>
              <a:spcBef>
                <a:spcPts val="360"/>
              </a:spcBef>
              <a:spcAft>
                <a:spcPts val="0"/>
              </a:spcAft>
              <a:buSzPts val="1800"/>
              <a:buChar char="»"/>
              <a:defRPr/>
            </a:lvl5pPr>
            <a:lvl6pPr indent="-342900" lvl="5" marL="2743200" rtl="0" algn="l">
              <a:lnSpc>
                <a:spcPct val="100000"/>
              </a:lnSpc>
              <a:spcBef>
                <a:spcPts val="360"/>
              </a:spcBef>
              <a:spcAft>
                <a:spcPts val="0"/>
              </a:spcAft>
              <a:buSzPts val="1800"/>
              <a:buChar char="»"/>
              <a:defRPr/>
            </a:lvl6pPr>
            <a:lvl7pPr indent="-342900" lvl="6" marL="3200400" rtl="0" algn="l">
              <a:lnSpc>
                <a:spcPct val="100000"/>
              </a:lnSpc>
              <a:spcBef>
                <a:spcPts val="360"/>
              </a:spcBef>
              <a:spcAft>
                <a:spcPts val="0"/>
              </a:spcAft>
              <a:buSzPts val="1800"/>
              <a:buChar char="»"/>
              <a:defRPr/>
            </a:lvl7pPr>
            <a:lvl8pPr indent="-342900" lvl="7" marL="3657600" rtl="0" algn="l">
              <a:lnSpc>
                <a:spcPct val="100000"/>
              </a:lnSpc>
              <a:spcBef>
                <a:spcPts val="360"/>
              </a:spcBef>
              <a:spcAft>
                <a:spcPts val="0"/>
              </a:spcAft>
              <a:buSzPts val="1800"/>
              <a:buChar char="»"/>
              <a:defRPr/>
            </a:lvl8pPr>
            <a:lvl9pPr indent="-342900" lvl="8" marL="4114800" rtl="0" algn="l">
              <a:lnSpc>
                <a:spcPct val="100000"/>
              </a:lnSpc>
              <a:spcBef>
                <a:spcPts val="360"/>
              </a:spcBef>
              <a:spcAft>
                <a:spcPts val="0"/>
              </a:spcAft>
              <a:buSzPts val="1800"/>
              <a:buChar char="»"/>
              <a:defRPr/>
            </a:lvl9pPr>
          </a:lstStyle>
          <a:p/>
        </p:txBody>
      </p:sp>
      <p:sp>
        <p:nvSpPr>
          <p:cNvPr id="79" name="Google Shape;79;p6"/>
          <p:cNvSpPr txBox="1"/>
          <p:nvPr>
            <p:ph idx="10" type="dt"/>
          </p:nvPr>
        </p:nvSpPr>
        <p:spPr>
          <a:xfrm>
            <a:off x="381000" y="6015037"/>
            <a:ext cx="1905000" cy="457200"/>
          </a:xfrm>
          <a:prstGeom prst="rect">
            <a:avLst/>
          </a:prstGeom>
          <a:noFill/>
          <a:ln>
            <a:noFill/>
          </a:ln>
        </p:spPr>
        <p:txBody>
          <a:bodyPr anchorCtr="0" anchor="b"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80" name="Google Shape;80;p6"/>
          <p:cNvSpPr txBox="1"/>
          <p:nvPr>
            <p:ph idx="11" type="ftr"/>
          </p:nvPr>
        </p:nvSpPr>
        <p:spPr>
          <a:xfrm>
            <a:off x="3124200" y="6015037"/>
            <a:ext cx="2895600" cy="4572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81" name="Google Shape;81;p6"/>
          <p:cNvSpPr txBox="1"/>
          <p:nvPr>
            <p:ph idx="12" type="sldNum"/>
          </p:nvPr>
        </p:nvSpPr>
        <p:spPr>
          <a:xfrm>
            <a:off x="6858000" y="6015037"/>
            <a:ext cx="1905000" cy="457200"/>
          </a:xfrm>
          <a:prstGeom prst="rect">
            <a:avLst/>
          </a:prstGeom>
          <a:noFill/>
          <a:ln>
            <a:noFill/>
          </a:ln>
        </p:spPr>
        <p:txBody>
          <a:bodyPr anchorCtr="0" anchor="b" bIns="45700" lIns="91425" spcFirstLastPara="1" rIns="91425" wrap="square" tIns="45700">
            <a:noAutofit/>
          </a:bodyPr>
          <a:lstStyle>
            <a:lvl1pPr indent="0" lvl="0" marL="0" rtl="0" algn="r">
              <a:lnSpc>
                <a:spcPct val="100000"/>
              </a:lnSpc>
              <a:spcBef>
                <a:spcPts val="0"/>
              </a:spcBef>
              <a:spcAft>
                <a:spcPts val="0"/>
              </a:spcAft>
              <a:buNone/>
              <a:defRPr sz="1400">
                <a:solidFill>
                  <a:schemeClr val="lt2"/>
                </a:solidFill>
                <a:latin typeface="Tahoma"/>
                <a:ea typeface="Tahoma"/>
                <a:cs typeface="Tahoma"/>
                <a:sym typeface="Tahoma"/>
              </a:defRPr>
            </a:lvl1pPr>
            <a:lvl2pPr indent="0" lvl="1" marL="0" rtl="0" algn="r">
              <a:lnSpc>
                <a:spcPct val="100000"/>
              </a:lnSpc>
              <a:spcBef>
                <a:spcPts val="0"/>
              </a:spcBef>
              <a:spcAft>
                <a:spcPts val="0"/>
              </a:spcAft>
              <a:buNone/>
              <a:defRPr sz="1400">
                <a:solidFill>
                  <a:schemeClr val="lt2"/>
                </a:solidFill>
                <a:latin typeface="Tahoma"/>
                <a:ea typeface="Tahoma"/>
                <a:cs typeface="Tahoma"/>
                <a:sym typeface="Tahoma"/>
              </a:defRPr>
            </a:lvl2pPr>
            <a:lvl3pPr indent="0" lvl="2" marL="0" rtl="0" algn="r">
              <a:lnSpc>
                <a:spcPct val="100000"/>
              </a:lnSpc>
              <a:spcBef>
                <a:spcPts val="0"/>
              </a:spcBef>
              <a:spcAft>
                <a:spcPts val="0"/>
              </a:spcAft>
              <a:buNone/>
              <a:defRPr sz="1400">
                <a:solidFill>
                  <a:schemeClr val="lt2"/>
                </a:solidFill>
                <a:latin typeface="Tahoma"/>
                <a:ea typeface="Tahoma"/>
                <a:cs typeface="Tahoma"/>
                <a:sym typeface="Tahoma"/>
              </a:defRPr>
            </a:lvl3pPr>
            <a:lvl4pPr indent="0" lvl="3" marL="0" rtl="0" algn="r">
              <a:lnSpc>
                <a:spcPct val="100000"/>
              </a:lnSpc>
              <a:spcBef>
                <a:spcPts val="0"/>
              </a:spcBef>
              <a:spcAft>
                <a:spcPts val="0"/>
              </a:spcAft>
              <a:buNone/>
              <a:defRPr sz="1400">
                <a:solidFill>
                  <a:schemeClr val="lt2"/>
                </a:solidFill>
                <a:latin typeface="Tahoma"/>
                <a:ea typeface="Tahoma"/>
                <a:cs typeface="Tahoma"/>
                <a:sym typeface="Tahoma"/>
              </a:defRPr>
            </a:lvl4pPr>
            <a:lvl5pPr indent="0" lvl="4" marL="0" rtl="0" algn="r">
              <a:lnSpc>
                <a:spcPct val="100000"/>
              </a:lnSpc>
              <a:spcBef>
                <a:spcPts val="0"/>
              </a:spcBef>
              <a:spcAft>
                <a:spcPts val="0"/>
              </a:spcAft>
              <a:buNone/>
              <a:defRPr sz="1400">
                <a:solidFill>
                  <a:schemeClr val="lt2"/>
                </a:solidFill>
                <a:latin typeface="Tahoma"/>
                <a:ea typeface="Tahoma"/>
                <a:cs typeface="Tahoma"/>
                <a:sym typeface="Tahoma"/>
              </a:defRPr>
            </a:lvl5pPr>
            <a:lvl6pPr indent="0" lvl="5" marL="0" rtl="0" algn="r">
              <a:lnSpc>
                <a:spcPct val="100000"/>
              </a:lnSpc>
              <a:spcBef>
                <a:spcPts val="0"/>
              </a:spcBef>
              <a:spcAft>
                <a:spcPts val="0"/>
              </a:spcAft>
              <a:buNone/>
              <a:defRPr sz="1400">
                <a:solidFill>
                  <a:schemeClr val="lt2"/>
                </a:solidFill>
                <a:latin typeface="Tahoma"/>
                <a:ea typeface="Tahoma"/>
                <a:cs typeface="Tahoma"/>
                <a:sym typeface="Tahoma"/>
              </a:defRPr>
            </a:lvl6pPr>
            <a:lvl7pPr indent="0" lvl="6" marL="0" rtl="0" algn="r">
              <a:lnSpc>
                <a:spcPct val="100000"/>
              </a:lnSpc>
              <a:spcBef>
                <a:spcPts val="0"/>
              </a:spcBef>
              <a:spcAft>
                <a:spcPts val="0"/>
              </a:spcAft>
              <a:buNone/>
              <a:defRPr sz="1400">
                <a:solidFill>
                  <a:schemeClr val="lt2"/>
                </a:solidFill>
                <a:latin typeface="Tahoma"/>
                <a:ea typeface="Tahoma"/>
                <a:cs typeface="Tahoma"/>
                <a:sym typeface="Tahoma"/>
              </a:defRPr>
            </a:lvl7pPr>
            <a:lvl8pPr indent="0" lvl="7" marL="0" rtl="0" algn="r">
              <a:lnSpc>
                <a:spcPct val="100000"/>
              </a:lnSpc>
              <a:spcBef>
                <a:spcPts val="0"/>
              </a:spcBef>
              <a:spcAft>
                <a:spcPts val="0"/>
              </a:spcAft>
              <a:buNone/>
              <a:defRPr sz="1400">
                <a:solidFill>
                  <a:schemeClr val="lt2"/>
                </a:solidFill>
                <a:latin typeface="Tahoma"/>
                <a:ea typeface="Tahoma"/>
                <a:cs typeface="Tahoma"/>
                <a:sym typeface="Tahoma"/>
              </a:defRPr>
            </a:lvl8pPr>
            <a:lvl9pPr indent="0" lvl="8" marL="0" rtl="0" algn="r">
              <a:lnSpc>
                <a:spcPct val="100000"/>
              </a:lnSpc>
              <a:spcBef>
                <a:spcPts val="0"/>
              </a:spcBef>
              <a:spcAft>
                <a:spcPts val="0"/>
              </a:spcAft>
              <a:buNone/>
              <a:defRPr sz="1400">
                <a:solidFill>
                  <a:schemeClr val="lt2"/>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2" name="Shape 82"/>
        <p:cNvGrpSpPr/>
        <p:nvPr/>
      </p:nvGrpSpPr>
      <p:grpSpPr>
        <a:xfrm>
          <a:off x="0" y="0"/>
          <a:ext cx="0" cy="0"/>
          <a:chOff x="0" y="0"/>
          <a:chExt cx="0" cy="0"/>
        </a:xfrm>
      </p:grpSpPr>
      <p:sp>
        <p:nvSpPr>
          <p:cNvPr id="83" name="Google Shape;83;p7"/>
          <p:cNvSpPr txBox="1"/>
          <p:nvPr>
            <p:ph type="title"/>
          </p:nvPr>
        </p:nvSpPr>
        <p:spPr>
          <a:xfrm>
            <a:off x="381000" y="381000"/>
            <a:ext cx="8001000" cy="838200"/>
          </a:xfrm>
          <a:prstGeom prst="rect">
            <a:avLst/>
          </a:prstGeom>
          <a:noFill/>
          <a:ln>
            <a:noFill/>
          </a:ln>
        </p:spPr>
        <p:txBody>
          <a:bodyPr anchorCtr="0" anchor="t"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84" name="Google Shape;84;p7"/>
          <p:cNvSpPr txBox="1"/>
          <p:nvPr>
            <p:ph idx="10" type="dt"/>
          </p:nvPr>
        </p:nvSpPr>
        <p:spPr>
          <a:xfrm>
            <a:off x="381000" y="6015037"/>
            <a:ext cx="1905000" cy="457200"/>
          </a:xfrm>
          <a:prstGeom prst="rect">
            <a:avLst/>
          </a:prstGeom>
          <a:noFill/>
          <a:ln>
            <a:noFill/>
          </a:ln>
        </p:spPr>
        <p:txBody>
          <a:bodyPr anchorCtr="0" anchor="b"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85" name="Google Shape;85;p7"/>
          <p:cNvSpPr txBox="1"/>
          <p:nvPr>
            <p:ph idx="11" type="ftr"/>
          </p:nvPr>
        </p:nvSpPr>
        <p:spPr>
          <a:xfrm>
            <a:off x="3124200" y="6015037"/>
            <a:ext cx="2895600" cy="4572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86" name="Google Shape;86;p7"/>
          <p:cNvSpPr txBox="1"/>
          <p:nvPr>
            <p:ph idx="12" type="sldNum"/>
          </p:nvPr>
        </p:nvSpPr>
        <p:spPr>
          <a:xfrm>
            <a:off x="6858000" y="6015037"/>
            <a:ext cx="1905000" cy="457200"/>
          </a:xfrm>
          <a:prstGeom prst="rect">
            <a:avLst/>
          </a:prstGeom>
          <a:noFill/>
          <a:ln>
            <a:noFill/>
          </a:ln>
        </p:spPr>
        <p:txBody>
          <a:bodyPr anchorCtr="0" anchor="b" bIns="45700" lIns="91425" spcFirstLastPara="1" rIns="91425" wrap="square" tIns="45700">
            <a:noAutofit/>
          </a:bodyPr>
          <a:lstStyle>
            <a:lvl1pPr indent="0" lvl="0" marL="0" rtl="0" algn="r">
              <a:lnSpc>
                <a:spcPct val="100000"/>
              </a:lnSpc>
              <a:spcBef>
                <a:spcPts val="0"/>
              </a:spcBef>
              <a:spcAft>
                <a:spcPts val="0"/>
              </a:spcAft>
              <a:buNone/>
              <a:defRPr sz="1400">
                <a:solidFill>
                  <a:schemeClr val="lt2"/>
                </a:solidFill>
                <a:latin typeface="Tahoma"/>
                <a:ea typeface="Tahoma"/>
                <a:cs typeface="Tahoma"/>
                <a:sym typeface="Tahoma"/>
              </a:defRPr>
            </a:lvl1pPr>
            <a:lvl2pPr indent="0" lvl="1" marL="0" rtl="0" algn="r">
              <a:lnSpc>
                <a:spcPct val="100000"/>
              </a:lnSpc>
              <a:spcBef>
                <a:spcPts val="0"/>
              </a:spcBef>
              <a:spcAft>
                <a:spcPts val="0"/>
              </a:spcAft>
              <a:buNone/>
              <a:defRPr sz="1400">
                <a:solidFill>
                  <a:schemeClr val="lt2"/>
                </a:solidFill>
                <a:latin typeface="Tahoma"/>
                <a:ea typeface="Tahoma"/>
                <a:cs typeface="Tahoma"/>
                <a:sym typeface="Tahoma"/>
              </a:defRPr>
            </a:lvl2pPr>
            <a:lvl3pPr indent="0" lvl="2" marL="0" rtl="0" algn="r">
              <a:lnSpc>
                <a:spcPct val="100000"/>
              </a:lnSpc>
              <a:spcBef>
                <a:spcPts val="0"/>
              </a:spcBef>
              <a:spcAft>
                <a:spcPts val="0"/>
              </a:spcAft>
              <a:buNone/>
              <a:defRPr sz="1400">
                <a:solidFill>
                  <a:schemeClr val="lt2"/>
                </a:solidFill>
                <a:latin typeface="Tahoma"/>
                <a:ea typeface="Tahoma"/>
                <a:cs typeface="Tahoma"/>
                <a:sym typeface="Tahoma"/>
              </a:defRPr>
            </a:lvl3pPr>
            <a:lvl4pPr indent="0" lvl="3" marL="0" rtl="0" algn="r">
              <a:lnSpc>
                <a:spcPct val="100000"/>
              </a:lnSpc>
              <a:spcBef>
                <a:spcPts val="0"/>
              </a:spcBef>
              <a:spcAft>
                <a:spcPts val="0"/>
              </a:spcAft>
              <a:buNone/>
              <a:defRPr sz="1400">
                <a:solidFill>
                  <a:schemeClr val="lt2"/>
                </a:solidFill>
                <a:latin typeface="Tahoma"/>
                <a:ea typeface="Tahoma"/>
                <a:cs typeface="Tahoma"/>
                <a:sym typeface="Tahoma"/>
              </a:defRPr>
            </a:lvl4pPr>
            <a:lvl5pPr indent="0" lvl="4" marL="0" rtl="0" algn="r">
              <a:lnSpc>
                <a:spcPct val="100000"/>
              </a:lnSpc>
              <a:spcBef>
                <a:spcPts val="0"/>
              </a:spcBef>
              <a:spcAft>
                <a:spcPts val="0"/>
              </a:spcAft>
              <a:buNone/>
              <a:defRPr sz="1400">
                <a:solidFill>
                  <a:schemeClr val="lt2"/>
                </a:solidFill>
                <a:latin typeface="Tahoma"/>
                <a:ea typeface="Tahoma"/>
                <a:cs typeface="Tahoma"/>
                <a:sym typeface="Tahoma"/>
              </a:defRPr>
            </a:lvl5pPr>
            <a:lvl6pPr indent="0" lvl="5" marL="0" rtl="0" algn="r">
              <a:lnSpc>
                <a:spcPct val="100000"/>
              </a:lnSpc>
              <a:spcBef>
                <a:spcPts val="0"/>
              </a:spcBef>
              <a:spcAft>
                <a:spcPts val="0"/>
              </a:spcAft>
              <a:buNone/>
              <a:defRPr sz="1400">
                <a:solidFill>
                  <a:schemeClr val="lt2"/>
                </a:solidFill>
                <a:latin typeface="Tahoma"/>
                <a:ea typeface="Tahoma"/>
                <a:cs typeface="Tahoma"/>
                <a:sym typeface="Tahoma"/>
              </a:defRPr>
            </a:lvl6pPr>
            <a:lvl7pPr indent="0" lvl="6" marL="0" rtl="0" algn="r">
              <a:lnSpc>
                <a:spcPct val="100000"/>
              </a:lnSpc>
              <a:spcBef>
                <a:spcPts val="0"/>
              </a:spcBef>
              <a:spcAft>
                <a:spcPts val="0"/>
              </a:spcAft>
              <a:buNone/>
              <a:defRPr sz="1400">
                <a:solidFill>
                  <a:schemeClr val="lt2"/>
                </a:solidFill>
                <a:latin typeface="Tahoma"/>
                <a:ea typeface="Tahoma"/>
                <a:cs typeface="Tahoma"/>
                <a:sym typeface="Tahoma"/>
              </a:defRPr>
            </a:lvl7pPr>
            <a:lvl8pPr indent="0" lvl="7" marL="0" rtl="0" algn="r">
              <a:lnSpc>
                <a:spcPct val="100000"/>
              </a:lnSpc>
              <a:spcBef>
                <a:spcPts val="0"/>
              </a:spcBef>
              <a:spcAft>
                <a:spcPts val="0"/>
              </a:spcAft>
              <a:buNone/>
              <a:defRPr sz="1400">
                <a:solidFill>
                  <a:schemeClr val="lt2"/>
                </a:solidFill>
                <a:latin typeface="Tahoma"/>
                <a:ea typeface="Tahoma"/>
                <a:cs typeface="Tahoma"/>
                <a:sym typeface="Tahoma"/>
              </a:defRPr>
            </a:lvl8pPr>
            <a:lvl9pPr indent="0" lvl="8" marL="0" rtl="0" algn="r">
              <a:lnSpc>
                <a:spcPct val="100000"/>
              </a:lnSpc>
              <a:spcBef>
                <a:spcPts val="0"/>
              </a:spcBef>
              <a:spcAft>
                <a:spcPts val="0"/>
              </a:spcAft>
              <a:buNone/>
              <a:defRPr sz="1400">
                <a:solidFill>
                  <a:schemeClr val="lt2"/>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tx">
  <p:cSld name="TITLE_AND_BODY">
    <p:spTree>
      <p:nvGrpSpPr>
        <p:cNvPr id="93" name="Shape 93"/>
        <p:cNvGrpSpPr/>
        <p:nvPr/>
      </p:nvGrpSpPr>
      <p:grpSpPr>
        <a:xfrm>
          <a:off x="0" y="0"/>
          <a:ext cx="0" cy="0"/>
          <a:chOff x="0" y="0"/>
          <a:chExt cx="0" cy="0"/>
        </a:xfrm>
      </p:grpSpPr>
      <p:sp>
        <p:nvSpPr>
          <p:cNvPr id="94" name="Google Shape;94;p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5" name="Google Shape;95;p9"/>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lvl1pPr indent="-342900" lvl="0" marL="457200" rtl="0" algn="l">
              <a:lnSpc>
                <a:spcPct val="100000"/>
              </a:lnSpc>
              <a:spcBef>
                <a:spcPts val="360"/>
              </a:spcBef>
              <a:spcAft>
                <a:spcPts val="0"/>
              </a:spcAft>
              <a:buClr>
                <a:schemeClr val="dk1"/>
              </a:buClr>
              <a:buSzPts val="1800"/>
              <a:buChar char="•"/>
              <a:defRPr/>
            </a:lvl1pPr>
            <a:lvl2pPr indent="-342900" lvl="1" marL="914400" rtl="0" algn="l">
              <a:lnSpc>
                <a:spcPct val="100000"/>
              </a:lnSpc>
              <a:spcBef>
                <a:spcPts val="360"/>
              </a:spcBef>
              <a:spcAft>
                <a:spcPts val="0"/>
              </a:spcAft>
              <a:buClr>
                <a:schemeClr val="dk1"/>
              </a:buClr>
              <a:buSzPts val="1800"/>
              <a:buChar char="–"/>
              <a:defRPr/>
            </a:lvl2pPr>
            <a:lvl3pPr indent="-342900" lvl="2" marL="1371600" rtl="0" algn="l">
              <a:lnSpc>
                <a:spcPct val="100000"/>
              </a:lnSpc>
              <a:spcBef>
                <a:spcPts val="360"/>
              </a:spcBef>
              <a:spcAft>
                <a:spcPts val="0"/>
              </a:spcAft>
              <a:buClr>
                <a:schemeClr val="dk1"/>
              </a:buClr>
              <a:buSzPts val="1800"/>
              <a:buChar char="•"/>
              <a:defRPr/>
            </a:lvl3pPr>
            <a:lvl4pPr indent="-342900" lvl="3" marL="1828800" rtl="0" algn="l">
              <a:lnSpc>
                <a:spcPct val="100000"/>
              </a:lnSpc>
              <a:spcBef>
                <a:spcPts val="360"/>
              </a:spcBef>
              <a:spcAft>
                <a:spcPts val="0"/>
              </a:spcAft>
              <a:buClr>
                <a:schemeClr val="dk1"/>
              </a:buClr>
              <a:buSzPts val="1800"/>
              <a:buChar char="–"/>
              <a:defRPr/>
            </a:lvl4pPr>
            <a:lvl5pPr indent="-342900" lvl="4" marL="2286000" rtl="0" algn="l">
              <a:lnSpc>
                <a:spcPct val="100000"/>
              </a:lnSpc>
              <a:spcBef>
                <a:spcPts val="360"/>
              </a:spcBef>
              <a:spcAft>
                <a:spcPts val="0"/>
              </a:spcAft>
              <a:buClr>
                <a:schemeClr val="dk1"/>
              </a:buClr>
              <a:buSzPts val="1800"/>
              <a:buChar char="»"/>
              <a:defRPr/>
            </a:lvl5pPr>
            <a:lvl6pPr indent="-342900" lvl="5" marL="2743200" rtl="0" algn="l">
              <a:lnSpc>
                <a:spcPct val="100000"/>
              </a:lnSpc>
              <a:spcBef>
                <a:spcPts val="360"/>
              </a:spcBef>
              <a:spcAft>
                <a:spcPts val="0"/>
              </a:spcAft>
              <a:buClr>
                <a:schemeClr val="dk1"/>
              </a:buClr>
              <a:buSzPts val="1800"/>
              <a:buChar char="»"/>
              <a:defRPr/>
            </a:lvl6pPr>
            <a:lvl7pPr indent="-342900" lvl="6" marL="3200400" rtl="0" algn="l">
              <a:lnSpc>
                <a:spcPct val="100000"/>
              </a:lnSpc>
              <a:spcBef>
                <a:spcPts val="360"/>
              </a:spcBef>
              <a:spcAft>
                <a:spcPts val="0"/>
              </a:spcAft>
              <a:buClr>
                <a:schemeClr val="dk1"/>
              </a:buClr>
              <a:buSzPts val="1800"/>
              <a:buChar char="»"/>
              <a:defRPr/>
            </a:lvl7pPr>
            <a:lvl8pPr indent="-342900" lvl="7" marL="3657600" rtl="0" algn="l">
              <a:lnSpc>
                <a:spcPct val="100000"/>
              </a:lnSpc>
              <a:spcBef>
                <a:spcPts val="360"/>
              </a:spcBef>
              <a:spcAft>
                <a:spcPts val="0"/>
              </a:spcAft>
              <a:buClr>
                <a:schemeClr val="dk1"/>
              </a:buClr>
              <a:buSzPts val="1800"/>
              <a:buChar char="»"/>
              <a:defRPr/>
            </a:lvl8pPr>
            <a:lvl9pPr indent="-342900" lvl="8" marL="4114800" rtl="0" algn="l">
              <a:lnSpc>
                <a:spcPct val="100000"/>
              </a:lnSpc>
              <a:spcBef>
                <a:spcPts val="360"/>
              </a:spcBef>
              <a:spcAft>
                <a:spcPts val="0"/>
              </a:spcAft>
              <a:buClr>
                <a:schemeClr val="dk1"/>
              </a:buClr>
              <a:buSzPts val="1800"/>
              <a:buChar char="»"/>
              <a:defRPr/>
            </a:lvl9pPr>
          </a:lstStyle>
          <a:p/>
        </p:txBody>
      </p:sp>
      <p:sp>
        <p:nvSpPr>
          <p:cNvPr id="96" name="Google Shape;96;p9"/>
          <p:cNvSpPr txBox="1"/>
          <p:nvPr>
            <p:ph idx="10" type="dt"/>
          </p:nvPr>
        </p:nvSpPr>
        <p:spPr>
          <a:xfrm>
            <a:off x="457200" y="6245225"/>
            <a:ext cx="2133600" cy="476400"/>
          </a:xfrm>
          <a:prstGeom prst="rect">
            <a:avLst/>
          </a:prstGeom>
          <a:noFill/>
          <a:ln>
            <a:noFill/>
          </a:ln>
        </p:spPr>
        <p:txBody>
          <a:bodyPr anchorCtr="0" anchor="t"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97" name="Google Shape;97;p9"/>
          <p:cNvSpPr txBox="1"/>
          <p:nvPr>
            <p:ph idx="11" type="ftr"/>
          </p:nvPr>
        </p:nvSpPr>
        <p:spPr>
          <a:xfrm>
            <a:off x="3124200" y="6245225"/>
            <a:ext cx="2895600" cy="476400"/>
          </a:xfrm>
          <a:prstGeom prst="rect">
            <a:avLst/>
          </a:prstGeom>
          <a:noFill/>
          <a:ln>
            <a:noFill/>
          </a:ln>
        </p:spPr>
        <p:txBody>
          <a:bodyPr anchorCtr="0" anchor="t"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98" name="Google Shape;98;p9"/>
          <p:cNvSpPr txBox="1"/>
          <p:nvPr>
            <p:ph idx="12" type="sldNum"/>
          </p:nvPr>
        </p:nvSpPr>
        <p:spPr>
          <a:xfrm>
            <a:off x="6553200" y="6245225"/>
            <a:ext cx="2133600" cy="476400"/>
          </a:xfrm>
          <a:prstGeom prst="rect">
            <a:avLst/>
          </a:prstGeom>
          <a:noFill/>
          <a:ln>
            <a:noFill/>
          </a:ln>
        </p:spPr>
        <p:txBody>
          <a:bodyPr anchorCtr="0" anchor="t" bIns="45700" lIns="91425" spcFirstLastPara="1" rIns="91425" wrap="square" tIns="45700">
            <a:noAutofit/>
          </a:bodyPr>
          <a:lstStyle>
            <a:lvl1pPr indent="0" lvl="0" marL="0" rtl="0" algn="r">
              <a:lnSpc>
                <a:spcPct val="100000"/>
              </a:lnSpc>
              <a:spcBef>
                <a:spcPts val="0"/>
              </a:spcBef>
              <a:spcAft>
                <a:spcPts val="0"/>
              </a:spcAft>
              <a:buNone/>
              <a:defRPr sz="1400"/>
            </a:lvl1pPr>
            <a:lvl2pPr indent="0" lvl="1" marL="0" rtl="0" algn="r">
              <a:lnSpc>
                <a:spcPct val="100000"/>
              </a:lnSpc>
              <a:spcBef>
                <a:spcPts val="0"/>
              </a:spcBef>
              <a:spcAft>
                <a:spcPts val="0"/>
              </a:spcAft>
              <a:buNone/>
              <a:defRPr sz="1400"/>
            </a:lvl2pPr>
            <a:lvl3pPr indent="0" lvl="2" marL="0" rtl="0" algn="r">
              <a:lnSpc>
                <a:spcPct val="100000"/>
              </a:lnSpc>
              <a:spcBef>
                <a:spcPts val="0"/>
              </a:spcBef>
              <a:spcAft>
                <a:spcPts val="0"/>
              </a:spcAft>
              <a:buNone/>
              <a:defRPr sz="1400"/>
            </a:lvl3pPr>
            <a:lvl4pPr indent="0" lvl="3" marL="0" rtl="0" algn="r">
              <a:lnSpc>
                <a:spcPct val="100000"/>
              </a:lnSpc>
              <a:spcBef>
                <a:spcPts val="0"/>
              </a:spcBef>
              <a:spcAft>
                <a:spcPts val="0"/>
              </a:spcAft>
              <a:buNone/>
              <a:defRPr sz="1400"/>
            </a:lvl4pPr>
            <a:lvl5pPr indent="0" lvl="4" marL="0" rtl="0" algn="r">
              <a:lnSpc>
                <a:spcPct val="100000"/>
              </a:lnSpc>
              <a:spcBef>
                <a:spcPts val="0"/>
              </a:spcBef>
              <a:spcAft>
                <a:spcPts val="0"/>
              </a:spcAft>
              <a:buNone/>
              <a:defRPr sz="1400"/>
            </a:lvl5pPr>
            <a:lvl6pPr indent="0" lvl="5" marL="0" rtl="0" algn="r">
              <a:lnSpc>
                <a:spcPct val="100000"/>
              </a:lnSpc>
              <a:spcBef>
                <a:spcPts val="0"/>
              </a:spcBef>
              <a:spcAft>
                <a:spcPts val="0"/>
              </a:spcAft>
              <a:buNone/>
              <a:defRPr sz="1400"/>
            </a:lvl6pPr>
            <a:lvl7pPr indent="0" lvl="6" marL="0" rtl="0" algn="r">
              <a:lnSpc>
                <a:spcPct val="100000"/>
              </a:lnSpc>
              <a:spcBef>
                <a:spcPts val="0"/>
              </a:spcBef>
              <a:spcAft>
                <a:spcPts val="0"/>
              </a:spcAft>
              <a:buNone/>
              <a:defRPr sz="1400"/>
            </a:lvl7pPr>
            <a:lvl8pPr indent="0" lvl="7" marL="0" rtl="0" algn="r">
              <a:lnSpc>
                <a:spcPct val="100000"/>
              </a:lnSpc>
              <a:spcBef>
                <a:spcPts val="0"/>
              </a:spcBef>
              <a:spcAft>
                <a:spcPts val="0"/>
              </a:spcAft>
              <a:buNone/>
              <a:defRPr sz="1400"/>
            </a:lvl8pPr>
            <a:lvl9pPr indent="0" lvl="8" marL="0" rtl="0" algn="r">
              <a:lnSpc>
                <a:spcPct val="100000"/>
              </a:lnSpc>
              <a:spcBef>
                <a:spcPts val="0"/>
              </a:spcBef>
              <a:spcAft>
                <a:spcPts val="0"/>
              </a:spcAft>
              <a:buNone/>
              <a:defRPr sz="14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tx">
  <p:cSld name="TITLE_AND_BODY">
    <p:spTree>
      <p:nvGrpSpPr>
        <p:cNvPr id="105" name="Shape 105"/>
        <p:cNvGrpSpPr/>
        <p:nvPr/>
      </p:nvGrpSpPr>
      <p:grpSpPr>
        <a:xfrm>
          <a:off x="0" y="0"/>
          <a:ext cx="0" cy="0"/>
          <a:chOff x="0" y="0"/>
          <a:chExt cx="0" cy="0"/>
        </a:xfrm>
      </p:grpSpPr>
      <p:sp>
        <p:nvSpPr>
          <p:cNvPr id="106" name="Google Shape;106;p1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7" name="Google Shape;107;p11"/>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lvl1pPr indent="-342900" lvl="0" marL="457200" rtl="0" algn="l">
              <a:lnSpc>
                <a:spcPct val="100000"/>
              </a:lnSpc>
              <a:spcBef>
                <a:spcPts val="360"/>
              </a:spcBef>
              <a:spcAft>
                <a:spcPts val="0"/>
              </a:spcAft>
              <a:buClr>
                <a:schemeClr val="dk1"/>
              </a:buClr>
              <a:buSzPts val="1800"/>
              <a:buChar char="•"/>
              <a:defRPr/>
            </a:lvl1pPr>
            <a:lvl2pPr indent="-342900" lvl="1" marL="914400" rtl="0" algn="l">
              <a:lnSpc>
                <a:spcPct val="100000"/>
              </a:lnSpc>
              <a:spcBef>
                <a:spcPts val="360"/>
              </a:spcBef>
              <a:spcAft>
                <a:spcPts val="0"/>
              </a:spcAft>
              <a:buClr>
                <a:schemeClr val="dk1"/>
              </a:buClr>
              <a:buSzPts val="1800"/>
              <a:buChar char="–"/>
              <a:defRPr/>
            </a:lvl2pPr>
            <a:lvl3pPr indent="-342900" lvl="2" marL="1371600" rtl="0" algn="l">
              <a:lnSpc>
                <a:spcPct val="100000"/>
              </a:lnSpc>
              <a:spcBef>
                <a:spcPts val="360"/>
              </a:spcBef>
              <a:spcAft>
                <a:spcPts val="0"/>
              </a:spcAft>
              <a:buClr>
                <a:schemeClr val="dk1"/>
              </a:buClr>
              <a:buSzPts val="1800"/>
              <a:buChar char="•"/>
              <a:defRPr/>
            </a:lvl3pPr>
            <a:lvl4pPr indent="-342900" lvl="3" marL="1828800" rtl="0" algn="l">
              <a:lnSpc>
                <a:spcPct val="100000"/>
              </a:lnSpc>
              <a:spcBef>
                <a:spcPts val="360"/>
              </a:spcBef>
              <a:spcAft>
                <a:spcPts val="0"/>
              </a:spcAft>
              <a:buClr>
                <a:schemeClr val="dk1"/>
              </a:buClr>
              <a:buSzPts val="1800"/>
              <a:buChar char="–"/>
              <a:defRPr/>
            </a:lvl4pPr>
            <a:lvl5pPr indent="-342900" lvl="4" marL="2286000" rtl="0" algn="l">
              <a:lnSpc>
                <a:spcPct val="100000"/>
              </a:lnSpc>
              <a:spcBef>
                <a:spcPts val="360"/>
              </a:spcBef>
              <a:spcAft>
                <a:spcPts val="0"/>
              </a:spcAft>
              <a:buClr>
                <a:schemeClr val="dk1"/>
              </a:buClr>
              <a:buSzPts val="1800"/>
              <a:buChar char="»"/>
              <a:defRPr/>
            </a:lvl5pPr>
            <a:lvl6pPr indent="-342900" lvl="5" marL="2743200" rtl="0" algn="l">
              <a:lnSpc>
                <a:spcPct val="100000"/>
              </a:lnSpc>
              <a:spcBef>
                <a:spcPts val="360"/>
              </a:spcBef>
              <a:spcAft>
                <a:spcPts val="0"/>
              </a:spcAft>
              <a:buClr>
                <a:schemeClr val="dk1"/>
              </a:buClr>
              <a:buSzPts val="1800"/>
              <a:buChar char="»"/>
              <a:defRPr/>
            </a:lvl6pPr>
            <a:lvl7pPr indent="-342900" lvl="6" marL="3200400" rtl="0" algn="l">
              <a:lnSpc>
                <a:spcPct val="100000"/>
              </a:lnSpc>
              <a:spcBef>
                <a:spcPts val="360"/>
              </a:spcBef>
              <a:spcAft>
                <a:spcPts val="0"/>
              </a:spcAft>
              <a:buClr>
                <a:schemeClr val="dk1"/>
              </a:buClr>
              <a:buSzPts val="1800"/>
              <a:buChar char="»"/>
              <a:defRPr/>
            </a:lvl7pPr>
            <a:lvl8pPr indent="-342900" lvl="7" marL="3657600" rtl="0" algn="l">
              <a:lnSpc>
                <a:spcPct val="100000"/>
              </a:lnSpc>
              <a:spcBef>
                <a:spcPts val="360"/>
              </a:spcBef>
              <a:spcAft>
                <a:spcPts val="0"/>
              </a:spcAft>
              <a:buClr>
                <a:schemeClr val="dk1"/>
              </a:buClr>
              <a:buSzPts val="1800"/>
              <a:buChar char="»"/>
              <a:defRPr/>
            </a:lvl8pPr>
            <a:lvl9pPr indent="-342900" lvl="8" marL="4114800" rtl="0" algn="l">
              <a:lnSpc>
                <a:spcPct val="100000"/>
              </a:lnSpc>
              <a:spcBef>
                <a:spcPts val="360"/>
              </a:spcBef>
              <a:spcAft>
                <a:spcPts val="0"/>
              </a:spcAft>
              <a:buClr>
                <a:schemeClr val="dk1"/>
              </a:buClr>
              <a:buSzPts val="1800"/>
              <a:buChar char="»"/>
              <a:defRPr/>
            </a:lvl9pPr>
          </a:lstStyle>
          <a:p/>
        </p:txBody>
      </p:sp>
      <p:sp>
        <p:nvSpPr>
          <p:cNvPr id="108" name="Google Shape;108;p11"/>
          <p:cNvSpPr txBox="1"/>
          <p:nvPr>
            <p:ph idx="10" type="dt"/>
          </p:nvPr>
        </p:nvSpPr>
        <p:spPr>
          <a:xfrm>
            <a:off x="457200" y="6245225"/>
            <a:ext cx="2133600" cy="476400"/>
          </a:xfrm>
          <a:prstGeom prst="rect">
            <a:avLst/>
          </a:prstGeom>
          <a:noFill/>
          <a:ln>
            <a:noFill/>
          </a:ln>
        </p:spPr>
        <p:txBody>
          <a:bodyPr anchorCtr="0" anchor="t"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09" name="Google Shape;109;p11"/>
          <p:cNvSpPr txBox="1"/>
          <p:nvPr>
            <p:ph idx="11" type="ftr"/>
          </p:nvPr>
        </p:nvSpPr>
        <p:spPr>
          <a:xfrm>
            <a:off x="3124200" y="6245225"/>
            <a:ext cx="2895600" cy="476400"/>
          </a:xfrm>
          <a:prstGeom prst="rect">
            <a:avLst/>
          </a:prstGeom>
          <a:noFill/>
          <a:ln>
            <a:noFill/>
          </a:ln>
        </p:spPr>
        <p:txBody>
          <a:bodyPr anchorCtr="0" anchor="t"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10" name="Google Shape;110;p11"/>
          <p:cNvSpPr txBox="1"/>
          <p:nvPr>
            <p:ph idx="12" type="sldNum"/>
          </p:nvPr>
        </p:nvSpPr>
        <p:spPr>
          <a:xfrm>
            <a:off x="6553200" y="6245225"/>
            <a:ext cx="2133600" cy="476400"/>
          </a:xfrm>
          <a:prstGeom prst="rect">
            <a:avLst/>
          </a:prstGeom>
          <a:noFill/>
          <a:ln>
            <a:noFill/>
          </a:ln>
        </p:spPr>
        <p:txBody>
          <a:bodyPr anchorCtr="0" anchor="t" bIns="45700" lIns="91425" spcFirstLastPara="1" rIns="91425" wrap="square" tIns="45700">
            <a:noAutofit/>
          </a:bodyPr>
          <a:lstStyle>
            <a:lvl1pPr indent="0" lvl="0" marL="0" rtl="0" algn="r">
              <a:lnSpc>
                <a:spcPct val="100000"/>
              </a:lnSpc>
              <a:spcBef>
                <a:spcPts val="0"/>
              </a:spcBef>
              <a:spcAft>
                <a:spcPts val="0"/>
              </a:spcAft>
              <a:buNone/>
              <a:defRPr sz="1400"/>
            </a:lvl1pPr>
            <a:lvl2pPr indent="0" lvl="1" marL="0" rtl="0" algn="r">
              <a:lnSpc>
                <a:spcPct val="100000"/>
              </a:lnSpc>
              <a:spcBef>
                <a:spcPts val="0"/>
              </a:spcBef>
              <a:spcAft>
                <a:spcPts val="0"/>
              </a:spcAft>
              <a:buNone/>
              <a:defRPr sz="1400"/>
            </a:lvl2pPr>
            <a:lvl3pPr indent="0" lvl="2" marL="0" rtl="0" algn="r">
              <a:lnSpc>
                <a:spcPct val="100000"/>
              </a:lnSpc>
              <a:spcBef>
                <a:spcPts val="0"/>
              </a:spcBef>
              <a:spcAft>
                <a:spcPts val="0"/>
              </a:spcAft>
              <a:buNone/>
              <a:defRPr sz="1400"/>
            </a:lvl3pPr>
            <a:lvl4pPr indent="0" lvl="3" marL="0" rtl="0" algn="r">
              <a:lnSpc>
                <a:spcPct val="100000"/>
              </a:lnSpc>
              <a:spcBef>
                <a:spcPts val="0"/>
              </a:spcBef>
              <a:spcAft>
                <a:spcPts val="0"/>
              </a:spcAft>
              <a:buNone/>
              <a:defRPr sz="1400"/>
            </a:lvl4pPr>
            <a:lvl5pPr indent="0" lvl="4" marL="0" rtl="0" algn="r">
              <a:lnSpc>
                <a:spcPct val="100000"/>
              </a:lnSpc>
              <a:spcBef>
                <a:spcPts val="0"/>
              </a:spcBef>
              <a:spcAft>
                <a:spcPts val="0"/>
              </a:spcAft>
              <a:buNone/>
              <a:defRPr sz="1400"/>
            </a:lvl5pPr>
            <a:lvl6pPr indent="0" lvl="5" marL="0" rtl="0" algn="r">
              <a:lnSpc>
                <a:spcPct val="100000"/>
              </a:lnSpc>
              <a:spcBef>
                <a:spcPts val="0"/>
              </a:spcBef>
              <a:spcAft>
                <a:spcPts val="0"/>
              </a:spcAft>
              <a:buNone/>
              <a:defRPr sz="1400"/>
            </a:lvl6pPr>
            <a:lvl7pPr indent="0" lvl="6" marL="0" rtl="0" algn="r">
              <a:lnSpc>
                <a:spcPct val="100000"/>
              </a:lnSpc>
              <a:spcBef>
                <a:spcPts val="0"/>
              </a:spcBef>
              <a:spcAft>
                <a:spcPts val="0"/>
              </a:spcAft>
              <a:buNone/>
              <a:defRPr sz="1400"/>
            </a:lvl7pPr>
            <a:lvl8pPr indent="0" lvl="7" marL="0" rtl="0" algn="r">
              <a:lnSpc>
                <a:spcPct val="100000"/>
              </a:lnSpc>
              <a:spcBef>
                <a:spcPts val="0"/>
              </a:spcBef>
              <a:spcAft>
                <a:spcPts val="0"/>
              </a:spcAft>
              <a:buNone/>
              <a:defRPr sz="1400"/>
            </a:lvl8pPr>
            <a:lvl9pPr indent="0" lvl="8" marL="0" rtl="0" algn="r">
              <a:lnSpc>
                <a:spcPct val="100000"/>
              </a:lnSpc>
              <a:spcBef>
                <a:spcPts val="0"/>
              </a:spcBef>
              <a:spcAft>
                <a:spcPts val="0"/>
              </a:spcAft>
              <a:buNone/>
              <a:defRPr sz="14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on left, text on right" type="twoColTx">
  <p:cSld name="TITLE_AND_TWO_COLUMNS">
    <p:spTree>
      <p:nvGrpSpPr>
        <p:cNvPr id="111" name="Shape 111"/>
        <p:cNvGrpSpPr/>
        <p:nvPr/>
      </p:nvGrpSpPr>
      <p:grpSpPr>
        <a:xfrm>
          <a:off x="0" y="0"/>
          <a:ext cx="0" cy="0"/>
          <a:chOff x="0" y="0"/>
          <a:chExt cx="0" cy="0"/>
        </a:xfrm>
      </p:grpSpPr>
      <p:sp>
        <p:nvSpPr>
          <p:cNvPr id="112" name="Google Shape;112;p12"/>
          <p:cNvSpPr txBox="1"/>
          <p:nvPr>
            <p:ph idx="10" type="dt"/>
          </p:nvPr>
        </p:nvSpPr>
        <p:spPr>
          <a:xfrm>
            <a:off x="457200" y="6245225"/>
            <a:ext cx="2133600" cy="476400"/>
          </a:xfrm>
          <a:prstGeom prst="rect">
            <a:avLst/>
          </a:prstGeom>
          <a:noFill/>
          <a:ln>
            <a:noFill/>
          </a:ln>
        </p:spPr>
        <p:txBody>
          <a:bodyPr anchorCtr="0" anchor="t"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13" name="Google Shape;113;p12"/>
          <p:cNvSpPr txBox="1"/>
          <p:nvPr>
            <p:ph idx="11" type="ftr"/>
          </p:nvPr>
        </p:nvSpPr>
        <p:spPr>
          <a:xfrm>
            <a:off x="3124200" y="6245225"/>
            <a:ext cx="2895600" cy="476400"/>
          </a:xfrm>
          <a:prstGeom prst="rect">
            <a:avLst/>
          </a:prstGeom>
          <a:noFill/>
          <a:ln>
            <a:noFill/>
          </a:ln>
        </p:spPr>
        <p:txBody>
          <a:bodyPr anchorCtr="0" anchor="t"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14" name="Google Shape;114;p12"/>
          <p:cNvSpPr txBox="1"/>
          <p:nvPr>
            <p:ph idx="12" type="sldNum"/>
          </p:nvPr>
        </p:nvSpPr>
        <p:spPr>
          <a:xfrm>
            <a:off x="6553200" y="6245225"/>
            <a:ext cx="2133600" cy="476400"/>
          </a:xfrm>
          <a:prstGeom prst="rect">
            <a:avLst/>
          </a:prstGeom>
          <a:noFill/>
          <a:ln>
            <a:noFill/>
          </a:ln>
        </p:spPr>
        <p:txBody>
          <a:bodyPr anchorCtr="0" anchor="t" bIns="45700" lIns="91425" spcFirstLastPara="1" rIns="91425" wrap="square" tIns="45700">
            <a:noAutofit/>
          </a:bodyPr>
          <a:lstStyle>
            <a:lvl1pPr indent="0" lvl="0" marL="0" rtl="0" algn="r">
              <a:lnSpc>
                <a:spcPct val="100000"/>
              </a:lnSpc>
              <a:spcBef>
                <a:spcPts val="0"/>
              </a:spcBef>
              <a:spcAft>
                <a:spcPts val="0"/>
              </a:spcAft>
              <a:buNone/>
              <a:defRPr sz="1400"/>
            </a:lvl1pPr>
            <a:lvl2pPr indent="0" lvl="1" marL="0" rtl="0" algn="r">
              <a:lnSpc>
                <a:spcPct val="100000"/>
              </a:lnSpc>
              <a:spcBef>
                <a:spcPts val="0"/>
              </a:spcBef>
              <a:spcAft>
                <a:spcPts val="0"/>
              </a:spcAft>
              <a:buNone/>
              <a:defRPr sz="1400"/>
            </a:lvl2pPr>
            <a:lvl3pPr indent="0" lvl="2" marL="0" rtl="0" algn="r">
              <a:lnSpc>
                <a:spcPct val="100000"/>
              </a:lnSpc>
              <a:spcBef>
                <a:spcPts val="0"/>
              </a:spcBef>
              <a:spcAft>
                <a:spcPts val="0"/>
              </a:spcAft>
              <a:buNone/>
              <a:defRPr sz="1400"/>
            </a:lvl3pPr>
            <a:lvl4pPr indent="0" lvl="3" marL="0" rtl="0" algn="r">
              <a:lnSpc>
                <a:spcPct val="100000"/>
              </a:lnSpc>
              <a:spcBef>
                <a:spcPts val="0"/>
              </a:spcBef>
              <a:spcAft>
                <a:spcPts val="0"/>
              </a:spcAft>
              <a:buNone/>
              <a:defRPr sz="1400"/>
            </a:lvl4pPr>
            <a:lvl5pPr indent="0" lvl="4" marL="0" rtl="0" algn="r">
              <a:lnSpc>
                <a:spcPct val="100000"/>
              </a:lnSpc>
              <a:spcBef>
                <a:spcPts val="0"/>
              </a:spcBef>
              <a:spcAft>
                <a:spcPts val="0"/>
              </a:spcAft>
              <a:buNone/>
              <a:defRPr sz="1400"/>
            </a:lvl5pPr>
            <a:lvl6pPr indent="0" lvl="5" marL="0" rtl="0" algn="r">
              <a:lnSpc>
                <a:spcPct val="100000"/>
              </a:lnSpc>
              <a:spcBef>
                <a:spcPts val="0"/>
              </a:spcBef>
              <a:spcAft>
                <a:spcPts val="0"/>
              </a:spcAft>
              <a:buNone/>
              <a:defRPr sz="1400"/>
            </a:lvl6pPr>
            <a:lvl7pPr indent="0" lvl="6" marL="0" rtl="0" algn="r">
              <a:lnSpc>
                <a:spcPct val="100000"/>
              </a:lnSpc>
              <a:spcBef>
                <a:spcPts val="0"/>
              </a:spcBef>
              <a:spcAft>
                <a:spcPts val="0"/>
              </a:spcAft>
              <a:buNone/>
              <a:defRPr sz="1400"/>
            </a:lvl7pPr>
            <a:lvl8pPr indent="0" lvl="7" marL="0" rtl="0" algn="r">
              <a:lnSpc>
                <a:spcPct val="100000"/>
              </a:lnSpc>
              <a:spcBef>
                <a:spcPts val="0"/>
              </a:spcBef>
              <a:spcAft>
                <a:spcPts val="0"/>
              </a:spcAft>
              <a:buNone/>
              <a:defRPr sz="1400"/>
            </a:lvl8pPr>
            <a:lvl9pPr indent="0" lvl="8" marL="0" rtl="0" algn="r">
              <a:lnSpc>
                <a:spcPct val="100000"/>
              </a:lnSpc>
              <a:spcBef>
                <a:spcPts val="0"/>
              </a:spcBef>
              <a:spcAft>
                <a:spcPts val="0"/>
              </a:spcAft>
              <a:buNone/>
              <a:defRPr sz="14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tx">
  <p:cSld name="TITLE_AND_BODY">
    <p:spTree>
      <p:nvGrpSpPr>
        <p:cNvPr id="121" name="Shape 121"/>
        <p:cNvGrpSpPr/>
        <p:nvPr/>
      </p:nvGrpSpPr>
      <p:grpSpPr>
        <a:xfrm>
          <a:off x="0" y="0"/>
          <a:ext cx="0" cy="0"/>
          <a:chOff x="0" y="0"/>
          <a:chExt cx="0" cy="0"/>
        </a:xfrm>
      </p:grpSpPr>
      <p:sp>
        <p:nvSpPr>
          <p:cNvPr id="122" name="Google Shape;122;p1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3" name="Google Shape;123;p14"/>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lvl1pPr indent="-342900" lvl="0" marL="457200" rtl="0" algn="l">
              <a:lnSpc>
                <a:spcPct val="100000"/>
              </a:lnSpc>
              <a:spcBef>
                <a:spcPts val="360"/>
              </a:spcBef>
              <a:spcAft>
                <a:spcPts val="0"/>
              </a:spcAft>
              <a:buClr>
                <a:schemeClr val="dk1"/>
              </a:buClr>
              <a:buSzPts val="1800"/>
              <a:buChar char="•"/>
              <a:defRPr/>
            </a:lvl1pPr>
            <a:lvl2pPr indent="-342900" lvl="1" marL="914400" rtl="0" algn="l">
              <a:lnSpc>
                <a:spcPct val="100000"/>
              </a:lnSpc>
              <a:spcBef>
                <a:spcPts val="360"/>
              </a:spcBef>
              <a:spcAft>
                <a:spcPts val="0"/>
              </a:spcAft>
              <a:buClr>
                <a:schemeClr val="dk1"/>
              </a:buClr>
              <a:buSzPts val="1800"/>
              <a:buChar char="–"/>
              <a:defRPr/>
            </a:lvl2pPr>
            <a:lvl3pPr indent="-342900" lvl="2" marL="1371600" rtl="0" algn="l">
              <a:lnSpc>
                <a:spcPct val="100000"/>
              </a:lnSpc>
              <a:spcBef>
                <a:spcPts val="360"/>
              </a:spcBef>
              <a:spcAft>
                <a:spcPts val="0"/>
              </a:spcAft>
              <a:buClr>
                <a:schemeClr val="dk1"/>
              </a:buClr>
              <a:buSzPts val="1800"/>
              <a:buChar char="•"/>
              <a:defRPr/>
            </a:lvl3pPr>
            <a:lvl4pPr indent="-342900" lvl="3" marL="1828800" rtl="0" algn="l">
              <a:lnSpc>
                <a:spcPct val="100000"/>
              </a:lnSpc>
              <a:spcBef>
                <a:spcPts val="360"/>
              </a:spcBef>
              <a:spcAft>
                <a:spcPts val="0"/>
              </a:spcAft>
              <a:buClr>
                <a:schemeClr val="dk1"/>
              </a:buClr>
              <a:buSzPts val="1800"/>
              <a:buChar char="–"/>
              <a:defRPr/>
            </a:lvl4pPr>
            <a:lvl5pPr indent="-342900" lvl="4" marL="2286000" rtl="0" algn="l">
              <a:lnSpc>
                <a:spcPct val="100000"/>
              </a:lnSpc>
              <a:spcBef>
                <a:spcPts val="360"/>
              </a:spcBef>
              <a:spcAft>
                <a:spcPts val="0"/>
              </a:spcAft>
              <a:buClr>
                <a:schemeClr val="dk1"/>
              </a:buClr>
              <a:buSzPts val="1800"/>
              <a:buChar char="»"/>
              <a:defRPr/>
            </a:lvl5pPr>
            <a:lvl6pPr indent="-342900" lvl="5" marL="2743200" rtl="0" algn="l">
              <a:lnSpc>
                <a:spcPct val="100000"/>
              </a:lnSpc>
              <a:spcBef>
                <a:spcPts val="360"/>
              </a:spcBef>
              <a:spcAft>
                <a:spcPts val="0"/>
              </a:spcAft>
              <a:buClr>
                <a:schemeClr val="dk1"/>
              </a:buClr>
              <a:buSzPts val="1800"/>
              <a:buChar char="»"/>
              <a:defRPr/>
            </a:lvl6pPr>
            <a:lvl7pPr indent="-342900" lvl="6" marL="3200400" rtl="0" algn="l">
              <a:lnSpc>
                <a:spcPct val="100000"/>
              </a:lnSpc>
              <a:spcBef>
                <a:spcPts val="360"/>
              </a:spcBef>
              <a:spcAft>
                <a:spcPts val="0"/>
              </a:spcAft>
              <a:buClr>
                <a:schemeClr val="dk1"/>
              </a:buClr>
              <a:buSzPts val="1800"/>
              <a:buChar char="»"/>
              <a:defRPr/>
            </a:lvl7pPr>
            <a:lvl8pPr indent="-342900" lvl="7" marL="3657600" rtl="0" algn="l">
              <a:lnSpc>
                <a:spcPct val="100000"/>
              </a:lnSpc>
              <a:spcBef>
                <a:spcPts val="360"/>
              </a:spcBef>
              <a:spcAft>
                <a:spcPts val="0"/>
              </a:spcAft>
              <a:buClr>
                <a:schemeClr val="dk1"/>
              </a:buClr>
              <a:buSzPts val="1800"/>
              <a:buChar char="»"/>
              <a:defRPr/>
            </a:lvl8pPr>
            <a:lvl9pPr indent="-342900" lvl="8" marL="4114800" rtl="0" algn="l">
              <a:lnSpc>
                <a:spcPct val="100000"/>
              </a:lnSpc>
              <a:spcBef>
                <a:spcPts val="360"/>
              </a:spcBef>
              <a:spcAft>
                <a:spcPts val="0"/>
              </a:spcAft>
              <a:buClr>
                <a:schemeClr val="dk1"/>
              </a:buClr>
              <a:buSzPts val="1800"/>
              <a:buChar char="»"/>
              <a:defRPr/>
            </a:lvl9pPr>
          </a:lstStyle>
          <a:p/>
        </p:txBody>
      </p:sp>
      <p:sp>
        <p:nvSpPr>
          <p:cNvPr id="124" name="Google Shape;124;p14"/>
          <p:cNvSpPr txBox="1"/>
          <p:nvPr>
            <p:ph idx="10" type="dt"/>
          </p:nvPr>
        </p:nvSpPr>
        <p:spPr>
          <a:xfrm>
            <a:off x="457200" y="6245225"/>
            <a:ext cx="2133600" cy="476400"/>
          </a:xfrm>
          <a:prstGeom prst="rect">
            <a:avLst/>
          </a:prstGeom>
          <a:noFill/>
          <a:ln>
            <a:noFill/>
          </a:ln>
        </p:spPr>
        <p:txBody>
          <a:bodyPr anchorCtr="0" anchor="t"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25" name="Google Shape;125;p14"/>
          <p:cNvSpPr txBox="1"/>
          <p:nvPr>
            <p:ph idx="11" type="ftr"/>
          </p:nvPr>
        </p:nvSpPr>
        <p:spPr>
          <a:xfrm>
            <a:off x="3124200" y="6245225"/>
            <a:ext cx="2895600" cy="476400"/>
          </a:xfrm>
          <a:prstGeom prst="rect">
            <a:avLst/>
          </a:prstGeom>
          <a:noFill/>
          <a:ln>
            <a:noFill/>
          </a:ln>
        </p:spPr>
        <p:txBody>
          <a:bodyPr anchorCtr="0" anchor="t"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26" name="Google Shape;126;p14"/>
          <p:cNvSpPr txBox="1"/>
          <p:nvPr>
            <p:ph idx="12" type="sldNum"/>
          </p:nvPr>
        </p:nvSpPr>
        <p:spPr>
          <a:xfrm>
            <a:off x="6553200" y="6245225"/>
            <a:ext cx="2133600" cy="476400"/>
          </a:xfrm>
          <a:prstGeom prst="rect">
            <a:avLst/>
          </a:prstGeom>
          <a:noFill/>
          <a:ln>
            <a:noFill/>
          </a:ln>
        </p:spPr>
        <p:txBody>
          <a:bodyPr anchorCtr="0" anchor="t" bIns="45700" lIns="91425" spcFirstLastPara="1" rIns="91425" wrap="square" tIns="45700">
            <a:noAutofit/>
          </a:bodyPr>
          <a:lstStyle>
            <a:lvl1pPr indent="0" lvl="0" marL="0" rtl="0" algn="r">
              <a:lnSpc>
                <a:spcPct val="100000"/>
              </a:lnSpc>
              <a:spcBef>
                <a:spcPts val="0"/>
              </a:spcBef>
              <a:spcAft>
                <a:spcPts val="0"/>
              </a:spcAft>
              <a:buNone/>
              <a:defRPr sz="1400"/>
            </a:lvl1pPr>
            <a:lvl2pPr indent="0" lvl="1" marL="0" rtl="0" algn="r">
              <a:lnSpc>
                <a:spcPct val="100000"/>
              </a:lnSpc>
              <a:spcBef>
                <a:spcPts val="0"/>
              </a:spcBef>
              <a:spcAft>
                <a:spcPts val="0"/>
              </a:spcAft>
              <a:buNone/>
              <a:defRPr sz="1400"/>
            </a:lvl2pPr>
            <a:lvl3pPr indent="0" lvl="2" marL="0" rtl="0" algn="r">
              <a:lnSpc>
                <a:spcPct val="100000"/>
              </a:lnSpc>
              <a:spcBef>
                <a:spcPts val="0"/>
              </a:spcBef>
              <a:spcAft>
                <a:spcPts val="0"/>
              </a:spcAft>
              <a:buNone/>
              <a:defRPr sz="1400"/>
            </a:lvl3pPr>
            <a:lvl4pPr indent="0" lvl="3" marL="0" rtl="0" algn="r">
              <a:lnSpc>
                <a:spcPct val="100000"/>
              </a:lnSpc>
              <a:spcBef>
                <a:spcPts val="0"/>
              </a:spcBef>
              <a:spcAft>
                <a:spcPts val="0"/>
              </a:spcAft>
              <a:buNone/>
              <a:defRPr sz="1400"/>
            </a:lvl4pPr>
            <a:lvl5pPr indent="0" lvl="4" marL="0" rtl="0" algn="r">
              <a:lnSpc>
                <a:spcPct val="100000"/>
              </a:lnSpc>
              <a:spcBef>
                <a:spcPts val="0"/>
              </a:spcBef>
              <a:spcAft>
                <a:spcPts val="0"/>
              </a:spcAft>
              <a:buNone/>
              <a:defRPr sz="1400"/>
            </a:lvl5pPr>
            <a:lvl6pPr indent="0" lvl="5" marL="0" rtl="0" algn="r">
              <a:lnSpc>
                <a:spcPct val="100000"/>
              </a:lnSpc>
              <a:spcBef>
                <a:spcPts val="0"/>
              </a:spcBef>
              <a:spcAft>
                <a:spcPts val="0"/>
              </a:spcAft>
              <a:buNone/>
              <a:defRPr sz="1400"/>
            </a:lvl6pPr>
            <a:lvl7pPr indent="0" lvl="6" marL="0" rtl="0" algn="r">
              <a:lnSpc>
                <a:spcPct val="100000"/>
              </a:lnSpc>
              <a:spcBef>
                <a:spcPts val="0"/>
              </a:spcBef>
              <a:spcAft>
                <a:spcPts val="0"/>
              </a:spcAft>
              <a:buNone/>
              <a:defRPr sz="1400"/>
            </a:lvl7pPr>
            <a:lvl8pPr indent="0" lvl="7" marL="0" rtl="0" algn="r">
              <a:lnSpc>
                <a:spcPct val="100000"/>
              </a:lnSpc>
              <a:spcBef>
                <a:spcPts val="0"/>
              </a:spcBef>
              <a:spcAft>
                <a:spcPts val="0"/>
              </a:spcAft>
              <a:buNone/>
              <a:defRPr sz="1400"/>
            </a:lvl8pPr>
            <a:lvl9pPr indent="0" lvl="8" marL="0" rtl="0" algn="r">
              <a:lnSpc>
                <a:spcPct val="100000"/>
              </a:lnSpc>
              <a:spcBef>
                <a:spcPts val="0"/>
              </a:spcBef>
              <a:spcAft>
                <a:spcPts val="0"/>
              </a:spcAft>
              <a:buNone/>
              <a:defRPr sz="14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tx">
  <p:cSld name="TITLE_AND_BODY">
    <p:spTree>
      <p:nvGrpSpPr>
        <p:cNvPr id="133" name="Shape 133"/>
        <p:cNvGrpSpPr/>
        <p:nvPr/>
      </p:nvGrpSpPr>
      <p:grpSpPr>
        <a:xfrm>
          <a:off x="0" y="0"/>
          <a:ext cx="0" cy="0"/>
          <a:chOff x="0" y="0"/>
          <a:chExt cx="0" cy="0"/>
        </a:xfrm>
      </p:grpSpPr>
      <p:sp>
        <p:nvSpPr>
          <p:cNvPr id="134" name="Google Shape;134;p1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35" name="Google Shape;135;p16"/>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lvl1pPr indent="-342900" lvl="0" marL="457200" rtl="0" algn="l">
              <a:lnSpc>
                <a:spcPct val="100000"/>
              </a:lnSpc>
              <a:spcBef>
                <a:spcPts val="360"/>
              </a:spcBef>
              <a:spcAft>
                <a:spcPts val="0"/>
              </a:spcAft>
              <a:buClr>
                <a:schemeClr val="dk1"/>
              </a:buClr>
              <a:buSzPts val="1800"/>
              <a:buChar char="•"/>
              <a:defRPr/>
            </a:lvl1pPr>
            <a:lvl2pPr indent="-342900" lvl="1" marL="914400" rtl="0" algn="l">
              <a:lnSpc>
                <a:spcPct val="100000"/>
              </a:lnSpc>
              <a:spcBef>
                <a:spcPts val="360"/>
              </a:spcBef>
              <a:spcAft>
                <a:spcPts val="0"/>
              </a:spcAft>
              <a:buClr>
                <a:schemeClr val="dk1"/>
              </a:buClr>
              <a:buSzPts val="1800"/>
              <a:buChar char="–"/>
              <a:defRPr/>
            </a:lvl2pPr>
            <a:lvl3pPr indent="-342900" lvl="2" marL="1371600" rtl="0" algn="l">
              <a:lnSpc>
                <a:spcPct val="100000"/>
              </a:lnSpc>
              <a:spcBef>
                <a:spcPts val="360"/>
              </a:spcBef>
              <a:spcAft>
                <a:spcPts val="0"/>
              </a:spcAft>
              <a:buClr>
                <a:schemeClr val="dk1"/>
              </a:buClr>
              <a:buSzPts val="1800"/>
              <a:buChar char="•"/>
              <a:defRPr/>
            </a:lvl3pPr>
            <a:lvl4pPr indent="-342900" lvl="3" marL="1828800" rtl="0" algn="l">
              <a:lnSpc>
                <a:spcPct val="100000"/>
              </a:lnSpc>
              <a:spcBef>
                <a:spcPts val="360"/>
              </a:spcBef>
              <a:spcAft>
                <a:spcPts val="0"/>
              </a:spcAft>
              <a:buClr>
                <a:schemeClr val="dk1"/>
              </a:buClr>
              <a:buSzPts val="1800"/>
              <a:buChar char="–"/>
              <a:defRPr/>
            </a:lvl4pPr>
            <a:lvl5pPr indent="-342900" lvl="4" marL="2286000" rtl="0" algn="l">
              <a:lnSpc>
                <a:spcPct val="100000"/>
              </a:lnSpc>
              <a:spcBef>
                <a:spcPts val="360"/>
              </a:spcBef>
              <a:spcAft>
                <a:spcPts val="0"/>
              </a:spcAft>
              <a:buClr>
                <a:schemeClr val="dk1"/>
              </a:buClr>
              <a:buSzPts val="1800"/>
              <a:buChar char="»"/>
              <a:defRPr/>
            </a:lvl5pPr>
            <a:lvl6pPr indent="-342900" lvl="5" marL="2743200" rtl="0" algn="l">
              <a:lnSpc>
                <a:spcPct val="100000"/>
              </a:lnSpc>
              <a:spcBef>
                <a:spcPts val="360"/>
              </a:spcBef>
              <a:spcAft>
                <a:spcPts val="0"/>
              </a:spcAft>
              <a:buClr>
                <a:schemeClr val="dk1"/>
              </a:buClr>
              <a:buSzPts val="1800"/>
              <a:buChar char="»"/>
              <a:defRPr/>
            </a:lvl6pPr>
            <a:lvl7pPr indent="-342900" lvl="6" marL="3200400" rtl="0" algn="l">
              <a:lnSpc>
                <a:spcPct val="100000"/>
              </a:lnSpc>
              <a:spcBef>
                <a:spcPts val="360"/>
              </a:spcBef>
              <a:spcAft>
                <a:spcPts val="0"/>
              </a:spcAft>
              <a:buClr>
                <a:schemeClr val="dk1"/>
              </a:buClr>
              <a:buSzPts val="1800"/>
              <a:buChar char="»"/>
              <a:defRPr/>
            </a:lvl7pPr>
            <a:lvl8pPr indent="-342900" lvl="7" marL="3657600" rtl="0" algn="l">
              <a:lnSpc>
                <a:spcPct val="100000"/>
              </a:lnSpc>
              <a:spcBef>
                <a:spcPts val="360"/>
              </a:spcBef>
              <a:spcAft>
                <a:spcPts val="0"/>
              </a:spcAft>
              <a:buClr>
                <a:schemeClr val="dk1"/>
              </a:buClr>
              <a:buSzPts val="1800"/>
              <a:buChar char="»"/>
              <a:defRPr/>
            </a:lvl8pPr>
            <a:lvl9pPr indent="-342900" lvl="8" marL="4114800" rtl="0" algn="l">
              <a:lnSpc>
                <a:spcPct val="100000"/>
              </a:lnSpc>
              <a:spcBef>
                <a:spcPts val="360"/>
              </a:spcBef>
              <a:spcAft>
                <a:spcPts val="0"/>
              </a:spcAft>
              <a:buClr>
                <a:schemeClr val="dk1"/>
              </a:buClr>
              <a:buSzPts val="1800"/>
              <a:buChar char="»"/>
              <a:defRPr/>
            </a:lvl9pPr>
          </a:lstStyle>
          <a:p/>
        </p:txBody>
      </p:sp>
      <p:sp>
        <p:nvSpPr>
          <p:cNvPr id="136" name="Google Shape;136;p16"/>
          <p:cNvSpPr txBox="1"/>
          <p:nvPr>
            <p:ph idx="10" type="dt"/>
          </p:nvPr>
        </p:nvSpPr>
        <p:spPr>
          <a:xfrm>
            <a:off x="457200" y="6245225"/>
            <a:ext cx="2133600" cy="476400"/>
          </a:xfrm>
          <a:prstGeom prst="rect">
            <a:avLst/>
          </a:prstGeom>
          <a:noFill/>
          <a:ln>
            <a:noFill/>
          </a:ln>
        </p:spPr>
        <p:txBody>
          <a:bodyPr anchorCtr="0" anchor="t"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37" name="Google Shape;137;p16"/>
          <p:cNvSpPr txBox="1"/>
          <p:nvPr>
            <p:ph idx="11" type="ftr"/>
          </p:nvPr>
        </p:nvSpPr>
        <p:spPr>
          <a:xfrm>
            <a:off x="3124200" y="6245225"/>
            <a:ext cx="2895600" cy="476400"/>
          </a:xfrm>
          <a:prstGeom prst="rect">
            <a:avLst/>
          </a:prstGeom>
          <a:noFill/>
          <a:ln>
            <a:noFill/>
          </a:ln>
        </p:spPr>
        <p:txBody>
          <a:bodyPr anchorCtr="0" anchor="t"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38" name="Google Shape;138;p16"/>
          <p:cNvSpPr txBox="1"/>
          <p:nvPr>
            <p:ph idx="12" type="sldNum"/>
          </p:nvPr>
        </p:nvSpPr>
        <p:spPr>
          <a:xfrm>
            <a:off x="6553200" y="6245225"/>
            <a:ext cx="2133600" cy="476400"/>
          </a:xfrm>
          <a:prstGeom prst="rect">
            <a:avLst/>
          </a:prstGeom>
          <a:noFill/>
          <a:ln>
            <a:noFill/>
          </a:ln>
        </p:spPr>
        <p:txBody>
          <a:bodyPr anchorCtr="0" anchor="t" bIns="45700" lIns="91425" spcFirstLastPara="1" rIns="91425" wrap="square" tIns="45700">
            <a:noAutofit/>
          </a:bodyPr>
          <a:lstStyle>
            <a:lvl1pPr indent="0" lvl="0" marL="0" rtl="0" algn="r">
              <a:lnSpc>
                <a:spcPct val="100000"/>
              </a:lnSpc>
              <a:spcBef>
                <a:spcPts val="0"/>
              </a:spcBef>
              <a:spcAft>
                <a:spcPts val="0"/>
              </a:spcAft>
              <a:buNone/>
              <a:defRPr sz="1400"/>
            </a:lvl1pPr>
            <a:lvl2pPr indent="0" lvl="1" marL="0" rtl="0" algn="r">
              <a:lnSpc>
                <a:spcPct val="100000"/>
              </a:lnSpc>
              <a:spcBef>
                <a:spcPts val="0"/>
              </a:spcBef>
              <a:spcAft>
                <a:spcPts val="0"/>
              </a:spcAft>
              <a:buNone/>
              <a:defRPr sz="1400"/>
            </a:lvl2pPr>
            <a:lvl3pPr indent="0" lvl="2" marL="0" rtl="0" algn="r">
              <a:lnSpc>
                <a:spcPct val="100000"/>
              </a:lnSpc>
              <a:spcBef>
                <a:spcPts val="0"/>
              </a:spcBef>
              <a:spcAft>
                <a:spcPts val="0"/>
              </a:spcAft>
              <a:buNone/>
              <a:defRPr sz="1400"/>
            </a:lvl3pPr>
            <a:lvl4pPr indent="0" lvl="3" marL="0" rtl="0" algn="r">
              <a:lnSpc>
                <a:spcPct val="100000"/>
              </a:lnSpc>
              <a:spcBef>
                <a:spcPts val="0"/>
              </a:spcBef>
              <a:spcAft>
                <a:spcPts val="0"/>
              </a:spcAft>
              <a:buNone/>
              <a:defRPr sz="1400"/>
            </a:lvl4pPr>
            <a:lvl5pPr indent="0" lvl="4" marL="0" rtl="0" algn="r">
              <a:lnSpc>
                <a:spcPct val="100000"/>
              </a:lnSpc>
              <a:spcBef>
                <a:spcPts val="0"/>
              </a:spcBef>
              <a:spcAft>
                <a:spcPts val="0"/>
              </a:spcAft>
              <a:buNone/>
              <a:defRPr sz="1400"/>
            </a:lvl5pPr>
            <a:lvl6pPr indent="0" lvl="5" marL="0" rtl="0" algn="r">
              <a:lnSpc>
                <a:spcPct val="100000"/>
              </a:lnSpc>
              <a:spcBef>
                <a:spcPts val="0"/>
              </a:spcBef>
              <a:spcAft>
                <a:spcPts val="0"/>
              </a:spcAft>
              <a:buNone/>
              <a:defRPr sz="1400"/>
            </a:lvl6pPr>
            <a:lvl7pPr indent="0" lvl="6" marL="0" rtl="0" algn="r">
              <a:lnSpc>
                <a:spcPct val="100000"/>
              </a:lnSpc>
              <a:spcBef>
                <a:spcPts val="0"/>
              </a:spcBef>
              <a:spcAft>
                <a:spcPts val="0"/>
              </a:spcAft>
              <a:buNone/>
              <a:defRPr sz="1400"/>
            </a:lvl7pPr>
            <a:lvl8pPr indent="0" lvl="7" marL="0" rtl="0" algn="r">
              <a:lnSpc>
                <a:spcPct val="100000"/>
              </a:lnSpc>
              <a:spcBef>
                <a:spcPts val="0"/>
              </a:spcBef>
              <a:spcAft>
                <a:spcPts val="0"/>
              </a:spcAft>
              <a:buNone/>
              <a:defRPr sz="1400"/>
            </a:lvl8pPr>
            <a:lvl9pPr indent="0" lvl="8" marL="0" rtl="0" algn="r">
              <a:lnSpc>
                <a:spcPct val="100000"/>
              </a:lnSpc>
              <a:spcBef>
                <a:spcPts val="0"/>
              </a:spcBef>
              <a:spcAft>
                <a:spcPts val="0"/>
              </a:spcAft>
              <a:buNone/>
              <a:defRPr sz="14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tx">
  <p:cSld name="TITLE_AND_BODY">
    <p:spTree>
      <p:nvGrpSpPr>
        <p:cNvPr id="145" name="Shape 145"/>
        <p:cNvGrpSpPr/>
        <p:nvPr/>
      </p:nvGrpSpPr>
      <p:grpSpPr>
        <a:xfrm>
          <a:off x="0" y="0"/>
          <a:ext cx="0" cy="0"/>
          <a:chOff x="0" y="0"/>
          <a:chExt cx="0" cy="0"/>
        </a:xfrm>
      </p:grpSpPr>
      <p:sp>
        <p:nvSpPr>
          <p:cNvPr id="146" name="Google Shape;146;p1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7" name="Google Shape;147;p18"/>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lvl1pPr indent="-342900" lvl="0" marL="457200" rtl="0" algn="l">
              <a:lnSpc>
                <a:spcPct val="100000"/>
              </a:lnSpc>
              <a:spcBef>
                <a:spcPts val="360"/>
              </a:spcBef>
              <a:spcAft>
                <a:spcPts val="0"/>
              </a:spcAft>
              <a:buClr>
                <a:schemeClr val="dk1"/>
              </a:buClr>
              <a:buSzPts val="1800"/>
              <a:buChar char="•"/>
              <a:defRPr/>
            </a:lvl1pPr>
            <a:lvl2pPr indent="-342900" lvl="1" marL="914400" rtl="0" algn="l">
              <a:lnSpc>
                <a:spcPct val="100000"/>
              </a:lnSpc>
              <a:spcBef>
                <a:spcPts val="360"/>
              </a:spcBef>
              <a:spcAft>
                <a:spcPts val="0"/>
              </a:spcAft>
              <a:buClr>
                <a:schemeClr val="dk1"/>
              </a:buClr>
              <a:buSzPts val="1800"/>
              <a:buChar char="–"/>
              <a:defRPr/>
            </a:lvl2pPr>
            <a:lvl3pPr indent="-342900" lvl="2" marL="1371600" rtl="0" algn="l">
              <a:lnSpc>
                <a:spcPct val="100000"/>
              </a:lnSpc>
              <a:spcBef>
                <a:spcPts val="360"/>
              </a:spcBef>
              <a:spcAft>
                <a:spcPts val="0"/>
              </a:spcAft>
              <a:buClr>
                <a:schemeClr val="dk1"/>
              </a:buClr>
              <a:buSzPts val="1800"/>
              <a:buChar char="•"/>
              <a:defRPr/>
            </a:lvl3pPr>
            <a:lvl4pPr indent="-342900" lvl="3" marL="1828800" rtl="0" algn="l">
              <a:lnSpc>
                <a:spcPct val="100000"/>
              </a:lnSpc>
              <a:spcBef>
                <a:spcPts val="360"/>
              </a:spcBef>
              <a:spcAft>
                <a:spcPts val="0"/>
              </a:spcAft>
              <a:buClr>
                <a:schemeClr val="dk1"/>
              </a:buClr>
              <a:buSzPts val="1800"/>
              <a:buChar char="–"/>
              <a:defRPr/>
            </a:lvl4pPr>
            <a:lvl5pPr indent="-342900" lvl="4" marL="2286000" rtl="0" algn="l">
              <a:lnSpc>
                <a:spcPct val="100000"/>
              </a:lnSpc>
              <a:spcBef>
                <a:spcPts val="360"/>
              </a:spcBef>
              <a:spcAft>
                <a:spcPts val="0"/>
              </a:spcAft>
              <a:buClr>
                <a:schemeClr val="dk1"/>
              </a:buClr>
              <a:buSzPts val="1800"/>
              <a:buChar char="»"/>
              <a:defRPr/>
            </a:lvl5pPr>
            <a:lvl6pPr indent="-342900" lvl="5" marL="2743200" rtl="0" algn="l">
              <a:lnSpc>
                <a:spcPct val="100000"/>
              </a:lnSpc>
              <a:spcBef>
                <a:spcPts val="360"/>
              </a:spcBef>
              <a:spcAft>
                <a:spcPts val="0"/>
              </a:spcAft>
              <a:buClr>
                <a:schemeClr val="dk1"/>
              </a:buClr>
              <a:buSzPts val="1800"/>
              <a:buChar char="»"/>
              <a:defRPr/>
            </a:lvl6pPr>
            <a:lvl7pPr indent="-342900" lvl="6" marL="3200400" rtl="0" algn="l">
              <a:lnSpc>
                <a:spcPct val="100000"/>
              </a:lnSpc>
              <a:spcBef>
                <a:spcPts val="360"/>
              </a:spcBef>
              <a:spcAft>
                <a:spcPts val="0"/>
              </a:spcAft>
              <a:buClr>
                <a:schemeClr val="dk1"/>
              </a:buClr>
              <a:buSzPts val="1800"/>
              <a:buChar char="»"/>
              <a:defRPr/>
            </a:lvl7pPr>
            <a:lvl8pPr indent="-342900" lvl="7" marL="3657600" rtl="0" algn="l">
              <a:lnSpc>
                <a:spcPct val="100000"/>
              </a:lnSpc>
              <a:spcBef>
                <a:spcPts val="360"/>
              </a:spcBef>
              <a:spcAft>
                <a:spcPts val="0"/>
              </a:spcAft>
              <a:buClr>
                <a:schemeClr val="dk1"/>
              </a:buClr>
              <a:buSzPts val="1800"/>
              <a:buChar char="»"/>
              <a:defRPr/>
            </a:lvl8pPr>
            <a:lvl9pPr indent="-342900" lvl="8" marL="4114800" rtl="0" algn="l">
              <a:lnSpc>
                <a:spcPct val="100000"/>
              </a:lnSpc>
              <a:spcBef>
                <a:spcPts val="360"/>
              </a:spcBef>
              <a:spcAft>
                <a:spcPts val="0"/>
              </a:spcAft>
              <a:buClr>
                <a:schemeClr val="dk1"/>
              </a:buClr>
              <a:buSzPts val="1800"/>
              <a:buChar char="»"/>
              <a:defRPr/>
            </a:lvl9pPr>
          </a:lstStyle>
          <a:p/>
        </p:txBody>
      </p:sp>
      <p:sp>
        <p:nvSpPr>
          <p:cNvPr id="148" name="Google Shape;148;p18"/>
          <p:cNvSpPr txBox="1"/>
          <p:nvPr>
            <p:ph idx="10" type="dt"/>
          </p:nvPr>
        </p:nvSpPr>
        <p:spPr>
          <a:xfrm>
            <a:off x="457200" y="6245225"/>
            <a:ext cx="2133600" cy="476400"/>
          </a:xfrm>
          <a:prstGeom prst="rect">
            <a:avLst/>
          </a:prstGeom>
          <a:noFill/>
          <a:ln>
            <a:noFill/>
          </a:ln>
        </p:spPr>
        <p:txBody>
          <a:bodyPr anchorCtr="0" anchor="t"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49" name="Google Shape;149;p18"/>
          <p:cNvSpPr txBox="1"/>
          <p:nvPr>
            <p:ph idx="11" type="ftr"/>
          </p:nvPr>
        </p:nvSpPr>
        <p:spPr>
          <a:xfrm>
            <a:off x="3124200" y="6245225"/>
            <a:ext cx="2895600" cy="476400"/>
          </a:xfrm>
          <a:prstGeom prst="rect">
            <a:avLst/>
          </a:prstGeom>
          <a:noFill/>
          <a:ln>
            <a:noFill/>
          </a:ln>
        </p:spPr>
        <p:txBody>
          <a:bodyPr anchorCtr="0" anchor="t"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50" name="Google Shape;150;p18"/>
          <p:cNvSpPr txBox="1"/>
          <p:nvPr>
            <p:ph idx="12" type="sldNum"/>
          </p:nvPr>
        </p:nvSpPr>
        <p:spPr>
          <a:xfrm>
            <a:off x="6553200" y="6245225"/>
            <a:ext cx="2133600" cy="476400"/>
          </a:xfrm>
          <a:prstGeom prst="rect">
            <a:avLst/>
          </a:prstGeom>
          <a:noFill/>
          <a:ln>
            <a:noFill/>
          </a:ln>
        </p:spPr>
        <p:txBody>
          <a:bodyPr anchorCtr="0" anchor="t" bIns="45700" lIns="91425" spcFirstLastPara="1" rIns="91425" wrap="square" tIns="45700">
            <a:noAutofit/>
          </a:bodyPr>
          <a:lstStyle>
            <a:lvl1pPr indent="0" lvl="0" marL="0" rtl="0" algn="r">
              <a:lnSpc>
                <a:spcPct val="100000"/>
              </a:lnSpc>
              <a:spcBef>
                <a:spcPts val="0"/>
              </a:spcBef>
              <a:spcAft>
                <a:spcPts val="0"/>
              </a:spcAft>
              <a:buNone/>
              <a:defRPr sz="1400"/>
            </a:lvl1pPr>
            <a:lvl2pPr indent="0" lvl="1" marL="0" rtl="0" algn="r">
              <a:lnSpc>
                <a:spcPct val="100000"/>
              </a:lnSpc>
              <a:spcBef>
                <a:spcPts val="0"/>
              </a:spcBef>
              <a:spcAft>
                <a:spcPts val="0"/>
              </a:spcAft>
              <a:buNone/>
              <a:defRPr sz="1400"/>
            </a:lvl2pPr>
            <a:lvl3pPr indent="0" lvl="2" marL="0" rtl="0" algn="r">
              <a:lnSpc>
                <a:spcPct val="100000"/>
              </a:lnSpc>
              <a:spcBef>
                <a:spcPts val="0"/>
              </a:spcBef>
              <a:spcAft>
                <a:spcPts val="0"/>
              </a:spcAft>
              <a:buNone/>
              <a:defRPr sz="1400"/>
            </a:lvl3pPr>
            <a:lvl4pPr indent="0" lvl="3" marL="0" rtl="0" algn="r">
              <a:lnSpc>
                <a:spcPct val="100000"/>
              </a:lnSpc>
              <a:spcBef>
                <a:spcPts val="0"/>
              </a:spcBef>
              <a:spcAft>
                <a:spcPts val="0"/>
              </a:spcAft>
              <a:buNone/>
              <a:defRPr sz="1400"/>
            </a:lvl4pPr>
            <a:lvl5pPr indent="0" lvl="4" marL="0" rtl="0" algn="r">
              <a:lnSpc>
                <a:spcPct val="100000"/>
              </a:lnSpc>
              <a:spcBef>
                <a:spcPts val="0"/>
              </a:spcBef>
              <a:spcAft>
                <a:spcPts val="0"/>
              </a:spcAft>
              <a:buNone/>
              <a:defRPr sz="1400"/>
            </a:lvl5pPr>
            <a:lvl6pPr indent="0" lvl="5" marL="0" rtl="0" algn="r">
              <a:lnSpc>
                <a:spcPct val="100000"/>
              </a:lnSpc>
              <a:spcBef>
                <a:spcPts val="0"/>
              </a:spcBef>
              <a:spcAft>
                <a:spcPts val="0"/>
              </a:spcAft>
              <a:buNone/>
              <a:defRPr sz="1400"/>
            </a:lvl6pPr>
            <a:lvl7pPr indent="0" lvl="6" marL="0" rtl="0" algn="r">
              <a:lnSpc>
                <a:spcPct val="100000"/>
              </a:lnSpc>
              <a:spcBef>
                <a:spcPts val="0"/>
              </a:spcBef>
              <a:spcAft>
                <a:spcPts val="0"/>
              </a:spcAft>
              <a:buNone/>
              <a:defRPr sz="1400"/>
            </a:lvl7pPr>
            <a:lvl8pPr indent="0" lvl="7" marL="0" rtl="0" algn="r">
              <a:lnSpc>
                <a:spcPct val="100000"/>
              </a:lnSpc>
              <a:spcBef>
                <a:spcPts val="0"/>
              </a:spcBef>
              <a:spcAft>
                <a:spcPts val="0"/>
              </a:spcAft>
              <a:buNone/>
              <a:defRPr sz="1400"/>
            </a:lvl8pPr>
            <a:lvl9pPr indent="0" lvl="8" marL="0" rtl="0" algn="r">
              <a:lnSpc>
                <a:spcPct val="100000"/>
              </a:lnSpc>
              <a:spcBef>
                <a:spcPts val="0"/>
              </a:spcBef>
              <a:spcAft>
                <a:spcPts val="0"/>
              </a:spcAft>
              <a:buNone/>
              <a:defRPr sz="14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tx">
  <p:cSld name="TITLE_AND_BODY">
    <p:spTree>
      <p:nvGrpSpPr>
        <p:cNvPr id="157" name="Shape 157"/>
        <p:cNvGrpSpPr/>
        <p:nvPr/>
      </p:nvGrpSpPr>
      <p:grpSpPr>
        <a:xfrm>
          <a:off x="0" y="0"/>
          <a:ext cx="0" cy="0"/>
          <a:chOff x="0" y="0"/>
          <a:chExt cx="0" cy="0"/>
        </a:xfrm>
      </p:grpSpPr>
      <p:sp>
        <p:nvSpPr>
          <p:cNvPr id="158" name="Google Shape;158;p2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9" name="Google Shape;159;p20"/>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lvl1pPr indent="-342900" lvl="0" marL="457200" rtl="0" algn="l">
              <a:lnSpc>
                <a:spcPct val="100000"/>
              </a:lnSpc>
              <a:spcBef>
                <a:spcPts val="360"/>
              </a:spcBef>
              <a:spcAft>
                <a:spcPts val="0"/>
              </a:spcAft>
              <a:buClr>
                <a:schemeClr val="dk1"/>
              </a:buClr>
              <a:buSzPts val="1800"/>
              <a:buChar char="•"/>
              <a:defRPr/>
            </a:lvl1pPr>
            <a:lvl2pPr indent="-342900" lvl="1" marL="914400" rtl="0" algn="l">
              <a:lnSpc>
                <a:spcPct val="100000"/>
              </a:lnSpc>
              <a:spcBef>
                <a:spcPts val="360"/>
              </a:spcBef>
              <a:spcAft>
                <a:spcPts val="0"/>
              </a:spcAft>
              <a:buClr>
                <a:schemeClr val="dk1"/>
              </a:buClr>
              <a:buSzPts val="1800"/>
              <a:buChar char="–"/>
              <a:defRPr/>
            </a:lvl2pPr>
            <a:lvl3pPr indent="-342900" lvl="2" marL="1371600" rtl="0" algn="l">
              <a:lnSpc>
                <a:spcPct val="100000"/>
              </a:lnSpc>
              <a:spcBef>
                <a:spcPts val="360"/>
              </a:spcBef>
              <a:spcAft>
                <a:spcPts val="0"/>
              </a:spcAft>
              <a:buClr>
                <a:schemeClr val="dk1"/>
              </a:buClr>
              <a:buSzPts val="1800"/>
              <a:buChar char="•"/>
              <a:defRPr/>
            </a:lvl3pPr>
            <a:lvl4pPr indent="-342900" lvl="3" marL="1828800" rtl="0" algn="l">
              <a:lnSpc>
                <a:spcPct val="100000"/>
              </a:lnSpc>
              <a:spcBef>
                <a:spcPts val="360"/>
              </a:spcBef>
              <a:spcAft>
                <a:spcPts val="0"/>
              </a:spcAft>
              <a:buClr>
                <a:schemeClr val="dk1"/>
              </a:buClr>
              <a:buSzPts val="1800"/>
              <a:buChar char="–"/>
              <a:defRPr/>
            </a:lvl4pPr>
            <a:lvl5pPr indent="-342900" lvl="4" marL="2286000" rtl="0" algn="l">
              <a:lnSpc>
                <a:spcPct val="100000"/>
              </a:lnSpc>
              <a:spcBef>
                <a:spcPts val="360"/>
              </a:spcBef>
              <a:spcAft>
                <a:spcPts val="0"/>
              </a:spcAft>
              <a:buClr>
                <a:schemeClr val="dk1"/>
              </a:buClr>
              <a:buSzPts val="1800"/>
              <a:buChar char="»"/>
              <a:defRPr/>
            </a:lvl5pPr>
            <a:lvl6pPr indent="-342900" lvl="5" marL="2743200" rtl="0" algn="l">
              <a:lnSpc>
                <a:spcPct val="100000"/>
              </a:lnSpc>
              <a:spcBef>
                <a:spcPts val="360"/>
              </a:spcBef>
              <a:spcAft>
                <a:spcPts val="0"/>
              </a:spcAft>
              <a:buClr>
                <a:schemeClr val="dk1"/>
              </a:buClr>
              <a:buSzPts val="1800"/>
              <a:buChar char="»"/>
              <a:defRPr/>
            </a:lvl6pPr>
            <a:lvl7pPr indent="-342900" lvl="6" marL="3200400" rtl="0" algn="l">
              <a:lnSpc>
                <a:spcPct val="100000"/>
              </a:lnSpc>
              <a:spcBef>
                <a:spcPts val="360"/>
              </a:spcBef>
              <a:spcAft>
                <a:spcPts val="0"/>
              </a:spcAft>
              <a:buClr>
                <a:schemeClr val="dk1"/>
              </a:buClr>
              <a:buSzPts val="1800"/>
              <a:buChar char="»"/>
              <a:defRPr/>
            </a:lvl7pPr>
            <a:lvl8pPr indent="-342900" lvl="7" marL="3657600" rtl="0" algn="l">
              <a:lnSpc>
                <a:spcPct val="100000"/>
              </a:lnSpc>
              <a:spcBef>
                <a:spcPts val="360"/>
              </a:spcBef>
              <a:spcAft>
                <a:spcPts val="0"/>
              </a:spcAft>
              <a:buClr>
                <a:schemeClr val="dk1"/>
              </a:buClr>
              <a:buSzPts val="1800"/>
              <a:buChar char="»"/>
              <a:defRPr/>
            </a:lvl8pPr>
            <a:lvl9pPr indent="-342900" lvl="8" marL="4114800" rtl="0" algn="l">
              <a:lnSpc>
                <a:spcPct val="100000"/>
              </a:lnSpc>
              <a:spcBef>
                <a:spcPts val="360"/>
              </a:spcBef>
              <a:spcAft>
                <a:spcPts val="0"/>
              </a:spcAft>
              <a:buClr>
                <a:schemeClr val="dk1"/>
              </a:buClr>
              <a:buSzPts val="1800"/>
              <a:buChar char="»"/>
              <a:defRPr/>
            </a:lvl9pPr>
          </a:lstStyle>
          <a:p/>
        </p:txBody>
      </p:sp>
      <p:sp>
        <p:nvSpPr>
          <p:cNvPr id="160" name="Google Shape;160;p20"/>
          <p:cNvSpPr txBox="1"/>
          <p:nvPr>
            <p:ph idx="10" type="dt"/>
          </p:nvPr>
        </p:nvSpPr>
        <p:spPr>
          <a:xfrm>
            <a:off x="457200" y="6245225"/>
            <a:ext cx="2133600" cy="476400"/>
          </a:xfrm>
          <a:prstGeom prst="rect">
            <a:avLst/>
          </a:prstGeom>
          <a:noFill/>
          <a:ln>
            <a:noFill/>
          </a:ln>
        </p:spPr>
        <p:txBody>
          <a:bodyPr anchorCtr="0" anchor="t"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61" name="Google Shape;161;p20"/>
          <p:cNvSpPr txBox="1"/>
          <p:nvPr>
            <p:ph idx="11" type="ftr"/>
          </p:nvPr>
        </p:nvSpPr>
        <p:spPr>
          <a:xfrm>
            <a:off x="3124200" y="6245225"/>
            <a:ext cx="2895600" cy="476400"/>
          </a:xfrm>
          <a:prstGeom prst="rect">
            <a:avLst/>
          </a:prstGeom>
          <a:noFill/>
          <a:ln>
            <a:noFill/>
          </a:ln>
        </p:spPr>
        <p:txBody>
          <a:bodyPr anchorCtr="0" anchor="t"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62" name="Google Shape;162;p20"/>
          <p:cNvSpPr txBox="1"/>
          <p:nvPr>
            <p:ph idx="12" type="sldNum"/>
          </p:nvPr>
        </p:nvSpPr>
        <p:spPr>
          <a:xfrm>
            <a:off x="6553200" y="6245225"/>
            <a:ext cx="2133600" cy="476400"/>
          </a:xfrm>
          <a:prstGeom prst="rect">
            <a:avLst/>
          </a:prstGeom>
          <a:noFill/>
          <a:ln>
            <a:noFill/>
          </a:ln>
        </p:spPr>
        <p:txBody>
          <a:bodyPr anchorCtr="0" anchor="t" bIns="45700" lIns="91425" spcFirstLastPara="1" rIns="91425" wrap="square" tIns="45700">
            <a:noAutofit/>
          </a:bodyPr>
          <a:lstStyle>
            <a:lvl1pPr indent="0" lvl="0" marL="0" rtl="0" algn="r">
              <a:lnSpc>
                <a:spcPct val="100000"/>
              </a:lnSpc>
              <a:spcBef>
                <a:spcPts val="0"/>
              </a:spcBef>
              <a:spcAft>
                <a:spcPts val="0"/>
              </a:spcAft>
              <a:buNone/>
              <a:defRPr sz="1400"/>
            </a:lvl1pPr>
            <a:lvl2pPr indent="0" lvl="1" marL="0" rtl="0" algn="r">
              <a:lnSpc>
                <a:spcPct val="100000"/>
              </a:lnSpc>
              <a:spcBef>
                <a:spcPts val="0"/>
              </a:spcBef>
              <a:spcAft>
                <a:spcPts val="0"/>
              </a:spcAft>
              <a:buNone/>
              <a:defRPr sz="1400"/>
            </a:lvl2pPr>
            <a:lvl3pPr indent="0" lvl="2" marL="0" rtl="0" algn="r">
              <a:lnSpc>
                <a:spcPct val="100000"/>
              </a:lnSpc>
              <a:spcBef>
                <a:spcPts val="0"/>
              </a:spcBef>
              <a:spcAft>
                <a:spcPts val="0"/>
              </a:spcAft>
              <a:buNone/>
              <a:defRPr sz="1400"/>
            </a:lvl3pPr>
            <a:lvl4pPr indent="0" lvl="3" marL="0" rtl="0" algn="r">
              <a:lnSpc>
                <a:spcPct val="100000"/>
              </a:lnSpc>
              <a:spcBef>
                <a:spcPts val="0"/>
              </a:spcBef>
              <a:spcAft>
                <a:spcPts val="0"/>
              </a:spcAft>
              <a:buNone/>
              <a:defRPr sz="1400"/>
            </a:lvl4pPr>
            <a:lvl5pPr indent="0" lvl="4" marL="0" rtl="0" algn="r">
              <a:lnSpc>
                <a:spcPct val="100000"/>
              </a:lnSpc>
              <a:spcBef>
                <a:spcPts val="0"/>
              </a:spcBef>
              <a:spcAft>
                <a:spcPts val="0"/>
              </a:spcAft>
              <a:buNone/>
              <a:defRPr sz="1400"/>
            </a:lvl5pPr>
            <a:lvl6pPr indent="0" lvl="5" marL="0" rtl="0" algn="r">
              <a:lnSpc>
                <a:spcPct val="100000"/>
              </a:lnSpc>
              <a:spcBef>
                <a:spcPts val="0"/>
              </a:spcBef>
              <a:spcAft>
                <a:spcPts val="0"/>
              </a:spcAft>
              <a:buNone/>
              <a:defRPr sz="1400"/>
            </a:lvl6pPr>
            <a:lvl7pPr indent="0" lvl="6" marL="0" rtl="0" algn="r">
              <a:lnSpc>
                <a:spcPct val="100000"/>
              </a:lnSpc>
              <a:spcBef>
                <a:spcPts val="0"/>
              </a:spcBef>
              <a:spcAft>
                <a:spcPts val="0"/>
              </a:spcAft>
              <a:buNone/>
              <a:defRPr sz="1400"/>
            </a:lvl7pPr>
            <a:lvl8pPr indent="0" lvl="7" marL="0" rtl="0" algn="r">
              <a:lnSpc>
                <a:spcPct val="100000"/>
              </a:lnSpc>
              <a:spcBef>
                <a:spcPts val="0"/>
              </a:spcBef>
              <a:spcAft>
                <a:spcPts val="0"/>
              </a:spcAft>
              <a:buNone/>
              <a:defRPr sz="1400"/>
            </a:lvl8pPr>
            <a:lvl9pPr indent="0" lvl="8" marL="0" rtl="0" algn="r">
              <a:lnSpc>
                <a:spcPct val="100000"/>
              </a:lnSpc>
              <a:spcBef>
                <a:spcPts val="0"/>
              </a:spcBef>
              <a:spcAft>
                <a:spcPts val="0"/>
              </a:spcAft>
              <a:buNone/>
              <a:defRPr sz="14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9" name="Shape 169"/>
        <p:cNvGrpSpPr/>
        <p:nvPr/>
      </p:nvGrpSpPr>
      <p:grpSpPr>
        <a:xfrm>
          <a:off x="0" y="0"/>
          <a:ext cx="0" cy="0"/>
          <a:chOff x="0" y="0"/>
          <a:chExt cx="0" cy="0"/>
        </a:xfrm>
      </p:grpSpPr>
      <p:sp>
        <p:nvSpPr>
          <p:cNvPr id="170" name="Google Shape;170;p2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71" name="Google Shape;171;p22"/>
          <p:cNvSpPr txBox="1"/>
          <p:nvPr>
            <p:ph idx="10" type="dt"/>
          </p:nvPr>
        </p:nvSpPr>
        <p:spPr>
          <a:xfrm>
            <a:off x="457200" y="6245225"/>
            <a:ext cx="2133600" cy="476400"/>
          </a:xfrm>
          <a:prstGeom prst="rect">
            <a:avLst/>
          </a:prstGeom>
          <a:noFill/>
          <a:ln>
            <a:noFill/>
          </a:ln>
        </p:spPr>
        <p:txBody>
          <a:bodyPr anchorCtr="0" anchor="t"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72" name="Google Shape;172;p22"/>
          <p:cNvSpPr txBox="1"/>
          <p:nvPr>
            <p:ph idx="11" type="ftr"/>
          </p:nvPr>
        </p:nvSpPr>
        <p:spPr>
          <a:xfrm>
            <a:off x="3124200" y="6245225"/>
            <a:ext cx="2895600" cy="476400"/>
          </a:xfrm>
          <a:prstGeom prst="rect">
            <a:avLst/>
          </a:prstGeom>
          <a:noFill/>
          <a:ln>
            <a:noFill/>
          </a:ln>
        </p:spPr>
        <p:txBody>
          <a:bodyPr anchorCtr="0" anchor="t"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73" name="Google Shape;173;p22"/>
          <p:cNvSpPr txBox="1"/>
          <p:nvPr>
            <p:ph idx="12" type="sldNum"/>
          </p:nvPr>
        </p:nvSpPr>
        <p:spPr>
          <a:xfrm>
            <a:off x="6553200" y="6245225"/>
            <a:ext cx="2133600" cy="476400"/>
          </a:xfrm>
          <a:prstGeom prst="rect">
            <a:avLst/>
          </a:prstGeom>
          <a:noFill/>
          <a:ln>
            <a:noFill/>
          </a:ln>
        </p:spPr>
        <p:txBody>
          <a:bodyPr anchorCtr="0" anchor="t" bIns="45700" lIns="91425" spcFirstLastPara="1" rIns="91425" wrap="square" tIns="45700">
            <a:noAutofit/>
          </a:bodyPr>
          <a:lstStyle>
            <a:lvl1pPr indent="0" lvl="0" marL="0" rtl="0" algn="r">
              <a:lnSpc>
                <a:spcPct val="100000"/>
              </a:lnSpc>
              <a:spcBef>
                <a:spcPts val="0"/>
              </a:spcBef>
              <a:spcAft>
                <a:spcPts val="0"/>
              </a:spcAft>
              <a:buNone/>
              <a:defRPr sz="1400"/>
            </a:lvl1pPr>
            <a:lvl2pPr indent="0" lvl="1" marL="0" rtl="0" algn="r">
              <a:lnSpc>
                <a:spcPct val="100000"/>
              </a:lnSpc>
              <a:spcBef>
                <a:spcPts val="0"/>
              </a:spcBef>
              <a:spcAft>
                <a:spcPts val="0"/>
              </a:spcAft>
              <a:buNone/>
              <a:defRPr sz="1400"/>
            </a:lvl2pPr>
            <a:lvl3pPr indent="0" lvl="2" marL="0" rtl="0" algn="r">
              <a:lnSpc>
                <a:spcPct val="100000"/>
              </a:lnSpc>
              <a:spcBef>
                <a:spcPts val="0"/>
              </a:spcBef>
              <a:spcAft>
                <a:spcPts val="0"/>
              </a:spcAft>
              <a:buNone/>
              <a:defRPr sz="1400"/>
            </a:lvl3pPr>
            <a:lvl4pPr indent="0" lvl="3" marL="0" rtl="0" algn="r">
              <a:lnSpc>
                <a:spcPct val="100000"/>
              </a:lnSpc>
              <a:spcBef>
                <a:spcPts val="0"/>
              </a:spcBef>
              <a:spcAft>
                <a:spcPts val="0"/>
              </a:spcAft>
              <a:buNone/>
              <a:defRPr sz="1400"/>
            </a:lvl4pPr>
            <a:lvl5pPr indent="0" lvl="4" marL="0" rtl="0" algn="r">
              <a:lnSpc>
                <a:spcPct val="100000"/>
              </a:lnSpc>
              <a:spcBef>
                <a:spcPts val="0"/>
              </a:spcBef>
              <a:spcAft>
                <a:spcPts val="0"/>
              </a:spcAft>
              <a:buNone/>
              <a:defRPr sz="1400"/>
            </a:lvl5pPr>
            <a:lvl6pPr indent="0" lvl="5" marL="0" rtl="0" algn="r">
              <a:lnSpc>
                <a:spcPct val="100000"/>
              </a:lnSpc>
              <a:spcBef>
                <a:spcPts val="0"/>
              </a:spcBef>
              <a:spcAft>
                <a:spcPts val="0"/>
              </a:spcAft>
              <a:buNone/>
              <a:defRPr sz="1400"/>
            </a:lvl6pPr>
            <a:lvl7pPr indent="0" lvl="6" marL="0" rtl="0" algn="r">
              <a:lnSpc>
                <a:spcPct val="100000"/>
              </a:lnSpc>
              <a:spcBef>
                <a:spcPts val="0"/>
              </a:spcBef>
              <a:spcAft>
                <a:spcPts val="0"/>
              </a:spcAft>
              <a:buNone/>
              <a:defRPr sz="1400"/>
            </a:lvl7pPr>
            <a:lvl8pPr indent="0" lvl="7" marL="0" rtl="0" algn="r">
              <a:lnSpc>
                <a:spcPct val="100000"/>
              </a:lnSpc>
              <a:spcBef>
                <a:spcPts val="0"/>
              </a:spcBef>
              <a:spcAft>
                <a:spcPts val="0"/>
              </a:spcAft>
              <a:buNone/>
              <a:defRPr sz="1400"/>
            </a:lvl8pPr>
            <a:lvl9pPr indent="0" lvl="8" marL="0" rtl="0" algn="r">
              <a:lnSpc>
                <a:spcPct val="100000"/>
              </a:lnSpc>
              <a:spcBef>
                <a:spcPts val="0"/>
              </a:spcBef>
              <a:spcAft>
                <a:spcPts val="0"/>
              </a:spcAft>
              <a:buNone/>
              <a:defRPr sz="14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tx">
  <p:cSld name="TITLE_AND_BODY">
    <p:spTree>
      <p:nvGrpSpPr>
        <p:cNvPr id="174" name="Shape 174"/>
        <p:cNvGrpSpPr/>
        <p:nvPr/>
      </p:nvGrpSpPr>
      <p:grpSpPr>
        <a:xfrm>
          <a:off x="0" y="0"/>
          <a:ext cx="0" cy="0"/>
          <a:chOff x="0" y="0"/>
          <a:chExt cx="0" cy="0"/>
        </a:xfrm>
      </p:grpSpPr>
      <p:sp>
        <p:nvSpPr>
          <p:cNvPr id="175" name="Google Shape;175;p2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76" name="Google Shape;176;p23"/>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lvl1pPr indent="-342900" lvl="0" marL="457200" rtl="0" algn="l">
              <a:lnSpc>
                <a:spcPct val="100000"/>
              </a:lnSpc>
              <a:spcBef>
                <a:spcPts val="360"/>
              </a:spcBef>
              <a:spcAft>
                <a:spcPts val="0"/>
              </a:spcAft>
              <a:buClr>
                <a:schemeClr val="dk1"/>
              </a:buClr>
              <a:buSzPts val="1800"/>
              <a:buChar char="•"/>
              <a:defRPr/>
            </a:lvl1pPr>
            <a:lvl2pPr indent="-342900" lvl="1" marL="914400" rtl="0" algn="l">
              <a:lnSpc>
                <a:spcPct val="100000"/>
              </a:lnSpc>
              <a:spcBef>
                <a:spcPts val="360"/>
              </a:spcBef>
              <a:spcAft>
                <a:spcPts val="0"/>
              </a:spcAft>
              <a:buClr>
                <a:schemeClr val="dk1"/>
              </a:buClr>
              <a:buSzPts val="1800"/>
              <a:buChar char="–"/>
              <a:defRPr/>
            </a:lvl2pPr>
            <a:lvl3pPr indent="-342900" lvl="2" marL="1371600" rtl="0" algn="l">
              <a:lnSpc>
                <a:spcPct val="100000"/>
              </a:lnSpc>
              <a:spcBef>
                <a:spcPts val="360"/>
              </a:spcBef>
              <a:spcAft>
                <a:spcPts val="0"/>
              </a:spcAft>
              <a:buClr>
                <a:schemeClr val="dk1"/>
              </a:buClr>
              <a:buSzPts val="1800"/>
              <a:buChar char="•"/>
              <a:defRPr/>
            </a:lvl3pPr>
            <a:lvl4pPr indent="-342900" lvl="3" marL="1828800" rtl="0" algn="l">
              <a:lnSpc>
                <a:spcPct val="100000"/>
              </a:lnSpc>
              <a:spcBef>
                <a:spcPts val="360"/>
              </a:spcBef>
              <a:spcAft>
                <a:spcPts val="0"/>
              </a:spcAft>
              <a:buClr>
                <a:schemeClr val="dk1"/>
              </a:buClr>
              <a:buSzPts val="1800"/>
              <a:buChar char="–"/>
              <a:defRPr/>
            </a:lvl4pPr>
            <a:lvl5pPr indent="-342900" lvl="4" marL="2286000" rtl="0" algn="l">
              <a:lnSpc>
                <a:spcPct val="100000"/>
              </a:lnSpc>
              <a:spcBef>
                <a:spcPts val="360"/>
              </a:spcBef>
              <a:spcAft>
                <a:spcPts val="0"/>
              </a:spcAft>
              <a:buClr>
                <a:schemeClr val="dk1"/>
              </a:buClr>
              <a:buSzPts val="1800"/>
              <a:buChar char="»"/>
              <a:defRPr/>
            </a:lvl5pPr>
            <a:lvl6pPr indent="-342900" lvl="5" marL="2743200" rtl="0" algn="l">
              <a:lnSpc>
                <a:spcPct val="100000"/>
              </a:lnSpc>
              <a:spcBef>
                <a:spcPts val="360"/>
              </a:spcBef>
              <a:spcAft>
                <a:spcPts val="0"/>
              </a:spcAft>
              <a:buClr>
                <a:schemeClr val="dk1"/>
              </a:buClr>
              <a:buSzPts val="1800"/>
              <a:buChar char="»"/>
              <a:defRPr/>
            </a:lvl6pPr>
            <a:lvl7pPr indent="-342900" lvl="6" marL="3200400" rtl="0" algn="l">
              <a:lnSpc>
                <a:spcPct val="100000"/>
              </a:lnSpc>
              <a:spcBef>
                <a:spcPts val="360"/>
              </a:spcBef>
              <a:spcAft>
                <a:spcPts val="0"/>
              </a:spcAft>
              <a:buClr>
                <a:schemeClr val="dk1"/>
              </a:buClr>
              <a:buSzPts val="1800"/>
              <a:buChar char="»"/>
              <a:defRPr/>
            </a:lvl7pPr>
            <a:lvl8pPr indent="-342900" lvl="7" marL="3657600" rtl="0" algn="l">
              <a:lnSpc>
                <a:spcPct val="100000"/>
              </a:lnSpc>
              <a:spcBef>
                <a:spcPts val="360"/>
              </a:spcBef>
              <a:spcAft>
                <a:spcPts val="0"/>
              </a:spcAft>
              <a:buClr>
                <a:schemeClr val="dk1"/>
              </a:buClr>
              <a:buSzPts val="1800"/>
              <a:buChar char="»"/>
              <a:defRPr/>
            </a:lvl8pPr>
            <a:lvl9pPr indent="-342900" lvl="8" marL="4114800" rtl="0" algn="l">
              <a:lnSpc>
                <a:spcPct val="100000"/>
              </a:lnSpc>
              <a:spcBef>
                <a:spcPts val="360"/>
              </a:spcBef>
              <a:spcAft>
                <a:spcPts val="0"/>
              </a:spcAft>
              <a:buClr>
                <a:schemeClr val="dk1"/>
              </a:buClr>
              <a:buSzPts val="1800"/>
              <a:buChar char="»"/>
              <a:defRPr/>
            </a:lvl9pPr>
          </a:lstStyle>
          <a:p/>
        </p:txBody>
      </p:sp>
      <p:sp>
        <p:nvSpPr>
          <p:cNvPr id="177" name="Google Shape;177;p23"/>
          <p:cNvSpPr txBox="1"/>
          <p:nvPr>
            <p:ph idx="10" type="dt"/>
          </p:nvPr>
        </p:nvSpPr>
        <p:spPr>
          <a:xfrm>
            <a:off x="457200" y="6245225"/>
            <a:ext cx="2133600" cy="476400"/>
          </a:xfrm>
          <a:prstGeom prst="rect">
            <a:avLst/>
          </a:prstGeom>
          <a:noFill/>
          <a:ln>
            <a:noFill/>
          </a:ln>
        </p:spPr>
        <p:txBody>
          <a:bodyPr anchorCtr="0" anchor="t"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78" name="Google Shape;178;p23"/>
          <p:cNvSpPr txBox="1"/>
          <p:nvPr>
            <p:ph idx="11" type="ftr"/>
          </p:nvPr>
        </p:nvSpPr>
        <p:spPr>
          <a:xfrm>
            <a:off x="3124200" y="6245225"/>
            <a:ext cx="2895600" cy="476400"/>
          </a:xfrm>
          <a:prstGeom prst="rect">
            <a:avLst/>
          </a:prstGeom>
          <a:noFill/>
          <a:ln>
            <a:noFill/>
          </a:ln>
        </p:spPr>
        <p:txBody>
          <a:bodyPr anchorCtr="0" anchor="t"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79" name="Google Shape;179;p23"/>
          <p:cNvSpPr txBox="1"/>
          <p:nvPr>
            <p:ph idx="12" type="sldNum"/>
          </p:nvPr>
        </p:nvSpPr>
        <p:spPr>
          <a:xfrm>
            <a:off x="6553200" y="6245225"/>
            <a:ext cx="2133600" cy="476400"/>
          </a:xfrm>
          <a:prstGeom prst="rect">
            <a:avLst/>
          </a:prstGeom>
          <a:noFill/>
          <a:ln>
            <a:noFill/>
          </a:ln>
        </p:spPr>
        <p:txBody>
          <a:bodyPr anchorCtr="0" anchor="t" bIns="45700" lIns="91425" spcFirstLastPara="1" rIns="91425" wrap="square" tIns="45700">
            <a:noAutofit/>
          </a:bodyPr>
          <a:lstStyle>
            <a:lvl1pPr indent="0" lvl="0" marL="0" rtl="0" algn="r">
              <a:lnSpc>
                <a:spcPct val="100000"/>
              </a:lnSpc>
              <a:spcBef>
                <a:spcPts val="0"/>
              </a:spcBef>
              <a:spcAft>
                <a:spcPts val="0"/>
              </a:spcAft>
              <a:buNone/>
              <a:defRPr sz="1400"/>
            </a:lvl1pPr>
            <a:lvl2pPr indent="0" lvl="1" marL="0" rtl="0" algn="r">
              <a:lnSpc>
                <a:spcPct val="100000"/>
              </a:lnSpc>
              <a:spcBef>
                <a:spcPts val="0"/>
              </a:spcBef>
              <a:spcAft>
                <a:spcPts val="0"/>
              </a:spcAft>
              <a:buNone/>
              <a:defRPr sz="1400"/>
            </a:lvl2pPr>
            <a:lvl3pPr indent="0" lvl="2" marL="0" rtl="0" algn="r">
              <a:lnSpc>
                <a:spcPct val="100000"/>
              </a:lnSpc>
              <a:spcBef>
                <a:spcPts val="0"/>
              </a:spcBef>
              <a:spcAft>
                <a:spcPts val="0"/>
              </a:spcAft>
              <a:buNone/>
              <a:defRPr sz="1400"/>
            </a:lvl3pPr>
            <a:lvl4pPr indent="0" lvl="3" marL="0" rtl="0" algn="r">
              <a:lnSpc>
                <a:spcPct val="100000"/>
              </a:lnSpc>
              <a:spcBef>
                <a:spcPts val="0"/>
              </a:spcBef>
              <a:spcAft>
                <a:spcPts val="0"/>
              </a:spcAft>
              <a:buNone/>
              <a:defRPr sz="1400"/>
            </a:lvl4pPr>
            <a:lvl5pPr indent="0" lvl="4" marL="0" rtl="0" algn="r">
              <a:lnSpc>
                <a:spcPct val="100000"/>
              </a:lnSpc>
              <a:spcBef>
                <a:spcPts val="0"/>
              </a:spcBef>
              <a:spcAft>
                <a:spcPts val="0"/>
              </a:spcAft>
              <a:buNone/>
              <a:defRPr sz="1400"/>
            </a:lvl5pPr>
            <a:lvl6pPr indent="0" lvl="5" marL="0" rtl="0" algn="r">
              <a:lnSpc>
                <a:spcPct val="100000"/>
              </a:lnSpc>
              <a:spcBef>
                <a:spcPts val="0"/>
              </a:spcBef>
              <a:spcAft>
                <a:spcPts val="0"/>
              </a:spcAft>
              <a:buNone/>
              <a:defRPr sz="1400"/>
            </a:lvl6pPr>
            <a:lvl7pPr indent="0" lvl="6" marL="0" rtl="0" algn="r">
              <a:lnSpc>
                <a:spcPct val="100000"/>
              </a:lnSpc>
              <a:spcBef>
                <a:spcPts val="0"/>
              </a:spcBef>
              <a:spcAft>
                <a:spcPts val="0"/>
              </a:spcAft>
              <a:buNone/>
              <a:defRPr sz="1400"/>
            </a:lvl7pPr>
            <a:lvl8pPr indent="0" lvl="7" marL="0" rtl="0" algn="r">
              <a:lnSpc>
                <a:spcPct val="100000"/>
              </a:lnSpc>
              <a:spcBef>
                <a:spcPts val="0"/>
              </a:spcBef>
              <a:spcAft>
                <a:spcPts val="0"/>
              </a:spcAft>
              <a:buNone/>
              <a:defRPr sz="1400"/>
            </a:lvl8pPr>
            <a:lvl9pPr indent="0" lvl="8" marL="0" rtl="0" algn="r">
              <a:lnSpc>
                <a:spcPct val="100000"/>
              </a:lnSpc>
              <a:spcBef>
                <a:spcPts val="0"/>
              </a:spcBef>
              <a:spcAft>
                <a:spcPts val="0"/>
              </a:spcAft>
              <a:buNone/>
              <a:defRPr sz="14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0" name="Shape 180"/>
        <p:cNvGrpSpPr/>
        <p:nvPr/>
      </p:nvGrpSpPr>
      <p:grpSpPr>
        <a:xfrm>
          <a:off x="0" y="0"/>
          <a:ext cx="0" cy="0"/>
          <a:chOff x="0" y="0"/>
          <a:chExt cx="0" cy="0"/>
        </a:xfrm>
      </p:grpSpPr>
      <p:sp>
        <p:nvSpPr>
          <p:cNvPr id="181" name="Google Shape;181;p24"/>
          <p:cNvSpPr txBox="1"/>
          <p:nvPr>
            <p:ph idx="10" type="dt"/>
          </p:nvPr>
        </p:nvSpPr>
        <p:spPr>
          <a:xfrm>
            <a:off x="457200" y="6245225"/>
            <a:ext cx="2133600" cy="476400"/>
          </a:xfrm>
          <a:prstGeom prst="rect">
            <a:avLst/>
          </a:prstGeom>
          <a:noFill/>
          <a:ln>
            <a:noFill/>
          </a:ln>
        </p:spPr>
        <p:txBody>
          <a:bodyPr anchorCtr="0" anchor="t"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82" name="Google Shape;182;p24"/>
          <p:cNvSpPr txBox="1"/>
          <p:nvPr>
            <p:ph idx="11" type="ftr"/>
          </p:nvPr>
        </p:nvSpPr>
        <p:spPr>
          <a:xfrm>
            <a:off x="3124200" y="6245225"/>
            <a:ext cx="2895600" cy="476400"/>
          </a:xfrm>
          <a:prstGeom prst="rect">
            <a:avLst/>
          </a:prstGeom>
          <a:noFill/>
          <a:ln>
            <a:noFill/>
          </a:ln>
        </p:spPr>
        <p:txBody>
          <a:bodyPr anchorCtr="0" anchor="t"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83" name="Google Shape;183;p24"/>
          <p:cNvSpPr txBox="1"/>
          <p:nvPr>
            <p:ph idx="12" type="sldNum"/>
          </p:nvPr>
        </p:nvSpPr>
        <p:spPr>
          <a:xfrm>
            <a:off x="6553200" y="6245225"/>
            <a:ext cx="2133600" cy="476400"/>
          </a:xfrm>
          <a:prstGeom prst="rect">
            <a:avLst/>
          </a:prstGeom>
          <a:noFill/>
          <a:ln>
            <a:noFill/>
          </a:ln>
        </p:spPr>
        <p:txBody>
          <a:bodyPr anchorCtr="0" anchor="t" bIns="45700" lIns="91425" spcFirstLastPara="1" rIns="91425" wrap="square" tIns="45700">
            <a:noAutofit/>
          </a:bodyPr>
          <a:lstStyle>
            <a:lvl1pPr indent="0" lvl="0" marL="0" rtl="0" algn="r">
              <a:lnSpc>
                <a:spcPct val="100000"/>
              </a:lnSpc>
              <a:spcBef>
                <a:spcPts val="0"/>
              </a:spcBef>
              <a:spcAft>
                <a:spcPts val="0"/>
              </a:spcAft>
              <a:buNone/>
              <a:defRPr sz="1400"/>
            </a:lvl1pPr>
            <a:lvl2pPr indent="0" lvl="1" marL="0" rtl="0" algn="r">
              <a:lnSpc>
                <a:spcPct val="100000"/>
              </a:lnSpc>
              <a:spcBef>
                <a:spcPts val="0"/>
              </a:spcBef>
              <a:spcAft>
                <a:spcPts val="0"/>
              </a:spcAft>
              <a:buNone/>
              <a:defRPr sz="1400"/>
            </a:lvl2pPr>
            <a:lvl3pPr indent="0" lvl="2" marL="0" rtl="0" algn="r">
              <a:lnSpc>
                <a:spcPct val="100000"/>
              </a:lnSpc>
              <a:spcBef>
                <a:spcPts val="0"/>
              </a:spcBef>
              <a:spcAft>
                <a:spcPts val="0"/>
              </a:spcAft>
              <a:buNone/>
              <a:defRPr sz="1400"/>
            </a:lvl3pPr>
            <a:lvl4pPr indent="0" lvl="3" marL="0" rtl="0" algn="r">
              <a:lnSpc>
                <a:spcPct val="100000"/>
              </a:lnSpc>
              <a:spcBef>
                <a:spcPts val="0"/>
              </a:spcBef>
              <a:spcAft>
                <a:spcPts val="0"/>
              </a:spcAft>
              <a:buNone/>
              <a:defRPr sz="1400"/>
            </a:lvl4pPr>
            <a:lvl5pPr indent="0" lvl="4" marL="0" rtl="0" algn="r">
              <a:lnSpc>
                <a:spcPct val="100000"/>
              </a:lnSpc>
              <a:spcBef>
                <a:spcPts val="0"/>
              </a:spcBef>
              <a:spcAft>
                <a:spcPts val="0"/>
              </a:spcAft>
              <a:buNone/>
              <a:defRPr sz="1400"/>
            </a:lvl5pPr>
            <a:lvl6pPr indent="0" lvl="5" marL="0" rtl="0" algn="r">
              <a:lnSpc>
                <a:spcPct val="100000"/>
              </a:lnSpc>
              <a:spcBef>
                <a:spcPts val="0"/>
              </a:spcBef>
              <a:spcAft>
                <a:spcPts val="0"/>
              </a:spcAft>
              <a:buNone/>
              <a:defRPr sz="1400"/>
            </a:lvl6pPr>
            <a:lvl7pPr indent="0" lvl="6" marL="0" rtl="0" algn="r">
              <a:lnSpc>
                <a:spcPct val="100000"/>
              </a:lnSpc>
              <a:spcBef>
                <a:spcPts val="0"/>
              </a:spcBef>
              <a:spcAft>
                <a:spcPts val="0"/>
              </a:spcAft>
              <a:buNone/>
              <a:defRPr sz="1400"/>
            </a:lvl7pPr>
            <a:lvl8pPr indent="0" lvl="7" marL="0" rtl="0" algn="r">
              <a:lnSpc>
                <a:spcPct val="100000"/>
              </a:lnSpc>
              <a:spcBef>
                <a:spcPts val="0"/>
              </a:spcBef>
              <a:spcAft>
                <a:spcPts val="0"/>
              </a:spcAft>
              <a:buNone/>
              <a:defRPr sz="1400"/>
            </a:lvl8pPr>
            <a:lvl9pPr indent="0" lvl="8" marL="0" rtl="0" algn="r">
              <a:lnSpc>
                <a:spcPct val="100000"/>
              </a:lnSpc>
              <a:spcBef>
                <a:spcPts val="0"/>
              </a:spcBef>
              <a:spcAft>
                <a:spcPts val="0"/>
              </a:spcAft>
              <a:buNone/>
              <a:defRPr sz="14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0" name="Shape 190"/>
        <p:cNvGrpSpPr/>
        <p:nvPr/>
      </p:nvGrpSpPr>
      <p:grpSpPr>
        <a:xfrm>
          <a:off x="0" y="0"/>
          <a:ext cx="0" cy="0"/>
          <a:chOff x="0" y="0"/>
          <a:chExt cx="0" cy="0"/>
        </a:xfrm>
      </p:grpSpPr>
      <p:sp>
        <p:nvSpPr>
          <p:cNvPr id="191" name="Google Shape;191;p2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92" name="Google Shape;192;p26"/>
          <p:cNvSpPr txBox="1"/>
          <p:nvPr>
            <p:ph idx="10" type="dt"/>
          </p:nvPr>
        </p:nvSpPr>
        <p:spPr>
          <a:xfrm>
            <a:off x="457200" y="6245225"/>
            <a:ext cx="2133600" cy="476400"/>
          </a:xfrm>
          <a:prstGeom prst="rect">
            <a:avLst/>
          </a:prstGeom>
          <a:noFill/>
          <a:ln>
            <a:noFill/>
          </a:ln>
        </p:spPr>
        <p:txBody>
          <a:bodyPr anchorCtr="0" anchor="t"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93" name="Google Shape;193;p26"/>
          <p:cNvSpPr txBox="1"/>
          <p:nvPr>
            <p:ph idx="11" type="ftr"/>
          </p:nvPr>
        </p:nvSpPr>
        <p:spPr>
          <a:xfrm>
            <a:off x="3124200" y="6245225"/>
            <a:ext cx="2895600" cy="476400"/>
          </a:xfrm>
          <a:prstGeom prst="rect">
            <a:avLst/>
          </a:prstGeom>
          <a:noFill/>
          <a:ln>
            <a:noFill/>
          </a:ln>
        </p:spPr>
        <p:txBody>
          <a:bodyPr anchorCtr="0" anchor="t"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94" name="Google Shape;194;p26"/>
          <p:cNvSpPr txBox="1"/>
          <p:nvPr>
            <p:ph idx="12" type="sldNum"/>
          </p:nvPr>
        </p:nvSpPr>
        <p:spPr>
          <a:xfrm>
            <a:off x="6553200" y="6245225"/>
            <a:ext cx="2133600" cy="476400"/>
          </a:xfrm>
          <a:prstGeom prst="rect">
            <a:avLst/>
          </a:prstGeom>
          <a:noFill/>
          <a:ln>
            <a:noFill/>
          </a:ln>
        </p:spPr>
        <p:txBody>
          <a:bodyPr anchorCtr="0" anchor="t" bIns="45700" lIns="91425" spcFirstLastPara="1" rIns="91425" wrap="square" tIns="45700">
            <a:noAutofit/>
          </a:bodyPr>
          <a:lstStyle>
            <a:lvl1pPr indent="0" lvl="0" marL="0" rtl="0" algn="r">
              <a:lnSpc>
                <a:spcPct val="100000"/>
              </a:lnSpc>
              <a:spcBef>
                <a:spcPts val="0"/>
              </a:spcBef>
              <a:spcAft>
                <a:spcPts val="0"/>
              </a:spcAft>
              <a:buNone/>
              <a:defRPr sz="1400"/>
            </a:lvl1pPr>
            <a:lvl2pPr indent="0" lvl="1" marL="0" rtl="0" algn="r">
              <a:lnSpc>
                <a:spcPct val="100000"/>
              </a:lnSpc>
              <a:spcBef>
                <a:spcPts val="0"/>
              </a:spcBef>
              <a:spcAft>
                <a:spcPts val="0"/>
              </a:spcAft>
              <a:buNone/>
              <a:defRPr sz="1400"/>
            </a:lvl2pPr>
            <a:lvl3pPr indent="0" lvl="2" marL="0" rtl="0" algn="r">
              <a:lnSpc>
                <a:spcPct val="100000"/>
              </a:lnSpc>
              <a:spcBef>
                <a:spcPts val="0"/>
              </a:spcBef>
              <a:spcAft>
                <a:spcPts val="0"/>
              </a:spcAft>
              <a:buNone/>
              <a:defRPr sz="1400"/>
            </a:lvl3pPr>
            <a:lvl4pPr indent="0" lvl="3" marL="0" rtl="0" algn="r">
              <a:lnSpc>
                <a:spcPct val="100000"/>
              </a:lnSpc>
              <a:spcBef>
                <a:spcPts val="0"/>
              </a:spcBef>
              <a:spcAft>
                <a:spcPts val="0"/>
              </a:spcAft>
              <a:buNone/>
              <a:defRPr sz="1400"/>
            </a:lvl4pPr>
            <a:lvl5pPr indent="0" lvl="4" marL="0" rtl="0" algn="r">
              <a:lnSpc>
                <a:spcPct val="100000"/>
              </a:lnSpc>
              <a:spcBef>
                <a:spcPts val="0"/>
              </a:spcBef>
              <a:spcAft>
                <a:spcPts val="0"/>
              </a:spcAft>
              <a:buNone/>
              <a:defRPr sz="1400"/>
            </a:lvl5pPr>
            <a:lvl6pPr indent="0" lvl="5" marL="0" rtl="0" algn="r">
              <a:lnSpc>
                <a:spcPct val="100000"/>
              </a:lnSpc>
              <a:spcBef>
                <a:spcPts val="0"/>
              </a:spcBef>
              <a:spcAft>
                <a:spcPts val="0"/>
              </a:spcAft>
              <a:buNone/>
              <a:defRPr sz="1400"/>
            </a:lvl6pPr>
            <a:lvl7pPr indent="0" lvl="6" marL="0" rtl="0" algn="r">
              <a:lnSpc>
                <a:spcPct val="100000"/>
              </a:lnSpc>
              <a:spcBef>
                <a:spcPts val="0"/>
              </a:spcBef>
              <a:spcAft>
                <a:spcPts val="0"/>
              </a:spcAft>
              <a:buNone/>
              <a:defRPr sz="1400"/>
            </a:lvl7pPr>
            <a:lvl8pPr indent="0" lvl="7" marL="0" rtl="0" algn="r">
              <a:lnSpc>
                <a:spcPct val="100000"/>
              </a:lnSpc>
              <a:spcBef>
                <a:spcPts val="0"/>
              </a:spcBef>
              <a:spcAft>
                <a:spcPts val="0"/>
              </a:spcAft>
              <a:buNone/>
              <a:defRPr sz="1400"/>
            </a:lvl8pPr>
            <a:lvl9pPr indent="0" lvl="8" marL="0" rtl="0" algn="r">
              <a:lnSpc>
                <a:spcPct val="100000"/>
              </a:lnSpc>
              <a:spcBef>
                <a:spcPts val="0"/>
              </a:spcBef>
              <a:spcAft>
                <a:spcPts val="0"/>
              </a:spcAft>
              <a:buNone/>
              <a:defRPr sz="14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tx">
  <p:cSld name="TITLE_AND_BODY">
    <p:spTree>
      <p:nvGrpSpPr>
        <p:cNvPr id="201" name="Shape 201"/>
        <p:cNvGrpSpPr/>
        <p:nvPr/>
      </p:nvGrpSpPr>
      <p:grpSpPr>
        <a:xfrm>
          <a:off x="0" y="0"/>
          <a:ext cx="0" cy="0"/>
          <a:chOff x="0" y="0"/>
          <a:chExt cx="0" cy="0"/>
        </a:xfrm>
      </p:grpSpPr>
      <p:sp>
        <p:nvSpPr>
          <p:cNvPr id="202" name="Google Shape;202;p2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03" name="Google Shape;203;p28"/>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lvl1pPr indent="-342900" lvl="0" marL="457200" rtl="0" algn="l">
              <a:lnSpc>
                <a:spcPct val="100000"/>
              </a:lnSpc>
              <a:spcBef>
                <a:spcPts val="360"/>
              </a:spcBef>
              <a:spcAft>
                <a:spcPts val="0"/>
              </a:spcAft>
              <a:buClr>
                <a:schemeClr val="dk1"/>
              </a:buClr>
              <a:buSzPts val="1800"/>
              <a:buChar char="•"/>
              <a:defRPr/>
            </a:lvl1pPr>
            <a:lvl2pPr indent="-342900" lvl="1" marL="914400" rtl="0" algn="l">
              <a:lnSpc>
                <a:spcPct val="100000"/>
              </a:lnSpc>
              <a:spcBef>
                <a:spcPts val="360"/>
              </a:spcBef>
              <a:spcAft>
                <a:spcPts val="0"/>
              </a:spcAft>
              <a:buClr>
                <a:schemeClr val="dk1"/>
              </a:buClr>
              <a:buSzPts val="1800"/>
              <a:buChar char="–"/>
              <a:defRPr/>
            </a:lvl2pPr>
            <a:lvl3pPr indent="-342900" lvl="2" marL="1371600" rtl="0" algn="l">
              <a:lnSpc>
                <a:spcPct val="100000"/>
              </a:lnSpc>
              <a:spcBef>
                <a:spcPts val="360"/>
              </a:spcBef>
              <a:spcAft>
                <a:spcPts val="0"/>
              </a:spcAft>
              <a:buClr>
                <a:schemeClr val="dk1"/>
              </a:buClr>
              <a:buSzPts val="1800"/>
              <a:buChar char="•"/>
              <a:defRPr/>
            </a:lvl3pPr>
            <a:lvl4pPr indent="-342900" lvl="3" marL="1828800" rtl="0" algn="l">
              <a:lnSpc>
                <a:spcPct val="100000"/>
              </a:lnSpc>
              <a:spcBef>
                <a:spcPts val="360"/>
              </a:spcBef>
              <a:spcAft>
                <a:spcPts val="0"/>
              </a:spcAft>
              <a:buClr>
                <a:schemeClr val="dk1"/>
              </a:buClr>
              <a:buSzPts val="1800"/>
              <a:buChar char="–"/>
              <a:defRPr/>
            </a:lvl4pPr>
            <a:lvl5pPr indent="-342900" lvl="4" marL="2286000" rtl="0" algn="l">
              <a:lnSpc>
                <a:spcPct val="100000"/>
              </a:lnSpc>
              <a:spcBef>
                <a:spcPts val="360"/>
              </a:spcBef>
              <a:spcAft>
                <a:spcPts val="0"/>
              </a:spcAft>
              <a:buClr>
                <a:schemeClr val="dk1"/>
              </a:buClr>
              <a:buSzPts val="1800"/>
              <a:buChar char="»"/>
              <a:defRPr/>
            </a:lvl5pPr>
            <a:lvl6pPr indent="-342900" lvl="5" marL="2743200" rtl="0" algn="l">
              <a:lnSpc>
                <a:spcPct val="100000"/>
              </a:lnSpc>
              <a:spcBef>
                <a:spcPts val="360"/>
              </a:spcBef>
              <a:spcAft>
                <a:spcPts val="0"/>
              </a:spcAft>
              <a:buClr>
                <a:schemeClr val="dk1"/>
              </a:buClr>
              <a:buSzPts val="1800"/>
              <a:buChar char="»"/>
              <a:defRPr/>
            </a:lvl6pPr>
            <a:lvl7pPr indent="-342900" lvl="6" marL="3200400" rtl="0" algn="l">
              <a:lnSpc>
                <a:spcPct val="100000"/>
              </a:lnSpc>
              <a:spcBef>
                <a:spcPts val="360"/>
              </a:spcBef>
              <a:spcAft>
                <a:spcPts val="0"/>
              </a:spcAft>
              <a:buClr>
                <a:schemeClr val="dk1"/>
              </a:buClr>
              <a:buSzPts val="1800"/>
              <a:buChar char="»"/>
              <a:defRPr/>
            </a:lvl7pPr>
            <a:lvl8pPr indent="-342900" lvl="7" marL="3657600" rtl="0" algn="l">
              <a:lnSpc>
                <a:spcPct val="100000"/>
              </a:lnSpc>
              <a:spcBef>
                <a:spcPts val="360"/>
              </a:spcBef>
              <a:spcAft>
                <a:spcPts val="0"/>
              </a:spcAft>
              <a:buClr>
                <a:schemeClr val="dk1"/>
              </a:buClr>
              <a:buSzPts val="1800"/>
              <a:buChar char="»"/>
              <a:defRPr/>
            </a:lvl8pPr>
            <a:lvl9pPr indent="-342900" lvl="8" marL="4114800" rtl="0" algn="l">
              <a:lnSpc>
                <a:spcPct val="100000"/>
              </a:lnSpc>
              <a:spcBef>
                <a:spcPts val="360"/>
              </a:spcBef>
              <a:spcAft>
                <a:spcPts val="0"/>
              </a:spcAft>
              <a:buClr>
                <a:schemeClr val="dk1"/>
              </a:buClr>
              <a:buSzPts val="1800"/>
              <a:buChar char="»"/>
              <a:defRPr/>
            </a:lvl9pPr>
          </a:lstStyle>
          <a:p/>
        </p:txBody>
      </p:sp>
      <p:sp>
        <p:nvSpPr>
          <p:cNvPr id="204" name="Google Shape;204;p28"/>
          <p:cNvSpPr txBox="1"/>
          <p:nvPr>
            <p:ph idx="10" type="dt"/>
          </p:nvPr>
        </p:nvSpPr>
        <p:spPr>
          <a:xfrm>
            <a:off x="457200" y="6245225"/>
            <a:ext cx="2133600" cy="476400"/>
          </a:xfrm>
          <a:prstGeom prst="rect">
            <a:avLst/>
          </a:prstGeom>
          <a:noFill/>
          <a:ln>
            <a:noFill/>
          </a:ln>
        </p:spPr>
        <p:txBody>
          <a:bodyPr anchorCtr="0" anchor="t"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05" name="Google Shape;205;p28"/>
          <p:cNvSpPr txBox="1"/>
          <p:nvPr>
            <p:ph idx="11" type="ftr"/>
          </p:nvPr>
        </p:nvSpPr>
        <p:spPr>
          <a:xfrm>
            <a:off x="3124200" y="6245225"/>
            <a:ext cx="2895600" cy="476400"/>
          </a:xfrm>
          <a:prstGeom prst="rect">
            <a:avLst/>
          </a:prstGeom>
          <a:noFill/>
          <a:ln>
            <a:noFill/>
          </a:ln>
        </p:spPr>
        <p:txBody>
          <a:bodyPr anchorCtr="0" anchor="t"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06" name="Google Shape;206;p28"/>
          <p:cNvSpPr txBox="1"/>
          <p:nvPr>
            <p:ph idx="12" type="sldNum"/>
          </p:nvPr>
        </p:nvSpPr>
        <p:spPr>
          <a:xfrm>
            <a:off x="6553200" y="6245225"/>
            <a:ext cx="2133600" cy="476400"/>
          </a:xfrm>
          <a:prstGeom prst="rect">
            <a:avLst/>
          </a:prstGeom>
          <a:noFill/>
          <a:ln>
            <a:noFill/>
          </a:ln>
        </p:spPr>
        <p:txBody>
          <a:bodyPr anchorCtr="0" anchor="t" bIns="45700" lIns="91425" spcFirstLastPara="1" rIns="91425" wrap="square" tIns="45700">
            <a:noAutofit/>
          </a:bodyPr>
          <a:lstStyle>
            <a:lvl1pPr indent="0" lvl="0" marL="0" rtl="0" algn="r">
              <a:lnSpc>
                <a:spcPct val="100000"/>
              </a:lnSpc>
              <a:spcBef>
                <a:spcPts val="0"/>
              </a:spcBef>
              <a:spcAft>
                <a:spcPts val="0"/>
              </a:spcAft>
              <a:buNone/>
              <a:defRPr sz="1400"/>
            </a:lvl1pPr>
            <a:lvl2pPr indent="0" lvl="1" marL="0" rtl="0" algn="r">
              <a:lnSpc>
                <a:spcPct val="100000"/>
              </a:lnSpc>
              <a:spcBef>
                <a:spcPts val="0"/>
              </a:spcBef>
              <a:spcAft>
                <a:spcPts val="0"/>
              </a:spcAft>
              <a:buNone/>
              <a:defRPr sz="1400"/>
            </a:lvl2pPr>
            <a:lvl3pPr indent="0" lvl="2" marL="0" rtl="0" algn="r">
              <a:lnSpc>
                <a:spcPct val="100000"/>
              </a:lnSpc>
              <a:spcBef>
                <a:spcPts val="0"/>
              </a:spcBef>
              <a:spcAft>
                <a:spcPts val="0"/>
              </a:spcAft>
              <a:buNone/>
              <a:defRPr sz="1400"/>
            </a:lvl3pPr>
            <a:lvl4pPr indent="0" lvl="3" marL="0" rtl="0" algn="r">
              <a:lnSpc>
                <a:spcPct val="100000"/>
              </a:lnSpc>
              <a:spcBef>
                <a:spcPts val="0"/>
              </a:spcBef>
              <a:spcAft>
                <a:spcPts val="0"/>
              </a:spcAft>
              <a:buNone/>
              <a:defRPr sz="1400"/>
            </a:lvl4pPr>
            <a:lvl5pPr indent="0" lvl="4" marL="0" rtl="0" algn="r">
              <a:lnSpc>
                <a:spcPct val="100000"/>
              </a:lnSpc>
              <a:spcBef>
                <a:spcPts val="0"/>
              </a:spcBef>
              <a:spcAft>
                <a:spcPts val="0"/>
              </a:spcAft>
              <a:buNone/>
              <a:defRPr sz="1400"/>
            </a:lvl5pPr>
            <a:lvl6pPr indent="0" lvl="5" marL="0" rtl="0" algn="r">
              <a:lnSpc>
                <a:spcPct val="100000"/>
              </a:lnSpc>
              <a:spcBef>
                <a:spcPts val="0"/>
              </a:spcBef>
              <a:spcAft>
                <a:spcPts val="0"/>
              </a:spcAft>
              <a:buNone/>
              <a:defRPr sz="1400"/>
            </a:lvl6pPr>
            <a:lvl7pPr indent="0" lvl="6" marL="0" rtl="0" algn="r">
              <a:lnSpc>
                <a:spcPct val="100000"/>
              </a:lnSpc>
              <a:spcBef>
                <a:spcPts val="0"/>
              </a:spcBef>
              <a:spcAft>
                <a:spcPts val="0"/>
              </a:spcAft>
              <a:buNone/>
              <a:defRPr sz="1400"/>
            </a:lvl7pPr>
            <a:lvl8pPr indent="0" lvl="7" marL="0" rtl="0" algn="r">
              <a:lnSpc>
                <a:spcPct val="100000"/>
              </a:lnSpc>
              <a:spcBef>
                <a:spcPts val="0"/>
              </a:spcBef>
              <a:spcAft>
                <a:spcPts val="0"/>
              </a:spcAft>
              <a:buNone/>
              <a:defRPr sz="1400"/>
            </a:lvl8pPr>
            <a:lvl9pPr indent="0" lvl="8" marL="0" rtl="0" algn="r">
              <a:lnSpc>
                <a:spcPct val="100000"/>
              </a:lnSpc>
              <a:spcBef>
                <a:spcPts val="0"/>
              </a:spcBef>
              <a:spcAft>
                <a:spcPts val="0"/>
              </a:spcAft>
              <a:buNone/>
              <a:defRPr sz="14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tx">
  <p:cSld name="TITLE_AND_BODY">
    <p:spTree>
      <p:nvGrpSpPr>
        <p:cNvPr id="213" name="Shape 213"/>
        <p:cNvGrpSpPr/>
        <p:nvPr/>
      </p:nvGrpSpPr>
      <p:grpSpPr>
        <a:xfrm>
          <a:off x="0" y="0"/>
          <a:ext cx="0" cy="0"/>
          <a:chOff x="0" y="0"/>
          <a:chExt cx="0" cy="0"/>
        </a:xfrm>
      </p:grpSpPr>
      <p:sp>
        <p:nvSpPr>
          <p:cNvPr id="214" name="Google Shape;214;p30"/>
          <p:cNvSpPr txBox="1"/>
          <p:nvPr>
            <p:ph type="title"/>
          </p:nvPr>
        </p:nvSpPr>
        <p:spPr>
          <a:xfrm>
            <a:off x="457200" y="292100"/>
            <a:ext cx="8229600" cy="13842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15" name="Google Shape;215;p30"/>
          <p:cNvSpPr txBox="1"/>
          <p:nvPr>
            <p:ph idx="1" type="body"/>
          </p:nvPr>
        </p:nvSpPr>
        <p:spPr>
          <a:xfrm>
            <a:off x="457200" y="1905000"/>
            <a:ext cx="8229600" cy="4114800"/>
          </a:xfrm>
          <a:prstGeom prst="rect">
            <a:avLst/>
          </a:prstGeom>
          <a:noFill/>
          <a:ln>
            <a:noFill/>
          </a:ln>
        </p:spPr>
        <p:txBody>
          <a:bodyPr anchorCtr="0" anchor="t" bIns="45700" lIns="91425" spcFirstLastPara="1" rIns="91425" wrap="square" tIns="45700">
            <a:noAutofit/>
          </a:bodyPr>
          <a:lstStyle>
            <a:lvl1pPr indent="-365760" lvl="0" marL="457200" rtl="0" algn="l">
              <a:lnSpc>
                <a:spcPct val="100000"/>
              </a:lnSpc>
              <a:spcBef>
                <a:spcPts val="360"/>
              </a:spcBef>
              <a:spcAft>
                <a:spcPts val="0"/>
              </a:spcAft>
              <a:buSzPts val="2160"/>
              <a:buChar char="•"/>
              <a:defRPr/>
            </a:lvl1pPr>
            <a:lvl2pPr indent="-342900" lvl="1" marL="914400" rtl="0" algn="l">
              <a:lnSpc>
                <a:spcPct val="100000"/>
              </a:lnSpc>
              <a:spcBef>
                <a:spcPts val="360"/>
              </a:spcBef>
              <a:spcAft>
                <a:spcPts val="0"/>
              </a:spcAft>
              <a:buClr>
                <a:schemeClr val="dk1"/>
              </a:buClr>
              <a:buSzPts val="1800"/>
              <a:buChar char="–"/>
              <a:defRPr/>
            </a:lvl2pPr>
            <a:lvl3pPr indent="-365760" lvl="2" marL="1371600" rtl="0" algn="l">
              <a:lnSpc>
                <a:spcPct val="100000"/>
              </a:lnSpc>
              <a:spcBef>
                <a:spcPts val="360"/>
              </a:spcBef>
              <a:spcAft>
                <a:spcPts val="0"/>
              </a:spcAft>
              <a:buSzPts val="2160"/>
              <a:buChar char="•"/>
              <a:defRPr/>
            </a:lvl3pPr>
            <a:lvl4pPr indent="-342900" lvl="3" marL="1828800" rtl="0" algn="l">
              <a:lnSpc>
                <a:spcPct val="100000"/>
              </a:lnSpc>
              <a:spcBef>
                <a:spcPts val="360"/>
              </a:spcBef>
              <a:spcAft>
                <a:spcPts val="0"/>
              </a:spcAft>
              <a:buClr>
                <a:schemeClr val="dk1"/>
              </a:buClr>
              <a:buSzPts val="1800"/>
              <a:buChar char="–"/>
              <a:defRPr/>
            </a:lvl4pPr>
            <a:lvl5pPr indent="-320039" lvl="4" marL="2286000" rtl="0" algn="l">
              <a:lnSpc>
                <a:spcPct val="100000"/>
              </a:lnSpc>
              <a:spcBef>
                <a:spcPts val="360"/>
              </a:spcBef>
              <a:spcAft>
                <a:spcPts val="0"/>
              </a:spcAft>
              <a:buSzPts val="1440"/>
              <a:buChar char="❖"/>
              <a:defRPr/>
            </a:lvl5pPr>
            <a:lvl6pPr indent="-320039" lvl="5" marL="2743200" rtl="0" algn="l">
              <a:lnSpc>
                <a:spcPct val="100000"/>
              </a:lnSpc>
              <a:spcBef>
                <a:spcPts val="360"/>
              </a:spcBef>
              <a:spcAft>
                <a:spcPts val="0"/>
              </a:spcAft>
              <a:buSzPts val="1440"/>
              <a:buChar char="❖"/>
              <a:defRPr/>
            </a:lvl6pPr>
            <a:lvl7pPr indent="-320039" lvl="6" marL="3200400" rtl="0" algn="l">
              <a:lnSpc>
                <a:spcPct val="100000"/>
              </a:lnSpc>
              <a:spcBef>
                <a:spcPts val="360"/>
              </a:spcBef>
              <a:spcAft>
                <a:spcPts val="0"/>
              </a:spcAft>
              <a:buSzPts val="1440"/>
              <a:buChar char="❖"/>
              <a:defRPr/>
            </a:lvl7pPr>
            <a:lvl8pPr indent="-320040" lvl="7" marL="3657600" rtl="0" algn="l">
              <a:lnSpc>
                <a:spcPct val="100000"/>
              </a:lnSpc>
              <a:spcBef>
                <a:spcPts val="360"/>
              </a:spcBef>
              <a:spcAft>
                <a:spcPts val="0"/>
              </a:spcAft>
              <a:buSzPts val="1440"/>
              <a:buChar char="❖"/>
              <a:defRPr/>
            </a:lvl8pPr>
            <a:lvl9pPr indent="-320040" lvl="8" marL="4114800" rtl="0" algn="l">
              <a:lnSpc>
                <a:spcPct val="100000"/>
              </a:lnSpc>
              <a:spcBef>
                <a:spcPts val="360"/>
              </a:spcBef>
              <a:spcAft>
                <a:spcPts val="0"/>
              </a:spcAft>
              <a:buSzPts val="1440"/>
              <a:buChar char="❖"/>
              <a:defRPr/>
            </a:lvl9pPr>
          </a:lstStyle>
          <a:p/>
        </p:txBody>
      </p:sp>
      <p:sp>
        <p:nvSpPr>
          <p:cNvPr id="216" name="Google Shape;216;p30"/>
          <p:cNvSpPr txBox="1"/>
          <p:nvPr>
            <p:ph idx="10" type="dt"/>
          </p:nvPr>
        </p:nvSpPr>
        <p:spPr>
          <a:xfrm>
            <a:off x="457200" y="6245225"/>
            <a:ext cx="2133600" cy="476400"/>
          </a:xfrm>
          <a:prstGeom prst="rect">
            <a:avLst/>
          </a:prstGeom>
          <a:noFill/>
          <a:ln>
            <a:noFill/>
          </a:ln>
        </p:spPr>
        <p:txBody>
          <a:bodyPr anchorCtr="0" anchor="b"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17" name="Google Shape;217;p30"/>
          <p:cNvSpPr txBox="1"/>
          <p:nvPr>
            <p:ph idx="11" type="ftr"/>
          </p:nvPr>
        </p:nvSpPr>
        <p:spPr>
          <a:xfrm>
            <a:off x="3124200" y="6245225"/>
            <a:ext cx="2895600" cy="4764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18" name="Google Shape;218;p30"/>
          <p:cNvSpPr txBox="1"/>
          <p:nvPr>
            <p:ph idx="12" type="sldNum"/>
          </p:nvPr>
        </p:nvSpPr>
        <p:spPr>
          <a:xfrm>
            <a:off x="6553200" y="6245225"/>
            <a:ext cx="2133600" cy="476400"/>
          </a:xfrm>
          <a:prstGeom prst="rect">
            <a:avLst/>
          </a:prstGeom>
          <a:noFill/>
          <a:ln>
            <a:noFill/>
          </a:ln>
        </p:spPr>
        <p:txBody>
          <a:bodyPr anchorCtr="0" anchor="b" bIns="45700" lIns="91425" spcFirstLastPara="1" rIns="91425" wrap="square" tIns="45700">
            <a:noAutofit/>
          </a:bodyPr>
          <a:lstStyle>
            <a:lvl1pPr indent="0" lvl="0" marL="0" rtl="0" algn="r">
              <a:lnSpc>
                <a:spcPct val="100000"/>
              </a:lnSpc>
              <a:spcBef>
                <a:spcPts val="0"/>
              </a:spcBef>
              <a:spcAft>
                <a:spcPts val="0"/>
              </a:spcAft>
              <a:buNone/>
              <a:defRPr sz="1400"/>
            </a:lvl1pPr>
            <a:lvl2pPr indent="0" lvl="1" marL="0" rtl="0" algn="r">
              <a:lnSpc>
                <a:spcPct val="100000"/>
              </a:lnSpc>
              <a:spcBef>
                <a:spcPts val="0"/>
              </a:spcBef>
              <a:spcAft>
                <a:spcPts val="0"/>
              </a:spcAft>
              <a:buNone/>
              <a:defRPr sz="1400"/>
            </a:lvl2pPr>
            <a:lvl3pPr indent="0" lvl="2" marL="0" rtl="0" algn="r">
              <a:lnSpc>
                <a:spcPct val="100000"/>
              </a:lnSpc>
              <a:spcBef>
                <a:spcPts val="0"/>
              </a:spcBef>
              <a:spcAft>
                <a:spcPts val="0"/>
              </a:spcAft>
              <a:buNone/>
              <a:defRPr sz="1400"/>
            </a:lvl3pPr>
            <a:lvl4pPr indent="0" lvl="3" marL="0" rtl="0" algn="r">
              <a:lnSpc>
                <a:spcPct val="100000"/>
              </a:lnSpc>
              <a:spcBef>
                <a:spcPts val="0"/>
              </a:spcBef>
              <a:spcAft>
                <a:spcPts val="0"/>
              </a:spcAft>
              <a:buNone/>
              <a:defRPr sz="1400"/>
            </a:lvl4pPr>
            <a:lvl5pPr indent="0" lvl="4" marL="0" rtl="0" algn="r">
              <a:lnSpc>
                <a:spcPct val="100000"/>
              </a:lnSpc>
              <a:spcBef>
                <a:spcPts val="0"/>
              </a:spcBef>
              <a:spcAft>
                <a:spcPts val="0"/>
              </a:spcAft>
              <a:buNone/>
              <a:defRPr sz="1400"/>
            </a:lvl5pPr>
            <a:lvl6pPr indent="0" lvl="5" marL="0" rtl="0" algn="r">
              <a:lnSpc>
                <a:spcPct val="100000"/>
              </a:lnSpc>
              <a:spcBef>
                <a:spcPts val="0"/>
              </a:spcBef>
              <a:spcAft>
                <a:spcPts val="0"/>
              </a:spcAft>
              <a:buNone/>
              <a:defRPr sz="1400"/>
            </a:lvl6pPr>
            <a:lvl7pPr indent="0" lvl="6" marL="0" rtl="0" algn="r">
              <a:lnSpc>
                <a:spcPct val="100000"/>
              </a:lnSpc>
              <a:spcBef>
                <a:spcPts val="0"/>
              </a:spcBef>
              <a:spcAft>
                <a:spcPts val="0"/>
              </a:spcAft>
              <a:buNone/>
              <a:defRPr sz="1400"/>
            </a:lvl7pPr>
            <a:lvl8pPr indent="0" lvl="7" marL="0" rtl="0" algn="r">
              <a:lnSpc>
                <a:spcPct val="100000"/>
              </a:lnSpc>
              <a:spcBef>
                <a:spcPts val="0"/>
              </a:spcBef>
              <a:spcAft>
                <a:spcPts val="0"/>
              </a:spcAft>
              <a:buNone/>
              <a:defRPr sz="1400"/>
            </a:lvl8pPr>
            <a:lvl9pPr indent="0" lvl="8" marL="0" rtl="0" algn="r">
              <a:lnSpc>
                <a:spcPct val="100000"/>
              </a:lnSpc>
              <a:spcBef>
                <a:spcPts val="0"/>
              </a:spcBef>
              <a:spcAft>
                <a:spcPts val="0"/>
              </a:spcAft>
              <a:buNone/>
              <a:defRPr sz="14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tx">
  <p:cSld name="TITLE_AND_BODY">
    <p:spTree>
      <p:nvGrpSpPr>
        <p:cNvPr id="245" name="Shape 245"/>
        <p:cNvGrpSpPr/>
        <p:nvPr/>
      </p:nvGrpSpPr>
      <p:grpSpPr>
        <a:xfrm>
          <a:off x="0" y="0"/>
          <a:ext cx="0" cy="0"/>
          <a:chOff x="0" y="0"/>
          <a:chExt cx="0" cy="0"/>
        </a:xfrm>
      </p:grpSpPr>
      <p:sp>
        <p:nvSpPr>
          <p:cNvPr id="246" name="Google Shape;246;p32"/>
          <p:cNvSpPr txBox="1"/>
          <p:nvPr>
            <p:ph type="title"/>
          </p:nvPr>
        </p:nvSpPr>
        <p:spPr>
          <a:xfrm>
            <a:off x="457200" y="228600"/>
            <a:ext cx="8229600" cy="11430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47" name="Google Shape;247;p32"/>
          <p:cNvSpPr txBox="1"/>
          <p:nvPr>
            <p:ph idx="1" type="body"/>
          </p:nvPr>
        </p:nvSpPr>
        <p:spPr>
          <a:xfrm>
            <a:off x="457200" y="1600200"/>
            <a:ext cx="8229600" cy="4495800"/>
          </a:xfrm>
          <a:prstGeom prst="rect">
            <a:avLst/>
          </a:prstGeom>
          <a:noFill/>
          <a:ln>
            <a:noFill/>
          </a:ln>
        </p:spPr>
        <p:txBody>
          <a:bodyPr anchorCtr="0" anchor="t" bIns="45700" lIns="91425" spcFirstLastPara="1" rIns="91425" wrap="square" tIns="45700">
            <a:noAutofit/>
          </a:bodyPr>
          <a:lstStyle>
            <a:lvl1pPr indent="-342900" lvl="0" marL="457200" rtl="0" algn="l">
              <a:lnSpc>
                <a:spcPct val="100000"/>
              </a:lnSpc>
              <a:spcBef>
                <a:spcPts val="360"/>
              </a:spcBef>
              <a:spcAft>
                <a:spcPts val="0"/>
              </a:spcAft>
              <a:buSzPts val="1800"/>
              <a:buChar char="•"/>
              <a:defRPr/>
            </a:lvl1pPr>
            <a:lvl2pPr indent="-342900" lvl="1" marL="914400" rtl="0" algn="l">
              <a:lnSpc>
                <a:spcPct val="100000"/>
              </a:lnSpc>
              <a:spcBef>
                <a:spcPts val="360"/>
              </a:spcBef>
              <a:spcAft>
                <a:spcPts val="0"/>
              </a:spcAft>
              <a:buClr>
                <a:schemeClr val="dk1"/>
              </a:buClr>
              <a:buSzPts val="1800"/>
              <a:buChar char="–"/>
              <a:defRPr/>
            </a:lvl2pPr>
            <a:lvl3pPr indent="-342900" lvl="2" marL="1371600" rtl="0" algn="l">
              <a:lnSpc>
                <a:spcPct val="100000"/>
              </a:lnSpc>
              <a:spcBef>
                <a:spcPts val="360"/>
              </a:spcBef>
              <a:spcAft>
                <a:spcPts val="0"/>
              </a:spcAft>
              <a:buSzPts val="1800"/>
              <a:buChar char="•"/>
              <a:defRPr/>
            </a:lvl3pPr>
            <a:lvl4pPr indent="-342900" lvl="3" marL="1828800" rtl="0" algn="l">
              <a:lnSpc>
                <a:spcPct val="100000"/>
              </a:lnSpc>
              <a:spcBef>
                <a:spcPts val="360"/>
              </a:spcBef>
              <a:spcAft>
                <a:spcPts val="0"/>
              </a:spcAft>
              <a:buClr>
                <a:schemeClr val="dk1"/>
              </a:buClr>
              <a:buSzPts val="1800"/>
              <a:buChar char="–"/>
              <a:defRPr/>
            </a:lvl4pPr>
            <a:lvl5pPr indent="-342900" lvl="4" marL="2286000" rtl="0" algn="l">
              <a:lnSpc>
                <a:spcPct val="100000"/>
              </a:lnSpc>
              <a:spcBef>
                <a:spcPts val="360"/>
              </a:spcBef>
              <a:spcAft>
                <a:spcPts val="0"/>
              </a:spcAft>
              <a:buSzPts val="1800"/>
              <a:buChar char="•"/>
              <a:defRPr/>
            </a:lvl5pPr>
            <a:lvl6pPr indent="-342900" lvl="5" marL="2743200" rtl="0" algn="l">
              <a:lnSpc>
                <a:spcPct val="100000"/>
              </a:lnSpc>
              <a:spcBef>
                <a:spcPts val="360"/>
              </a:spcBef>
              <a:spcAft>
                <a:spcPts val="0"/>
              </a:spcAft>
              <a:buSzPts val="1800"/>
              <a:buChar char="•"/>
              <a:defRPr/>
            </a:lvl6pPr>
            <a:lvl7pPr indent="-342900" lvl="6" marL="3200400" rtl="0" algn="l">
              <a:lnSpc>
                <a:spcPct val="100000"/>
              </a:lnSpc>
              <a:spcBef>
                <a:spcPts val="360"/>
              </a:spcBef>
              <a:spcAft>
                <a:spcPts val="0"/>
              </a:spcAft>
              <a:buSzPts val="1800"/>
              <a:buChar char="•"/>
              <a:defRPr/>
            </a:lvl7pPr>
            <a:lvl8pPr indent="-342900" lvl="7" marL="3657600" rtl="0" algn="l">
              <a:lnSpc>
                <a:spcPct val="100000"/>
              </a:lnSpc>
              <a:spcBef>
                <a:spcPts val="360"/>
              </a:spcBef>
              <a:spcAft>
                <a:spcPts val="0"/>
              </a:spcAft>
              <a:buSzPts val="1800"/>
              <a:buChar char="•"/>
              <a:defRPr/>
            </a:lvl8pPr>
            <a:lvl9pPr indent="-342900" lvl="8" marL="4114800" rtl="0" algn="l">
              <a:lnSpc>
                <a:spcPct val="100000"/>
              </a:lnSpc>
              <a:spcBef>
                <a:spcPts val="360"/>
              </a:spcBef>
              <a:spcAft>
                <a:spcPts val="0"/>
              </a:spcAft>
              <a:buSzPts val="1800"/>
              <a:buChar char="•"/>
              <a:defRPr/>
            </a:lvl9pPr>
          </a:lstStyle>
          <a:p/>
        </p:txBody>
      </p:sp>
      <p:sp>
        <p:nvSpPr>
          <p:cNvPr id="248" name="Google Shape;248;p32"/>
          <p:cNvSpPr txBox="1"/>
          <p:nvPr>
            <p:ph idx="10" type="dt"/>
          </p:nvPr>
        </p:nvSpPr>
        <p:spPr>
          <a:xfrm>
            <a:off x="457200" y="6248400"/>
            <a:ext cx="2133600" cy="457200"/>
          </a:xfrm>
          <a:prstGeom prst="rect">
            <a:avLst/>
          </a:prstGeom>
          <a:noFill/>
          <a:ln>
            <a:noFill/>
          </a:ln>
        </p:spPr>
        <p:txBody>
          <a:bodyPr anchorCtr="0" anchor="b"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49" name="Google Shape;249;p32"/>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50" name="Google Shape;250;p32"/>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lvl1pPr indent="0" lvl="0" marL="0" rtl="0" algn="r">
              <a:lnSpc>
                <a:spcPct val="100000"/>
              </a:lnSpc>
              <a:spcBef>
                <a:spcPts val="0"/>
              </a:spcBef>
              <a:spcAft>
                <a:spcPts val="0"/>
              </a:spcAft>
              <a:buNone/>
              <a:defRPr sz="1200"/>
            </a:lvl1pPr>
            <a:lvl2pPr indent="0" lvl="1" marL="0" rtl="0" algn="r">
              <a:lnSpc>
                <a:spcPct val="100000"/>
              </a:lnSpc>
              <a:spcBef>
                <a:spcPts val="0"/>
              </a:spcBef>
              <a:spcAft>
                <a:spcPts val="0"/>
              </a:spcAft>
              <a:buNone/>
              <a:defRPr sz="1200"/>
            </a:lvl2pPr>
            <a:lvl3pPr indent="0" lvl="2" marL="0" rtl="0" algn="r">
              <a:lnSpc>
                <a:spcPct val="100000"/>
              </a:lnSpc>
              <a:spcBef>
                <a:spcPts val="0"/>
              </a:spcBef>
              <a:spcAft>
                <a:spcPts val="0"/>
              </a:spcAft>
              <a:buNone/>
              <a:defRPr sz="1200"/>
            </a:lvl3pPr>
            <a:lvl4pPr indent="0" lvl="3" marL="0" rtl="0" algn="r">
              <a:lnSpc>
                <a:spcPct val="100000"/>
              </a:lnSpc>
              <a:spcBef>
                <a:spcPts val="0"/>
              </a:spcBef>
              <a:spcAft>
                <a:spcPts val="0"/>
              </a:spcAft>
              <a:buNone/>
              <a:defRPr sz="1200"/>
            </a:lvl4pPr>
            <a:lvl5pPr indent="0" lvl="4" marL="0" rtl="0" algn="r">
              <a:lnSpc>
                <a:spcPct val="100000"/>
              </a:lnSpc>
              <a:spcBef>
                <a:spcPts val="0"/>
              </a:spcBef>
              <a:spcAft>
                <a:spcPts val="0"/>
              </a:spcAft>
              <a:buNone/>
              <a:defRPr sz="1200"/>
            </a:lvl5pPr>
            <a:lvl6pPr indent="0" lvl="5" marL="0" rtl="0" algn="r">
              <a:lnSpc>
                <a:spcPct val="100000"/>
              </a:lnSpc>
              <a:spcBef>
                <a:spcPts val="0"/>
              </a:spcBef>
              <a:spcAft>
                <a:spcPts val="0"/>
              </a:spcAft>
              <a:buNone/>
              <a:defRPr sz="1200"/>
            </a:lvl6pPr>
            <a:lvl7pPr indent="0" lvl="6" marL="0" rtl="0" algn="r">
              <a:lnSpc>
                <a:spcPct val="100000"/>
              </a:lnSpc>
              <a:spcBef>
                <a:spcPts val="0"/>
              </a:spcBef>
              <a:spcAft>
                <a:spcPts val="0"/>
              </a:spcAft>
              <a:buNone/>
              <a:defRPr sz="1200"/>
            </a:lvl7pPr>
            <a:lvl8pPr indent="0" lvl="7" marL="0" rtl="0" algn="r">
              <a:lnSpc>
                <a:spcPct val="100000"/>
              </a:lnSpc>
              <a:spcBef>
                <a:spcPts val="0"/>
              </a:spcBef>
              <a:spcAft>
                <a:spcPts val="0"/>
              </a:spcAft>
              <a:buNone/>
              <a:defRPr sz="1200"/>
            </a:lvl8pPr>
            <a:lvl9pPr indent="0" lvl="8" marL="0" rtl="0" algn="r">
              <a:lnSpc>
                <a:spcPct val="100000"/>
              </a:lnSpc>
              <a:spcBef>
                <a:spcPts val="0"/>
              </a:spcBef>
              <a:spcAft>
                <a:spcPts val="0"/>
              </a:spcAft>
              <a:buNone/>
              <a:defRPr sz="12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tx">
  <p:cSld name="TITLE_AND_BODY">
    <p:spTree>
      <p:nvGrpSpPr>
        <p:cNvPr id="257" name="Shape 257"/>
        <p:cNvGrpSpPr/>
        <p:nvPr/>
      </p:nvGrpSpPr>
      <p:grpSpPr>
        <a:xfrm>
          <a:off x="0" y="0"/>
          <a:ext cx="0" cy="0"/>
          <a:chOff x="0" y="0"/>
          <a:chExt cx="0" cy="0"/>
        </a:xfrm>
      </p:grpSpPr>
      <p:sp>
        <p:nvSpPr>
          <p:cNvPr id="258" name="Google Shape;258;p34"/>
          <p:cNvSpPr txBox="1"/>
          <p:nvPr>
            <p:ph type="title"/>
          </p:nvPr>
        </p:nvSpPr>
        <p:spPr>
          <a:xfrm>
            <a:off x="457200" y="292100"/>
            <a:ext cx="8229600" cy="13842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59" name="Google Shape;259;p34"/>
          <p:cNvSpPr txBox="1"/>
          <p:nvPr>
            <p:ph idx="1" type="body"/>
          </p:nvPr>
        </p:nvSpPr>
        <p:spPr>
          <a:xfrm>
            <a:off x="457200" y="1905000"/>
            <a:ext cx="8229600" cy="4114800"/>
          </a:xfrm>
          <a:prstGeom prst="rect">
            <a:avLst/>
          </a:prstGeom>
          <a:noFill/>
          <a:ln>
            <a:noFill/>
          </a:ln>
        </p:spPr>
        <p:txBody>
          <a:bodyPr anchorCtr="0" anchor="t" bIns="45700" lIns="91425" spcFirstLastPara="1" rIns="91425" wrap="square" tIns="45700">
            <a:noAutofit/>
          </a:bodyPr>
          <a:lstStyle>
            <a:lvl1pPr indent="-365760" lvl="0" marL="457200" rtl="0" algn="l">
              <a:lnSpc>
                <a:spcPct val="100000"/>
              </a:lnSpc>
              <a:spcBef>
                <a:spcPts val="360"/>
              </a:spcBef>
              <a:spcAft>
                <a:spcPts val="0"/>
              </a:spcAft>
              <a:buSzPts val="2160"/>
              <a:buChar char="•"/>
              <a:defRPr/>
            </a:lvl1pPr>
            <a:lvl2pPr indent="-342900" lvl="1" marL="914400" rtl="0" algn="l">
              <a:lnSpc>
                <a:spcPct val="100000"/>
              </a:lnSpc>
              <a:spcBef>
                <a:spcPts val="360"/>
              </a:spcBef>
              <a:spcAft>
                <a:spcPts val="0"/>
              </a:spcAft>
              <a:buClr>
                <a:schemeClr val="dk1"/>
              </a:buClr>
              <a:buSzPts val="1800"/>
              <a:buChar char="–"/>
              <a:defRPr/>
            </a:lvl2pPr>
            <a:lvl3pPr indent="-365760" lvl="2" marL="1371600" rtl="0" algn="l">
              <a:lnSpc>
                <a:spcPct val="100000"/>
              </a:lnSpc>
              <a:spcBef>
                <a:spcPts val="360"/>
              </a:spcBef>
              <a:spcAft>
                <a:spcPts val="0"/>
              </a:spcAft>
              <a:buSzPts val="2160"/>
              <a:buChar char="•"/>
              <a:defRPr/>
            </a:lvl3pPr>
            <a:lvl4pPr indent="-342900" lvl="3" marL="1828800" rtl="0" algn="l">
              <a:lnSpc>
                <a:spcPct val="100000"/>
              </a:lnSpc>
              <a:spcBef>
                <a:spcPts val="360"/>
              </a:spcBef>
              <a:spcAft>
                <a:spcPts val="0"/>
              </a:spcAft>
              <a:buClr>
                <a:schemeClr val="dk1"/>
              </a:buClr>
              <a:buSzPts val="1800"/>
              <a:buChar char="–"/>
              <a:defRPr/>
            </a:lvl4pPr>
            <a:lvl5pPr indent="-320039" lvl="4" marL="2286000" rtl="0" algn="l">
              <a:lnSpc>
                <a:spcPct val="100000"/>
              </a:lnSpc>
              <a:spcBef>
                <a:spcPts val="360"/>
              </a:spcBef>
              <a:spcAft>
                <a:spcPts val="0"/>
              </a:spcAft>
              <a:buSzPts val="1440"/>
              <a:buChar char="❖"/>
              <a:defRPr/>
            </a:lvl5pPr>
            <a:lvl6pPr indent="-320039" lvl="5" marL="2743200" rtl="0" algn="l">
              <a:lnSpc>
                <a:spcPct val="100000"/>
              </a:lnSpc>
              <a:spcBef>
                <a:spcPts val="360"/>
              </a:spcBef>
              <a:spcAft>
                <a:spcPts val="0"/>
              </a:spcAft>
              <a:buSzPts val="1440"/>
              <a:buChar char="❖"/>
              <a:defRPr/>
            </a:lvl6pPr>
            <a:lvl7pPr indent="-320039" lvl="6" marL="3200400" rtl="0" algn="l">
              <a:lnSpc>
                <a:spcPct val="100000"/>
              </a:lnSpc>
              <a:spcBef>
                <a:spcPts val="360"/>
              </a:spcBef>
              <a:spcAft>
                <a:spcPts val="0"/>
              </a:spcAft>
              <a:buSzPts val="1440"/>
              <a:buChar char="❖"/>
              <a:defRPr/>
            </a:lvl7pPr>
            <a:lvl8pPr indent="-320040" lvl="7" marL="3657600" rtl="0" algn="l">
              <a:lnSpc>
                <a:spcPct val="100000"/>
              </a:lnSpc>
              <a:spcBef>
                <a:spcPts val="360"/>
              </a:spcBef>
              <a:spcAft>
                <a:spcPts val="0"/>
              </a:spcAft>
              <a:buSzPts val="1440"/>
              <a:buChar char="❖"/>
              <a:defRPr/>
            </a:lvl8pPr>
            <a:lvl9pPr indent="-320040" lvl="8" marL="4114800" rtl="0" algn="l">
              <a:lnSpc>
                <a:spcPct val="100000"/>
              </a:lnSpc>
              <a:spcBef>
                <a:spcPts val="360"/>
              </a:spcBef>
              <a:spcAft>
                <a:spcPts val="0"/>
              </a:spcAft>
              <a:buSzPts val="1440"/>
              <a:buChar char="❖"/>
              <a:defRPr/>
            </a:lvl9pPr>
          </a:lstStyle>
          <a:p/>
        </p:txBody>
      </p:sp>
      <p:sp>
        <p:nvSpPr>
          <p:cNvPr id="260" name="Google Shape;260;p34"/>
          <p:cNvSpPr txBox="1"/>
          <p:nvPr>
            <p:ph idx="10" type="dt"/>
          </p:nvPr>
        </p:nvSpPr>
        <p:spPr>
          <a:xfrm>
            <a:off x="457200" y="6245225"/>
            <a:ext cx="2133600" cy="476400"/>
          </a:xfrm>
          <a:prstGeom prst="rect">
            <a:avLst/>
          </a:prstGeom>
          <a:noFill/>
          <a:ln>
            <a:noFill/>
          </a:ln>
        </p:spPr>
        <p:txBody>
          <a:bodyPr anchorCtr="0" anchor="b"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61" name="Google Shape;261;p34"/>
          <p:cNvSpPr txBox="1"/>
          <p:nvPr>
            <p:ph idx="11" type="ftr"/>
          </p:nvPr>
        </p:nvSpPr>
        <p:spPr>
          <a:xfrm>
            <a:off x="3124200" y="6245225"/>
            <a:ext cx="2895600" cy="4764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62" name="Google Shape;262;p34"/>
          <p:cNvSpPr txBox="1"/>
          <p:nvPr>
            <p:ph idx="12" type="sldNum"/>
          </p:nvPr>
        </p:nvSpPr>
        <p:spPr>
          <a:xfrm>
            <a:off x="6553200" y="6245225"/>
            <a:ext cx="2133600" cy="476400"/>
          </a:xfrm>
          <a:prstGeom prst="rect">
            <a:avLst/>
          </a:prstGeom>
          <a:noFill/>
          <a:ln>
            <a:noFill/>
          </a:ln>
        </p:spPr>
        <p:txBody>
          <a:bodyPr anchorCtr="0" anchor="b" bIns="45700" lIns="91425" spcFirstLastPara="1" rIns="91425" wrap="square" tIns="45700">
            <a:noAutofit/>
          </a:bodyPr>
          <a:lstStyle>
            <a:lvl1pPr indent="0" lvl="0" marL="0" rtl="0" algn="r">
              <a:lnSpc>
                <a:spcPct val="100000"/>
              </a:lnSpc>
              <a:spcBef>
                <a:spcPts val="0"/>
              </a:spcBef>
              <a:spcAft>
                <a:spcPts val="0"/>
              </a:spcAft>
              <a:buNone/>
              <a:defRPr sz="1400"/>
            </a:lvl1pPr>
            <a:lvl2pPr indent="0" lvl="1" marL="0" rtl="0" algn="r">
              <a:lnSpc>
                <a:spcPct val="100000"/>
              </a:lnSpc>
              <a:spcBef>
                <a:spcPts val="0"/>
              </a:spcBef>
              <a:spcAft>
                <a:spcPts val="0"/>
              </a:spcAft>
              <a:buNone/>
              <a:defRPr sz="1400"/>
            </a:lvl2pPr>
            <a:lvl3pPr indent="0" lvl="2" marL="0" rtl="0" algn="r">
              <a:lnSpc>
                <a:spcPct val="100000"/>
              </a:lnSpc>
              <a:spcBef>
                <a:spcPts val="0"/>
              </a:spcBef>
              <a:spcAft>
                <a:spcPts val="0"/>
              </a:spcAft>
              <a:buNone/>
              <a:defRPr sz="1400"/>
            </a:lvl3pPr>
            <a:lvl4pPr indent="0" lvl="3" marL="0" rtl="0" algn="r">
              <a:lnSpc>
                <a:spcPct val="100000"/>
              </a:lnSpc>
              <a:spcBef>
                <a:spcPts val="0"/>
              </a:spcBef>
              <a:spcAft>
                <a:spcPts val="0"/>
              </a:spcAft>
              <a:buNone/>
              <a:defRPr sz="1400"/>
            </a:lvl4pPr>
            <a:lvl5pPr indent="0" lvl="4" marL="0" rtl="0" algn="r">
              <a:lnSpc>
                <a:spcPct val="100000"/>
              </a:lnSpc>
              <a:spcBef>
                <a:spcPts val="0"/>
              </a:spcBef>
              <a:spcAft>
                <a:spcPts val="0"/>
              </a:spcAft>
              <a:buNone/>
              <a:defRPr sz="1400"/>
            </a:lvl5pPr>
            <a:lvl6pPr indent="0" lvl="5" marL="0" rtl="0" algn="r">
              <a:lnSpc>
                <a:spcPct val="100000"/>
              </a:lnSpc>
              <a:spcBef>
                <a:spcPts val="0"/>
              </a:spcBef>
              <a:spcAft>
                <a:spcPts val="0"/>
              </a:spcAft>
              <a:buNone/>
              <a:defRPr sz="1400"/>
            </a:lvl6pPr>
            <a:lvl7pPr indent="0" lvl="6" marL="0" rtl="0" algn="r">
              <a:lnSpc>
                <a:spcPct val="100000"/>
              </a:lnSpc>
              <a:spcBef>
                <a:spcPts val="0"/>
              </a:spcBef>
              <a:spcAft>
                <a:spcPts val="0"/>
              </a:spcAft>
              <a:buNone/>
              <a:defRPr sz="1400"/>
            </a:lvl7pPr>
            <a:lvl8pPr indent="0" lvl="7" marL="0" rtl="0" algn="r">
              <a:lnSpc>
                <a:spcPct val="100000"/>
              </a:lnSpc>
              <a:spcBef>
                <a:spcPts val="0"/>
              </a:spcBef>
              <a:spcAft>
                <a:spcPts val="0"/>
              </a:spcAft>
              <a:buNone/>
              <a:defRPr sz="1400"/>
            </a:lvl8pPr>
            <a:lvl9pPr indent="0" lvl="8" marL="0" rtl="0" algn="r">
              <a:lnSpc>
                <a:spcPct val="100000"/>
              </a:lnSpc>
              <a:spcBef>
                <a:spcPts val="0"/>
              </a:spcBef>
              <a:spcAft>
                <a:spcPts val="0"/>
              </a:spcAft>
              <a:buNone/>
              <a:defRPr sz="14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tx">
  <p:cSld name="TITLE_AND_BODY">
    <p:spTree>
      <p:nvGrpSpPr>
        <p:cNvPr id="278" name="Shape 278"/>
        <p:cNvGrpSpPr/>
        <p:nvPr/>
      </p:nvGrpSpPr>
      <p:grpSpPr>
        <a:xfrm>
          <a:off x="0" y="0"/>
          <a:ext cx="0" cy="0"/>
          <a:chOff x="0" y="0"/>
          <a:chExt cx="0" cy="0"/>
        </a:xfrm>
      </p:grpSpPr>
      <p:sp>
        <p:nvSpPr>
          <p:cNvPr id="279" name="Google Shape;279;p3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80" name="Google Shape;280;p36"/>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lvl1pPr indent="-308610" lvl="0" marL="457200" rtl="0" algn="l">
              <a:lnSpc>
                <a:spcPct val="100000"/>
              </a:lnSpc>
              <a:spcBef>
                <a:spcPts val="360"/>
              </a:spcBef>
              <a:spcAft>
                <a:spcPts val="0"/>
              </a:spcAft>
              <a:buSzPts val="1260"/>
              <a:buChar char="■"/>
              <a:defRPr/>
            </a:lvl1pPr>
            <a:lvl2pPr indent="-308610" lvl="1" marL="914400" rtl="0" algn="l">
              <a:lnSpc>
                <a:spcPct val="100000"/>
              </a:lnSpc>
              <a:spcBef>
                <a:spcPts val="360"/>
              </a:spcBef>
              <a:spcAft>
                <a:spcPts val="0"/>
              </a:spcAft>
              <a:buSzPts val="1260"/>
              <a:buChar char="■"/>
              <a:defRPr/>
            </a:lvl2pPr>
            <a:lvl3pPr indent="-308610" lvl="2" marL="1371600" rtl="0" algn="l">
              <a:lnSpc>
                <a:spcPct val="100000"/>
              </a:lnSpc>
              <a:spcBef>
                <a:spcPts val="360"/>
              </a:spcBef>
              <a:spcAft>
                <a:spcPts val="0"/>
              </a:spcAft>
              <a:buSzPts val="1260"/>
              <a:buChar char="■"/>
              <a:defRPr/>
            </a:lvl3pPr>
            <a:lvl4pPr indent="-308610" lvl="3" marL="1828800" rtl="0" algn="l">
              <a:lnSpc>
                <a:spcPct val="100000"/>
              </a:lnSpc>
              <a:spcBef>
                <a:spcPts val="360"/>
              </a:spcBef>
              <a:spcAft>
                <a:spcPts val="0"/>
              </a:spcAft>
              <a:buSzPts val="1260"/>
              <a:buChar char="■"/>
              <a:defRPr/>
            </a:lvl4pPr>
            <a:lvl5pPr indent="-308610" lvl="4" marL="2286000" rtl="0" algn="l">
              <a:lnSpc>
                <a:spcPct val="100000"/>
              </a:lnSpc>
              <a:spcBef>
                <a:spcPts val="360"/>
              </a:spcBef>
              <a:spcAft>
                <a:spcPts val="0"/>
              </a:spcAft>
              <a:buSzPts val="1260"/>
              <a:buChar char="■"/>
              <a:defRPr/>
            </a:lvl5pPr>
            <a:lvl6pPr indent="-308610" lvl="5" marL="2743200" rtl="0" algn="l">
              <a:lnSpc>
                <a:spcPct val="100000"/>
              </a:lnSpc>
              <a:spcBef>
                <a:spcPts val="360"/>
              </a:spcBef>
              <a:spcAft>
                <a:spcPts val="0"/>
              </a:spcAft>
              <a:buSzPts val="1260"/>
              <a:buChar char="■"/>
              <a:defRPr/>
            </a:lvl6pPr>
            <a:lvl7pPr indent="-308610" lvl="6" marL="3200400" rtl="0" algn="l">
              <a:lnSpc>
                <a:spcPct val="100000"/>
              </a:lnSpc>
              <a:spcBef>
                <a:spcPts val="360"/>
              </a:spcBef>
              <a:spcAft>
                <a:spcPts val="0"/>
              </a:spcAft>
              <a:buSzPts val="1260"/>
              <a:buChar char="■"/>
              <a:defRPr/>
            </a:lvl7pPr>
            <a:lvl8pPr indent="-308609" lvl="7" marL="3657600" rtl="0" algn="l">
              <a:lnSpc>
                <a:spcPct val="100000"/>
              </a:lnSpc>
              <a:spcBef>
                <a:spcPts val="360"/>
              </a:spcBef>
              <a:spcAft>
                <a:spcPts val="0"/>
              </a:spcAft>
              <a:buSzPts val="1260"/>
              <a:buChar char="■"/>
              <a:defRPr/>
            </a:lvl8pPr>
            <a:lvl9pPr indent="-308609" lvl="8" marL="4114800" rtl="0" algn="l">
              <a:lnSpc>
                <a:spcPct val="100000"/>
              </a:lnSpc>
              <a:spcBef>
                <a:spcPts val="360"/>
              </a:spcBef>
              <a:spcAft>
                <a:spcPts val="0"/>
              </a:spcAft>
              <a:buSzPts val="1260"/>
              <a:buChar char="■"/>
              <a:defRPr/>
            </a:lvl9pPr>
          </a:lstStyle>
          <a:p/>
        </p:txBody>
      </p:sp>
      <p:sp>
        <p:nvSpPr>
          <p:cNvPr id="281" name="Google Shape;281;p36"/>
          <p:cNvSpPr txBox="1"/>
          <p:nvPr>
            <p:ph idx="10" type="dt"/>
          </p:nvPr>
        </p:nvSpPr>
        <p:spPr>
          <a:xfrm>
            <a:off x="457200" y="6251575"/>
            <a:ext cx="2133600" cy="476400"/>
          </a:xfrm>
          <a:prstGeom prst="rect">
            <a:avLst/>
          </a:prstGeom>
          <a:noFill/>
          <a:ln>
            <a:noFill/>
          </a:ln>
        </p:spPr>
        <p:txBody>
          <a:bodyPr anchorCtr="0" anchor="b"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82" name="Google Shape;282;p36"/>
          <p:cNvSpPr txBox="1"/>
          <p:nvPr>
            <p:ph idx="11" type="ftr"/>
          </p:nvPr>
        </p:nvSpPr>
        <p:spPr>
          <a:xfrm>
            <a:off x="3124200" y="6248400"/>
            <a:ext cx="2895600" cy="4764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83" name="Google Shape;283;p36"/>
          <p:cNvSpPr txBox="1"/>
          <p:nvPr>
            <p:ph idx="12" type="sldNum"/>
          </p:nvPr>
        </p:nvSpPr>
        <p:spPr>
          <a:xfrm>
            <a:off x="6553200" y="6248400"/>
            <a:ext cx="2133600" cy="476400"/>
          </a:xfrm>
          <a:prstGeom prst="rect">
            <a:avLst/>
          </a:prstGeom>
          <a:noFill/>
          <a:ln>
            <a:noFill/>
          </a:ln>
        </p:spPr>
        <p:txBody>
          <a:bodyPr anchorCtr="0" anchor="b" bIns="45700" lIns="91425" spcFirstLastPara="1" rIns="91425" wrap="square" tIns="45700">
            <a:noAutofit/>
          </a:bodyPr>
          <a:lstStyle>
            <a:lvl1pPr indent="0" lvl="0" marL="0" rtl="0" algn="r">
              <a:lnSpc>
                <a:spcPct val="100000"/>
              </a:lnSpc>
              <a:spcBef>
                <a:spcPts val="0"/>
              </a:spcBef>
              <a:spcAft>
                <a:spcPts val="0"/>
              </a:spcAft>
              <a:buNone/>
              <a:defRPr sz="1200"/>
            </a:lvl1pPr>
            <a:lvl2pPr indent="0" lvl="1" marL="0" rtl="0" algn="r">
              <a:lnSpc>
                <a:spcPct val="100000"/>
              </a:lnSpc>
              <a:spcBef>
                <a:spcPts val="0"/>
              </a:spcBef>
              <a:spcAft>
                <a:spcPts val="0"/>
              </a:spcAft>
              <a:buNone/>
              <a:defRPr sz="1200"/>
            </a:lvl2pPr>
            <a:lvl3pPr indent="0" lvl="2" marL="0" rtl="0" algn="r">
              <a:lnSpc>
                <a:spcPct val="100000"/>
              </a:lnSpc>
              <a:spcBef>
                <a:spcPts val="0"/>
              </a:spcBef>
              <a:spcAft>
                <a:spcPts val="0"/>
              </a:spcAft>
              <a:buNone/>
              <a:defRPr sz="1200"/>
            </a:lvl3pPr>
            <a:lvl4pPr indent="0" lvl="3" marL="0" rtl="0" algn="r">
              <a:lnSpc>
                <a:spcPct val="100000"/>
              </a:lnSpc>
              <a:spcBef>
                <a:spcPts val="0"/>
              </a:spcBef>
              <a:spcAft>
                <a:spcPts val="0"/>
              </a:spcAft>
              <a:buNone/>
              <a:defRPr sz="1200"/>
            </a:lvl4pPr>
            <a:lvl5pPr indent="0" lvl="4" marL="0" rtl="0" algn="r">
              <a:lnSpc>
                <a:spcPct val="100000"/>
              </a:lnSpc>
              <a:spcBef>
                <a:spcPts val="0"/>
              </a:spcBef>
              <a:spcAft>
                <a:spcPts val="0"/>
              </a:spcAft>
              <a:buNone/>
              <a:defRPr sz="1200"/>
            </a:lvl5pPr>
            <a:lvl6pPr indent="0" lvl="5" marL="0" rtl="0" algn="r">
              <a:lnSpc>
                <a:spcPct val="100000"/>
              </a:lnSpc>
              <a:spcBef>
                <a:spcPts val="0"/>
              </a:spcBef>
              <a:spcAft>
                <a:spcPts val="0"/>
              </a:spcAft>
              <a:buNone/>
              <a:defRPr sz="1200"/>
            </a:lvl6pPr>
            <a:lvl7pPr indent="0" lvl="6" marL="0" rtl="0" algn="r">
              <a:lnSpc>
                <a:spcPct val="100000"/>
              </a:lnSpc>
              <a:spcBef>
                <a:spcPts val="0"/>
              </a:spcBef>
              <a:spcAft>
                <a:spcPts val="0"/>
              </a:spcAft>
              <a:buNone/>
              <a:defRPr sz="1200"/>
            </a:lvl7pPr>
            <a:lvl8pPr indent="0" lvl="7" marL="0" rtl="0" algn="r">
              <a:lnSpc>
                <a:spcPct val="100000"/>
              </a:lnSpc>
              <a:spcBef>
                <a:spcPts val="0"/>
              </a:spcBef>
              <a:spcAft>
                <a:spcPts val="0"/>
              </a:spcAft>
              <a:buNone/>
              <a:defRPr sz="1200"/>
            </a:lvl8pPr>
            <a:lvl9pPr indent="0" lvl="8" marL="0" rtl="0" algn="r">
              <a:lnSpc>
                <a:spcPct val="100000"/>
              </a:lnSpc>
              <a:spcBef>
                <a:spcPts val="0"/>
              </a:spcBef>
              <a:spcAft>
                <a:spcPts val="0"/>
              </a:spcAft>
              <a:buNone/>
              <a:defRPr sz="12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tx">
  <p:cSld name="TITLE_AND_BODY">
    <p:spTree>
      <p:nvGrpSpPr>
        <p:cNvPr id="441" name="Shape 441"/>
        <p:cNvGrpSpPr/>
        <p:nvPr/>
      </p:nvGrpSpPr>
      <p:grpSpPr>
        <a:xfrm>
          <a:off x="0" y="0"/>
          <a:ext cx="0" cy="0"/>
          <a:chOff x="0" y="0"/>
          <a:chExt cx="0" cy="0"/>
        </a:xfrm>
      </p:grpSpPr>
      <p:sp>
        <p:nvSpPr>
          <p:cNvPr id="442" name="Google Shape;442;p38"/>
          <p:cNvSpPr txBox="1"/>
          <p:nvPr>
            <p:ph type="title"/>
          </p:nvPr>
        </p:nvSpPr>
        <p:spPr>
          <a:xfrm>
            <a:off x="301625" y="228600"/>
            <a:ext cx="8540700" cy="11430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43" name="Google Shape;443;p38"/>
          <p:cNvSpPr txBox="1"/>
          <p:nvPr>
            <p:ph idx="1" type="body"/>
          </p:nvPr>
        </p:nvSpPr>
        <p:spPr>
          <a:xfrm>
            <a:off x="301625" y="1600200"/>
            <a:ext cx="8540700" cy="4499100"/>
          </a:xfrm>
          <a:prstGeom prst="rect">
            <a:avLst/>
          </a:prstGeom>
          <a:noFill/>
          <a:ln>
            <a:noFill/>
          </a:ln>
        </p:spPr>
        <p:txBody>
          <a:bodyPr anchorCtr="0" anchor="t" bIns="45700" lIns="91425" spcFirstLastPara="1" rIns="91425" wrap="square" tIns="45700">
            <a:noAutofit/>
          </a:bodyPr>
          <a:lstStyle>
            <a:lvl1pPr indent="-320040" lvl="0" marL="457200" rtl="0" algn="l">
              <a:lnSpc>
                <a:spcPct val="100000"/>
              </a:lnSpc>
              <a:spcBef>
                <a:spcPts val="360"/>
              </a:spcBef>
              <a:spcAft>
                <a:spcPts val="0"/>
              </a:spcAft>
              <a:buSzPts val="1440"/>
              <a:buChar char="►"/>
              <a:defRPr/>
            </a:lvl1pPr>
            <a:lvl2pPr indent="-342900" lvl="1" marL="914400" rtl="0" algn="l">
              <a:lnSpc>
                <a:spcPct val="100000"/>
              </a:lnSpc>
              <a:spcBef>
                <a:spcPts val="360"/>
              </a:spcBef>
              <a:spcAft>
                <a:spcPts val="0"/>
              </a:spcAft>
              <a:buSzPts val="1800"/>
              <a:buChar char="▪"/>
              <a:defRPr/>
            </a:lvl2pPr>
            <a:lvl3pPr indent="-320039" lvl="2" marL="1371600" rtl="0" algn="l">
              <a:lnSpc>
                <a:spcPct val="100000"/>
              </a:lnSpc>
              <a:spcBef>
                <a:spcPts val="360"/>
              </a:spcBef>
              <a:spcAft>
                <a:spcPts val="0"/>
              </a:spcAft>
              <a:buSzPts val="1440"/>
              <a:buChar char="►"/>
              <a:defRPr/>
            </a:lvl3pPr>
            <a:lvl4pPr indent="-342900" lvl="3" marL="1828800" rtl="0" algn="l">
              <a:lnSpc>
                <a:spcPct val="100000"/>
              </a:lnSpc>
              <a:spcBef>
                <a:spcPts val="360"/>
              </a:spcBef>
              <a:spcAft>
                <a:spcPts val="0"/>
              </a:spcAft>
              <a:buSzPts val="1800"/>
              <a:buChar char="▪"/>
              <a:defRPr/>
            </a:lvl4pPr>
            <a:lvl5pPr indent="-320039" lvl="4" marL="2286000" rtl="0" algn="l">
              <a:lnSpc>
                <a:spcPct val="100000"/>
              </a:lnSpc>
              <a:spcBef>
                <a:spcPts val="360"/>
              </a:spcBef>
              <a:spcAft>
                <a:spcPts val="0"/>
              </a:spcAft>
              <a:buSzPts val="1440"/>
              <a:buChar char="►"/>
              <a:defRPr/>
            </a:lvl5pPr>
            <a:lvl6pPr indent="-320039" lvl="5" marL="2743200" rtl="0" algn="l">
              <a:lnSpc>
                <a:spcPct val="100000"/>
              </a:lnSpc>
              <a:spcBef>
                <a:spcPts val="360"/>
              </a:spcBef>
              <a:spcAft>
                <a:spcPts val="0"/>
              </a:spcAft>
              <a:buSzPts val="1440"/>
              <a:buChar char="►"/>
              <a:defRPr/>
            </a:lvl6pPr>
            <a:lvl7pPr indent="-320039" lvl="6" marL="3200400" rtl="0" algn="l">
              <a:lnSpc>
                <a:spcPct val="100000"/>
              </a:lnSpc>
              <a:spcBef>
                <a:spcPts val="360"/>
              </a:spcBef>
              <a:spcAft>
                <a:spcPts val="0"/>
              </a:spcAft>
              <a:buSzPts val="1440"/>
              <a:buChar char="►"/>
              <a:defRPr/>
            </a:lvl7pPr>
            <a:lvl8pPr indent="-320040" lvl="7" marL="3657600" rtl="0" algn="l">
              <a:lnSpc>
                <a:spcPct val="100000"/>
              </a:lnSpc>
              <a:spcBef>
                <a:spcPts val="360"/>
              </a:spcBef>
              <a:spcAft>
                <a:spcPts val="0"/>
              </a:spcAft>
              <a:buSzPts val="1440"/>
              <a:buChar char="►"/>
              <a:defRPr/>
            </a:lvl8pPr>
            <a:lvl9pPr indent="-320040" lvl="8" marL="4114800" rtl="0" algn="l">
              <a:lnSpc>
                <a:spcPct val="100000"/>
              </a:lnSpc>
              <a:spcBef>
                <a:spcPts val="360"/>
              </a:spcBef>
              <a:spcAft>
                <a:spcPts val="0"/>
              </a:spcAft>
              <a:buSzPts val="1440"/>
              <a:buChar char="►"/>
              <a:defRPr/>
            </a:lvl9pPr>
          </a:lstStyle>
          <a:p/>
        </p:txBody>
      </p:sp>
      <p:sp>
        <p:nvSpPr>
          <p:cNvPr id="444" name="Google Shape;444;p38"/>
          <p:cNvSpPr txBox="1"/>
          <p:nvPr>
            <p:ph idx="10" type="dt"/>
          </p:nvPr>
        </p:nvSpPr>
        <p:spPr>
          <a:xfrm>
            <a:off x="301625" y="6245225"/>
            <a:ext cx="2289300" cy="476400"/>
          </a:xfrm>
          <a:prstGeom prst="rect">
            <a:avLst/>
          </a:prstGeom>
          <a:noFill/>
          <a:ln>
            <a:noFill/>
          </a:ln>
        </p:spPr>
        <p:txBody>
          <a:bodyPr anchorCtr="0" anchor="t"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445" name="Google Shape;445;p38"/>
          <p:cNvSpPr txBox="1"/>
          <p:nvPr>
            <p:ph idx="11" type="ftr"/>
          </p:nvPr>
        </p:nvSpPr>
        <p:spPr>
          <a:xfrm>
            <a:off x="3124200" y="6245225"/>
            <a:ext cx="2895600" cy="476400"/>
          </a:xfrm>
          <a:prstGeom prst="rect">
            <a:avLst/>
          </a:prstGeom>
          <a:noFill/>
          <a:ln>
            <a:noFill/>
          </a:ln>
        </p:spPr>
        <p:txBody>
          <a:bodyPr anchorCtr="0" anchor="t"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446" name="Google Shape;446;p38"/>
          <p:cNvSpPr txBox="1"/>
          <p:nvPr>
            <p:ph idx="12" type="sldNum"/>
          </p:nvPr>
        </p:nvSpPr>
        <p:spPr>
          <a:xfrm>
            <a:off x="6553200" y="6245225"/>
            <a:ext cx="2289300" cy="476400"/>
          </a:xfrm>
          <a:prstGeom prst="rect">
            <a:avLst/>
          </a:prstGeom>
          <a:noFill/>
          <a:ln>
            <a:noFill/>
          </a:ln>
        </p:spPr>
        <p:txBody>
          <a:bodyPr anchorCtr="0" anchor="t" bIns="45700" lIns="91425" spcFirstLastPara="1" rIns="91425" wrap="square" tIns="45700">
            <a:noAutofit/>
          </a:bodyPr>
          <a:lstStyle>
            <a:lvl1pPr indent="0" lvl="0" marL="0" rtl="0" algn="r">
              <a:lnSpc>
                <a:spcPct val="100000"/>
              </a:lnSpc>
              <a:spcBef>
                <a:spcPts val="0"/>
              </a:spcBef>
              <a:spcAft>
                <a:spcPts val="0"/>
              </a:spcAft>
              <a:buNone/>
              <a:defRPr sz="1000"/>
            </a:lvl1pPr>
            <a:lvl2pPr indent="0" lvl="1" marL="0" rtl="0" algn="r">
              <a:lnSpc>
                <a:spcPct val="100000"/>
              </a:lnSpc>
              <a:spcBef>
                <a:spcPts val="0"/>
              </a:spcBef>
              <a:spcAft>
                <a:spcPts val="0"/>
              </a:spcAft>
              <a:buNone/>
              <a:defRPr sz="1000"/>
            </a:lvl2pPr>
            <a:lvl3pPr indent="0" lvl="2" marL="0" rtl="0" algn="r">
              <a:lnSpc>
                <a:spcPct val="100000"/>
              </a:lnSpc>
              <a:spcBef>
                <a:spcPts val="0"/>
              </a:spcBef>
              <a:spcAft>
                <a:spcPts val="0"/>
              </a:spcAft>
              <a:buNone/>
              <a:defRPr sz="1000"/>
            </a:lvl3pPr>
            <a:lvl4pPr indent="0" lvl="3" marL="0" rtl="0" algn="r">
              <a:lnSpc>
                <a:spcPct val="100000"/>
              </a:lnSpc>
              <a:spcBef>
                <a:spcPts val="0"/>
              </a:spcBef>
              <a:spcAft>
                <a:spcPts val="0"/>
              </a:spcAft>
              <a:buNone/>
              <a:defRPr sz="1000"/>
            </a:lvl4pPr>
            <a:lvl5pPr indent="0" lvl="4" marL="0" rtl="0" algn="r">
              <a:lnSpc>
                <a:spcPct val="100000"/>
              </a:lnSpc>
              <a:spcBef>
                <a:spcPts val="0"/>
              </a:spcBef>
              <a:spcAft>
                <a:spcPts val="0"/>
              </a:spcAft>
              <a:buNone/>
              <a:defRPr sz="1000"/>
            </a:lvl5pPr>
            <a:lvl6pPr indent="0" lvl="5" marL="0" rtl="0" algn="r">
              <a:lnSpc>
                <a:spcPct val="100000"/>
              </a:lnSpc>
              <a:spcBef>
                <a:spcPts val="0"/>
              </a:spcBef>
              <a:spcAft>
                <a:spcPts val="0"/>
              </a:spcAft>
              <a:buNone/>
              <a:defRPr sz="1000"/>
            </a:lvl6pPr>
            <a:lvl7pPr indent="0" lvl="6" marL="0" rtl="0" algn="r">
              <a:lnSpc>
                <a:spcPct val="100000"/>
              </a:lnSpc>
              <a:spcBef>
                <a:spcPts val="0"/>
              </a:spcBef>
              <a:spcAft>
                <a:spcPts val="0"/>
              </a:spcAft>
              <a:buNone/>
              <a:defRPr sz="1000"/>
            </a:lvl7pPr>
            <a:lvl8pPr indent="0" lvl="7" marL="0" rtl="0" algn="r">
              <a:lnSpc>
                <a:spcPct val="100000"/>
              </a:lnSpc>
              <a:spcBef>
                <a:spcPts val="0"/>
              </a:spcBef>
              <a:spcAft>
                <a:spcPts val="0"/>
              </a:spcAft>
              <a:buNone/>
              <a:defRPr sz="1000"/>
            </a:lvl8pPr>
            <a:lvl9pPr indent="0" lvl="8" marL="0" rtl="0" algn="r">
              <a:lnSpc>
                <a:spcPct val="100000"/>
              </a:lnSpc>
              <a:spcBef>
                <a:spcPts val="0"/>
              </a:spcBef>
              <a:spcAft>
                <a:spcPts val="0"/>
              </a:spcAft>
              <a:buNone/>
              <a:defRPr sz="10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tx">
  <p:cSld name="TITLE_AND_BODY">
    <p:spTree>
      <p:nvGrpSpPr>
        <p:cNvPr id="462" name="Shape 462"/>
        <p:cNvGrpSpPr/>
        <p:nvPr/>
      </p:nvGrpSpPr>
      <p:grpSpPr>
        <a:xfrm>
          <a:off x="0" y="0"/>
          <a:ext cx="0" cy="0"/>
          <a:chOff x="0" y="0"/>
          <a:chExt cx="0" cy="0"/>
        </a:xfrm>
      </p:grpSpPr>
      <p:sp>
        <p:nvSpPr>
          <p:cNvPr id="463" name="Google Shape;463;p40"/>
          <p:cNvSpPr txBox="1"/>
          <p:nvPr>
            <p:ph type="title"/>
          </p:nvPr>
        </p:nvSpPr>
        <p:spPr>
          <a:xfrm>
            <a:off x="457200" y="244475"/>
            <a:ext cx="8385300" cy="14319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464" name="Google Shape;464;p40"/>
          <p:cNvSpPr txBox="1"/>
          <p:nvPr>
            <p:ph idx="1" type="body"/>
          </p:nvPr>
        </p:nvSpPr>
        <p:spPr>
          <a:xfrm>
            <a:off x="838200" y="1905000"/>
            <a:ext cx="8007300" cy="4191000"/>
          </a:xfrm>
          <a:prstGeom prst="rect">
            <a:avLst/>
          </a:prstGeom>
          <a:noFill/>
          <a:ln>
            <a:noFill/>
          </a:ln>
        </p:spPr>
        <p:txBody>
          <a:bodyPr anchorCtr="0" anchor="t" bIns="45700" lIns="91425" spcFirstLastPara="1" rIns="91425" wrap="square" tIns="45700">
            <a:noAutofit/>
          </a:bodyPr>
          <a:lstStyle>
            <a:lvl1pPr indent="-342900" lvl="0" marL="457200" rtl="0" algn="l">
              <a:lnSpc>
                <a:spcPct val="100000"/>
              </a:lnSpc>
              <a:spcBef>
                <a:spcPts val="360"/>
              </a:spcBef>
              <a:spcAft>
                <a:spcPts val="0"/>
              </a:spcAft>
              <a:buSzPts val="1800"/>
              <a:buChar char="▪"/>
              <a:defRPr/>
            </a:lvl1pPr>
            <a:lvl2pPr indent="-342900" lvl="1" marL="914400" rtl="0" algn="l">
              <a:lnSpc>
                <a:spcPct val="100000"/>
              </a:lnSpc>
              <a:spcBef>
                <a:spcPts val="360"/>
              </a:spcBef>
              <a:spcAft>
                <a:spcPts val="0"/>
              </a:spcAft>
              <a:buSzPts val="1800"/>
              <a:buChar char="▪"/>
              <a:defRPr/>
            </a:lvl2pPr>
            <a:lvl3pPr indent="-342900" lvl="2" marL="1371600" rtl="0" algn="l">
              <a:lnSpc>
                <a:spcPct val="100000"/>
              </a:lnSpc>
              <a:spcBef>
                <a:spcPts val="360"/>
              </a:spcBef>
              <a:spcAft>
                <a:spcPts val="0"/>
              </a:spcAft>
              <a:buSzPts val="1800"/>
              <a:buChar char="▪"/>
              <a:defRPr/>
            </a:lvl3pPr>
            <a:lvl4pPr indent="-342900" lvl="3" marL="1828800" rtl="0" algn="l">
              <a:lnSpc>
                <a:spcPct val="100000"/>
              </a:lnSpc>
              <a:spcBef>
                <a:spcPts val="360"/>
              </a:spcBef>
              <a:spcAft>
                <a:spcPts val="0"/>
              </a:spcAft>
              <a:buSzPts val="1800"/>
              <a:buChar char="▪"/>
              <a:defRPr/>
            </a:lvl4pPr>
            <a:lvl5pPr indent="-342900" lvl="4" marL="2286000" rtl="0" algn="l">
              <a:lnSpc>
                <a:spcPct val="100000"/>
              </a:lnSpc>
              <a:spcBef>
                <a:spcPts val="360"/>
              </a:spcBef>
              <a:spcAft>
                <a:spcPts val="0"/>
              </a:spcAft>
              <a:buSzPts val="1800"/>
              <a:buChar char="▪"/>
              <a:defRPr/>
            </a:lvl5pPr>
            <a:lvl6pPr indent="-342900" lvl="5" marL="2743200" rtl="0" algn="l">
              <a:lnSpc>
                <a:spcPct val="100000"/>
              </a:lnSpc>
              <a:spcBef>
                <a:spcPts val="360"/>
              </a:spcBef>
              <a:spcAft>
                <a:spcPts val="0"/>
              </a:spcAft>
              <a:buSzPts val="1800"/>
              <a:buChar char="▪"/>
              <a:defRPr/>
            </a:lvl6pPr>
            <a:lvl7pPr indent="-342900" lvl="6" marL="3200400" rtl="0" algn="l">
              <a:lnSpc>
                <a:spcPct val="100000"/>
              </a:lnSpc>
              <a:spcBef>
                <a:spcPts val="360"/>
              </a:spcBef>
              <a:spcAft>
                <a:spcPts val="0"/>
              </a:spcAft>
              <a:buSzPts val="1800"/>
              <a:buChar char="▪"/>
              <a:defRPr/>
            </a:lvl7pPr>
            <a:lvl8pPr indent="-342900" lvl="7" marL="3657600" rtl="0" algn="l">
              <a:lnSpc>
                <a:spcPct val="100000"/>
              </a:lnSpc>
              <a:spcBef>
                <a:spcPts val="360"/>
              </a:spcBef>
              <a:spcAft>
                <a:spcPts val="0"/>
              </a:spcAft>
              <a:buSzPts val="1800"/>
              <a:buChar char="▪"/>
              <a:defRPr/>
            </a:lvl8pPr>
            <a:lvl9pPr indent="-342900" lvl="8" marL="4114800" rtl="0" algn="l">
              <a:lnSpc>
                <a:spcPct val="100000"/>
              </a:lnSpc>
              <a:spcBef>
                <a:spcPts val="360"/>
              </a:spcBef>
              <a:spcAft>
                <a:spcPts val="0"/>
              </a:spcAft>
              <a:buSzPts val="1800"/>
              <a:buChar char="▪"/>
              <a:defRPr/>
            </a:lvl9pPr>
          </a:lstStyle>
          <a:p/>
        </p:txBody>
      </p:sp>
      <p:sp>
        <p:nvSpPr>
          <p:cNvPr id="465" name="Google Shape;465;p40"/>
          <p:cNvSpPr txBox="1"/>
          <p:nvPr>
            <p:ph idx="10" type="dt"/>
          </p:nvPr>
        </p:nvSpPr>
        <p:spPr>
          <a:xfrm>
            <a:off x="838200" y="6245225"/>
            <a:ext cx="1901700" cy="476400"/>
          </a:xfrm>
          <a:prstGeom prst="rect">
            <a:avLst/>
          </a:prstGeom>
          <a:noFill/>
          <a:ln>
            <a:noFill/>
          </a:ln>
        </p:spPr>
        <p:txBody>
          <a:bodyPr anchorCtr="0" anchor="t"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466" name="Google Shape;466;p40"/>
          <p:cNvSpPr txBox="1"/>
          <p:nvPr>
            <p:ph idx="11" type="ftr"/>
          </p:nvPr>
        </p:nvSpPr>
        <p:spPr>
          <a:xfrm>
            <a:off x="3429000" y="6245225"/>
            <a:ext cx="2895600" cy="476400"/>
          </a:xfrm>
          <a:prstGeom prst="rect">
            <a:avLst/>
          </a:prstGeom>
          <a:noFill/>
          <a:ln>
            <a:noFill/>
          </a:ln>
        </p:spPr>
        <p:txBody>
          <a:bodyPr anchorCtr="0" anchor="t"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467" name="Google Shape;467;p40"/>
          <p:cNvSpPr txBox="1"/>
          <p:nvPr>
            <p:ph idx="12" type="sldNum"/>
          </p:nvPr>
        </p:nvSpPr>
        <p:spPr>
          <a:xfrm>
            <a:off x="6937375" y="6245225"/>
            <a:ext cx="1901700" cy="476400"/>
          </a:xfrm>
          <a:prstGeom prst="rect">
            <a:avLst/>
          </a:prstGeom>
          <a:noFill/>
          <a:ln>
            <a:noFill/>
          </a:ln>
        </p:spPr>
        <p:txBody>
          <a:bodyPr anchorCtr="0" anchor="t" bIns="45700" lIns="91425" spcFirstLastPara="1" rIns="91425" wrap="square" tIns="45700">
            <a:noAutofit/>
          </a:bodyPr>
          <a:lstStyle>
            <a:lvl1pPr indent="0" lvl="0" marL="0" rtl="0" algn="r">
              <a:lnSpc>
                <a:spcPct val="100000"/>
              </a:lnSpc>
              <a:spcBef>
                <a:spcPts val="0"/>
              </a:spcBef>
              <a:spcAft>
                <a:spcPts val="0"/>
              </a:spcAft>
              <a:buNone/>
              <a:defRPr sz="1400"/>
            </a:lvl1pPr>
            <a:lvl2pPr indent="0" lvl="1" marL="0" rtl="0" algn="r">
              <a:lnSpc>
                <a:spcPct val="100000"/>
              </a:lnSpc>
              <a:spcBef>
                <a:spcPts val="0"/>
              </a:spcBef>
              <a:spcAft>
                <a:spcPts val="0"/>
              </a:spcAft>
              <a:buNone/>
              <a:defRPr sz="1400"/>
            </a:lvl2pPr>
            <a:lvl3pPr indent="0" lvl="2" marL="0" rtl="0" algn="r">
              <a:lnSpc>
                <a:spcPct val="100000"/>
              </a:lnSpc>
              <a:spcBef>
                <a:spcPts val="0"/>
              </a:spcBef>
              <a:spcAft>
                <a:spcPts val="0"/>
              </a:spcAft>
              <a:buNone/>
              <a:defRPr sz="1400"/>
            </a:lvl3pPr>
            <a:lvl4pPr indent="0" lvl="3" marL="0" rtl="0" algn="r">
              <a:lnSpc>
                <a:spcPct val="100000"/>
              </a:lnSpc>
              <a:spcBef>
                <a:spcPts val="0"/>
              </a:spcBef>
              <a:spcAft>
                <a:spcPts val="0"/>
              </a:spcAft>
              <a:buNone/>
              <a:defRPr sz="1400"/>
            </a:lvl4pPr>
            <a:lvl5pPr indent="0" lvl="4" marL="0" rtl="0" algn="r">
              <a:lnSpc>
                <a:spcPct val="100000"/>
              </a:lnSpc>
              <a:spcBef>
                <a:spcPts val="0"/>
              </a:spcBef>
              <a:spcAft>
                <a:spcPts val="0"/>
              </a:spcAft>
              <a:buNone/>
              <a:defRPr sz="1400"/>
            </a:lvl5pPr>
            <a:lvl6pPr indent="0" lvl="5" marL="0" rtl="0" algn="r">
              <a:lnSpc>
                <a:spcPct val="100000"/>
              </a:lnSpc>
              <a:spcBef>
                <a:spcPts val="0"/>
              </a:spcBef>
              <a:spcAft>
                <a:spcPts val="0"/>
              </a:spcAft>
              <a:buNone/>
              <a:defRPr sz="1400"/>
            </a:lvl6pPr>
            <a:lvl7pPr indent="0" lvl="6" marL="0" rtl="0" algn="r">
              <a:lnSpc>
                <a:spcPct val="100000"/>
              </a:lnSpc>
              <a:spcBef>
                <a:spcPts val="0"/>
              </a:spcBef>
              <a:spcAft>
                <a:spcPts val="0"/>
              </a:spcAft>
              <a:buNone/>
              <a:defRPr sz="1400"/>
            </a:lvl7pPr>
            <a:lvl8pPr indent="0" lvl="7" marL="0" rtl="0" algn="r">
              <a:lnSpc>
                <a:spcPct val="100000"/>
              </a:lnSpc>
              <a:spcBef>
                <a:spcPts val="0"/>
              </a:spcBef>
              <a:spcAft>
                <a:spcPts val="0"/>
              </a:spcAft>
              <a:buNone/>
              <a:defRPr sz="1400"/>
            </a:lvl8pPr>
            <a:lvl9pPr indent="0" lvl="8" marL="0" rtl="0" algn="r">
              <a:lnSpc>
                <a:spcPct val="100000"/>
              </a:lnSpc>
              <a:spcBef>
                <a:spcPts val="0"/>
              </a:spcBef>
              <a:spcAft>
                <a:spcPts val="0"/>
              </a:spcAft>
              <a:buNone/>
              <a:defRPr sz="14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tx">
  <p:cSld name="TITLE_AND_BODY">
    <p:spTree>
      <p:nvGrpSpPr>
        <p:cNvPr id="509" name="Shape 509"/>
        <p:cNvGrpSpPr/>
        <p:nvPr/>
      </p:nvGrpSpPr>
      <p:grpSpPr>
        <a:xfrm>
          <a:off x="0" y="0"/>
          <a:ext cx="0" cy="0"/>
          <a:chOff x="0" y="0"/>
          <a:chExt cx="0" cy="0"/>
        </a:xfrm>
      </p:grpSpPr>
      <p:sp>
        <p:nvSpPr>
          <p:cNvPr id="510" name="Google Shape;510;p42"/>
          <p:cNvSpPr txBox="1"/>
          <p:nvPr>
            <p:ph type="title"/>
          </p:nvPr>
        </p:nvSpPr>
        <p:spPr>
          <a:xfrm>
            <a:off x="457200" y="277812"/>
            <a:ext cx="8229600" cy="11430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11" name="Google Shape;511;p42"/>
          <p:cNvSpPr txBox="1"/>
          <p:nvPr>
            <p:ph idx="1" type="body"/>
          </p:nvPr>
        </p:nvSpPr>
        <p:spPr>
          <a:xfrm>
            <a:off x="457200" y="1600200"/>
            <a:ext cx="8229600" cy="4530600"/>
          </a:xfrm>
          <a:prstGeom prst="rect">
            <a:avLst/>
          </a:prstGeom>
          <a:noFill/>
          <a:ln>
            <a:noFill/>
          </a:ln>
        </p:spPr>
        <p:txBody>
          <a:bodyPr anchorCtr="0" anchor="t" bIns="45700" lIns="91425" spcFirstLastPara="1" rIns="91425" wrap="square" tIns="45700">
            <a:noAutofit/>
          </a:bodyPr>
          <a:lstStyle>
            <a:lvl1pPr indent="-302895" lvl="0" marL="457200" rtl="0" algn="l">
              <a:lnSpc>
                <a:spcPct val="100000"/>
              </a:lnSpc>
              <a:spcBef>
                <a:spcPts val="360"/>
              </a:spcBef>
              <a:spcAft>
                <a:spcPts val="0"/>
              </a:spcAft>
              <a:buSzPts val="1170"/>
              <a:buChar char="■"/>
              <a:defRPr/>
            </a:lvl1pPr>
            <a:lvl2pPr indent="-302894" lvl="1" marL="914400" rtl="0" algn="l">
              <a:lnSpc>
                <a:spcPct val="100000"/>
              </a:lnSpc>
              <a:spcBef>
                <a:spcPts val="360"/>
              </a:spcBef>
              <a:spcAft>
                <a:spcPts val="0"/>
              </a:spcAft>
              <a:buSzPts val="1170"/>
              <a:buChar char="■"/>
              <a:defRPr/>
            </a:lvl2pPr>
            <a:lvl3pPr indent="-302894" lvl="2" marL="1371600" rtl="0" algn="l">
              <a:lnSpc>
                <a:spcPct val="100000"/>
              </a:lnSpc>
              <a:spcBef>
                <a:spcPts val="360"/>
              </a:spcBef>
              <a:spcAft>
                <a:spcPts val="0"/>
              </a:spcAft>
              <a:buSzPts val="1170"/>
              <a:buChar char="■"/>
              <a:defRPr/>
            </a:lvl3pPr>
            <a:lvl4pPr indent="-302894" lvl="3" marL="1828800" rtl="0" algn="l">
              <a:lnSpc>
                <a:spcPct val="100000"/>
              </a:lnSpc>
              <a:spcBef>
                <a:spcPts val="360"/>
              </a:spcBef>
              <a:spcAft>
                <a:spcPts val="0"/>
              </a:spcAft>
              <a:buSzPts val="1170"/>
              <a:buChar char="■"/>
              <a:defRPr/>
            </a:lvl4pPr>
            <a:lvl5pPr indent="-302895" lvl="4" marL="2286000" rtl="0" algn="l">
              <a:lnSpc>
                <a:spcPct val="100000"/>
              </a:lnSpc>
              <a:spcBef>
                <a:spcPts val="360"/>
              </a:spcBef>
              <a:spcAft>
                <a:spcPts val="0"/>
              </a:spcAft>
              <a:buSzPts val="1170"/>
              <a:buChar char="■"/>
              <a:defRPr/>
            </a:lvl5pPr>
            <a:lvl6pPr indent="-302895" lvl="5" marL="2743200" rtl="0" algn="l">
              <a:lnSpc>
                <a:spcPct val="100000"/>
              </a:lnSpc>
              <a:spcBef>
                <a:spcPts val="360"/>
              </a:spcBef>
              <a:spcAft>
                <a:spcPts val="0"/>
              </a:spcAft>
              <a:buSzPts val="1170"/>
              <a:buChar char="■"/>
              <a:defRPr/>
            </a:lvl6pPr>
            <a:lvl7pPr indent="-302895" lvl="6" marL="3200400" rtl="0" algn="l">
              <a:lnSpc>
                <a:spcPct val="100000"/>
              </a:lnSpc>
              <a:spcBef>
                <a:spcPts val="360"/>
              </a:spcBef>
              <a:spcAft>
                <a:spcPts val="0"/>
              </a:spcAft>
              <a:buSzPts val="1170"/>
              <a:buChar char="■"/>
              <a:defRPr/>
            </a:lvl7pPr>
            <a:lvl8pPr indent="-302895" lvl="7" marL="3657600" rtl="0" algn="l">
              <a:lnSpc>
                <a:spcPct val="100000"/>
              </a:lnSpc>
              <a:spcBef>
                <a:spcPts val="360"/>
              </a:spcBef>
              <a:spcAft>
                <a:spcPts val="0"/>
              </a:spcAft>
              <a:buSzPts val="1170"/>
              <a:buChar char="■"/>
              <a:defRPr/>
            </a:lvl8pPr>
            <a:lvl9pPr indent="-302895" lvl="8" marL="4114800" rtl="0" algn="l">
              <a:lnSpc>
                <a:spcPct val="100000"/>
              </a:lnSpc>
              <a:spcBef>
                <a:spcPts val="360"/>
              </a:spcBef>
              <a:spcAft>
                <a:spcPts val="0"/>
              </a:spcAft>
              <a:buSzPts val="1170"/>
              <a:buChar char="■"/>
              <a:defRPr/>
            </a:lvl9pPr>
          </a:lstStyle>
          <a:p/>
        </p:txBody>
      </p:sp>
      <p:sp>
        <p:nvSpPr>
          <p:cNvPr id="512" name="Google Shape;512;p42"/>
          <p:cNvSpPr txBox="1"/>
          <p:nvPr>
            <p:ph idx="10" type="dt"/>
          </p:nvPr>
        </p:nvSpPr>
        <p:spPr>
          <a:xfrm>
            <a:off x="457200" y="6278562"/>
            <a:ext cx="2133600" cy="457200"/>
          </a:xfrm>
          <a:prstGeom prst="rect">
            <a:avLst/>
          </a:prstGeom>
          <a:noFill/>
          <a:ln>
            <a:noFill/>
          </a:ln>
        </p:spPr>
        <p:txBody>
          <a:bodyPr anchorCtr="0" anchor="b"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13" name="Google Shape;513;p42"/>
          <p:cNvSpPr txBox="1"/>
          <p:nvPr>
            <p:ph idx="11" type="ftr"/>
          </p:nvPr>
        </p:nvSpPr>
        <p:spPr>
          <a:xfrm>
            <a:off x="3124200" y="6278562"/>
            <a:ext cx="2895600" cy="4572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14" name="Google Shape;514;p42"/>
          <p:cNvSpPr txBox="1"/>
          <p:nvPr>
            <p:ph idx="12" type="sldNum"/>
          </p:nvPr>
        </p:nvSpPr>
        <p:spPr>
          <a:xfrm>
            <a:off x="6553200" y="6278562"/>
            <a:ext cx="2133600" cy="457200"/>
          </a:xfrm>
          <a:prstGeom prst="rect">
            <a:avLst/>
          </a:prstGeom>
          <a:noFill/>
          <a:ln>
            <a:noFill/>
          </a:ln>
        </p:spPr>
        <p:txBody>
          <a:bodyPr anchorCtr="0" anchor="b" bIns="45700" lIns="91425" spcFirstLastPara="1" rIns="91425" wrap="square" tIns="45700">
            <a:noAutofit/>
          </a:bodyPr>
          <a:lstStyle>
            <a:lvl1pPr indent="0" lvl="0" marL="0" rtl="0" algn="r">
              <a:lnSpc>
                <a:spcPct val="100000"/>
              </a:lnSpc>
              <a:spcBef>
                <a:spcPts val="0"/>
              </a:spcBef>
              <a:spcAft>
                <a:spcPts val="0"/>
              </a:spcAft>
              <a:buNone/>
              <a:defRPr sz="1200">
                <a:latin typeface="Tahoma"/>
                <a:ea typeface="Tahoma"/>
                <a:cs typeface="Tahoma"/>
                <a:sym typeface="Tahoma"/>
              </a:defRPr>
            </a:lvl1pPr>
            <a:lvl2pPr indent="0" lvl="1" marL="0" rtl="0" algn="r">
              <a:lnSpc>
                <a:spcPct val="100000"/>
              </a:lnSpc>
              <a:spcBef>
                <a:spcPts val="0"/>
              </a:spcBef>
              <a:spcAft>
                <a:spcPts val="0"/>
              </a:spcAft>
              <a:buNone/>
              <a:defRPr sz="1200">
                <a:latin typeface="Tahoma"/>
                <a:ea typeface="Tahoma"/>
                <a:cs typeface="Tahoma"/>
                <a:sym typeface="Tahoma"/>
              </a:defRPr>
            </a:lvl2pPr>
            <a:lvl3pPr indent="0" lvl="2" marL="0" rtl="0" algn="r">
              <a:lnSpc>
                <a:spcPct val="100000"/>
              </a:lnSpc>
              <a:spcBef>
                <a:spcPts val="0"/>
              </a:spcBef>
              <a:spcAft>
                <a:spcPts val="0"/>
              </a:spcAft>
              <a:buNone/>
              <a:defRPr sz="1200">
                <a:latin typeface="Tahoma"/>
                <a:ea typeface="Tahoma"/>
                <a:cs typeface="Tahoma"/>
                <a:sym typeface="Tahoma"/>
              </a:defRPr>
            </a:lvl3pPr>
            <a:lvl4pPr indent="0" lvl="3" marL="0" rtl="0" algn="r">
              <a:lnSpc>
                <a:spcPct val="100000"/>
              </a:lnSpc>
              <a:spcBef>
                <a:spcPts val="0"/>
              </a:spcBef>
              <a:spcAft>
                <a:spcPts val="0"/>
              </a:spcAft>
              <a:buNone/>
              <a:defRPr sz="1200">
                <a:latin typeface="Tahoma"/>
                <a:ea typeface="Tahoma"/>
                <a:cs typeface="Tahoma"/>
                <a:sym typeface="Tahoma"/>
              </a:defRPr>
            </a:lvl4pPr>
            <a:lvl5pPr indent="0" lvl="4" marL="0" rtl="0" algn="r">
              <a:lnSpc>
                <a:spcPct val="100000"/>
              </a:lnSpc>
              <a:spcBef>
                <a:spcPts val="0"/>
              </a:spcBef>
              <a:spcAft>
                <a:spcPts val="0"/>
              </a:spcAft>
              <a:buNone/>
              <a:defRPr sz="1200">
                <a:latin typeface="Tahoma"/>
                <a:ea typeface="Tahoma"/>
                <a:cs typeface="Tahoma"/>
                <a:sym typeface="Tahoma"/>
              </a:defRPr>
            </a:lvl5pPr>
            <a:lvl6pPr indent="0" lvl="5" marL="0" rtl="0" algn="r">
              <a:lnSpc>
                <a:spcPct val="100000"/>
              </a:lnSpc>
              <a:spcBef>
                <a:spcPts val="0"/>
              </a:spcBef>
              <a:spcAft>
                <a:spcPts val="0"/>
              </a:spcAft>
              <a:buNone/>
              <a:defRPr sz="1200">
                <a:latin typeface="Tahoma"/>
                <a:ea typeface="Tahoma"/>
                <a:cs typeface="Tahoma"/>
                <a:sym typeface="Tahoma"/>
              </a:defRPr>
            </a:lvl6pPr>
            <a:lvl7pPr indent="0" lvl="6" marL="0" rtl="0" algn="r">
              <a:lnSpc>
                <a:spcPct val="100000"/>
              </a:lnSpc>
              <a:spcBef>
                <a:spcPts val="0"/>
              </a:spcBef>
              <a:spcAft>
                <a:spcPts val="0"/>
              </a:spcAft>
              <a:buNone/>
              <a:defRPr sz="1200">
                <a:latin typeface="Tahoma"/>
                <a:ea typeface="Tahoma"/>
                <a:cs typeface="Tahoma"/>
                <a:sym typeface="Tahoma"/>
              </a:defRPr>
            </a:lvl7pPr>
            <a:lvl8pPr indent="0" lvl="7" marL="0" rtl="0" algn="r">
              <a:lnSpc>
                <a:spcPct val="100000"/>
              </a:lnSpc>
              <a:spcBef>
                <a:spcPts val="0"/>
              </a:spcBef>
              <a:spcAft>
                <a:spcPts val="0"/>
              </a:spcAft>
              <a:buNone/>
              <a:defRPr sz="1200">
                <a:latin typeface="Tahoma"/>
                <a:ea typeface="Tahoma"/>
                <a:cs typeface="Tahoma"/>
                <a:sym typeface="Tahoma"/>
              </a:defRPr>
            </a:lvl8pPr>
            <a:lvl9pPr indent="0" lvl="8" marL="0" rtl="0" algn="r">
              <a:lnSpc>
                <a:spcPct val="100000"/>
              </a:lnSpc>
              <a:spcBef>
                <a:spcPts val="0"/>
              </a:spcBef>
              <a:spcAft>
                <a:spcPts val="0"/>
              </a:spcAft>
              <a:buNone/>
              <a:defRPr sz="1200">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tx">
  <p:cSld name="TITLE_AND_BODY">
    <p:spTree>
      <p:nvGrpSpPr>
        <p:cNvPr id="521" name="Shape 521"/>
        <p:cNvGrpSpPr/>
        <p:nvPr/>
      </p:nvGrpSpPr>
      <p:grpSpPr>
        <a:xfrm>
          <a:off x="0" y="0"/>
          <a:ext cx="0" cy="0"/>
          <a:chOff x="0" y="0"/>
          <a:chExt cx="0" cy="0"/>
        </a:xfrm>
      </p:grpSpPr>
      <p:sp>
        <p:nvSpPr>
          <p:cNvPr id="522" name="Google Shape;522;p4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23" name="Google Shape;523;p44"/>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lvl1pPr indent="-342900" lvl="0" marL="457200" rtl="0" algn="l">
              <a:lnSpc>
                <a:spcPct val="100000"/>
              </a:lnSpc>
              <a:spcBef>
                <a:spcPts val="360"/>
              </a:spcBef>
              <a:spcAft>
                <a:spcPts val="0"/>
              </a:spcAft>
              <a:buClr>
                <a:schemeClr val="dk1"/>
              </a:buClr>
              <a:buSzPts val="1800"/>
              <a:buChar char="•"/>
              <a:defRPr/>
            </a:lvl1pPr>
            <a:lvl2pPr indent="-342900" lvl="1" marL="914400" rtl="0" algn="l">
              <a:lnSpc>
                <a:spcPct val="100000"/>
              </a:lnSpc>
              <a:spcBef>
                <a:spcPts val="360"/>
              </a:spcBef>
              <a:spcAft>
                <a:spcPts val="0"/>
              </a:spcAft>
              <a:buClr>
                <a:schemeClr val="dk1"/>
              </a:buClr>
              <a:buSzPts val="1800"/>
              <a:buChar char="–"/>
              <a:defRPr/>
            </a:lvl2pPr>
            <a:lvl3pPr indent="-342900" lvl="2" marL="1371600" rtl="0" algn="l">
              <a:lnSpc>
                <a:spcPct val="100000"/>
              </a:lnSpc>
              <a:spcBef>
                <a:spcPts val="360"/>
              </a:spcBef>
              <a:spcAft>
                <a:spcPts val="0"/>
              </a:spcAft>
              <a:buClr>
                <a:schemeClr val="dk1"/>
              </a:buClr>
              <a:buSzPts val="1800"/>
              <a:buChar char="•"/>
              <a:defRPr/>
            </a:lvl3pPr>
            <a:lvl4pPr indent="-342900" lvl="3" marL="1828800" rtl="0" algn="l">
              <a:lnSpc>
                <a:spcPct val="100000"/>
              </a:lnSpc>
              <a:spcBef>
                <a:spcPts val="360"/>
              </a:spcBef>
              <a:spcAft>
                <a:spcPts val="0"/>
              </a:spcAft>
              <a:buClr>
                <a:schemeClr val="dk1"/>
              </a:buClr>
              <a:buSzPts val="1800"/>
              <a:buChar char="–"/>
              <a:defRPr/>
            </a:lvl4pPr>
            <a:lvl5pPr indent="-342900" lvl="4" marL="2286000" rtl="0" algn="l">
              <a:lnSpc>
                <a:spcPct val="100000"/>
              </a:lnSpc>
              <a:spcBef>
                <a:spcPts val="360"/>
              </a:spcBef>
              <a:spcAft>
                <a:spcPts val="0"/>
              </a:spcAft>
              <a:buClr>
                <a:schemeClr val="dk1"/>
              </a:buClr>
              <a:buSzPts val="1800"/>
              <a:buChar char="»"/>
              <a:defRPr/>
            </a:lvl5pPr>
            <a:lvl6pPr indent="-342900" lvl="5" marL="2743200" rtl="0" algn="l">
              <a:lnSpc>
                <a:spcPct val="100000"/>
              </a:lnSpc>
              <a:spcBef>
                <a:spcPts val="360"/>
              </a:spcBef>
              <a:spcAft>
                <a:spcPts val="0"/>
              </a:spcAft>
              <a:buClr>
                <a:schemeClr val="dk1"/>
              </a:buClr>
              <a:buSzPts val="1800"/>
              <a:buChar char="»"/>
              <a:defRPr/>
            </a:lvl6pPr>
            <a:lvl7pPr indent="-342900" lvl="6" marL="3200400" rtl="0" algn="l">
              <a:lnSpc>
                <a:spcPct val="100000"/>
              </a:lnSpc>
              <a:spcBef>
                <a:spcPts val="360"/>
              </a:spcBef>
              <a:spcAft>
                <a:spcPts val="0"/>
              </a:spcAft>
              <a:buClr>
                <a:schemeClr val="dk1"/>
              </a:buClr>
              <a:buSzPts val="1800"/>
              <a:buChar char="»"/>
              <a:defRPr/>
            </a:lvl7pPr>
            <a:lvl8pPr indent="-342900" lvl="7" marL="3657600" rtl="0" algn="l">
              <a:lnSpc>
                <a:spcPct val="100000"/>
              </a:lnSpc>
              <a:spcBef>
                <a:spcPts val="360"/>
              </a:spcBef>
              <a:spcAft>
                <a:spcPts val="0"/>
              </a:spcAft>
              <a:buClr>
                <a:schemeClr val="dk1"/>
              </a:buClr>
              <a:buSzPts val="1800"/>
              <a:buChar char="»"/>
              <a:defRPr/>
            </a:lvl8pPr>
            <a:lvl9pPr indent="-342900" lvl="8" marL="4114800" rtl="0" algn="l">
              <a:lnSpc>
                <a:spcPct val="100000"/>
              </a:lnSpc>
              <a:spcBef>
                <a:spcPts val="360"/>
              </a:spcBef>
              <a:spcAft>
                <a:spcPts val="0"/>
              </a:spcAft>
              <a:buClr>
                <a:schemeClr val="dk1"/>
              </a:buClr>
              <a:buSzPts val="1800"/>
              <a:buChar char="»"/>
              <a:defRPr/>
            </a:lvl9pPr>
          </a:lstStyle>
          <a:p/>
        </p:txBody>
      </p:sp>
      <p:sp>
        <p:nvSpPr>
          <p:cNvPr id="524" name="Google Shape;524;p44"/>
          <p:cNvSpPr txBox="1"/>
          <p:nvPr>
            <p:ph idx="10" type="dt"/>
          </p:nvPr>
        </p:nvSpPr>
        <p:spPr>
          <a:xfrm>
            <a:off x="457200" y="6245225"/>
            <a:ext cx="2133600" cy="476400"/>
          </a:xfrm>
          <a:prstGeom prst="rect">
            <a:avLst/>
          </a:prstGeom>
          <a:noFill/>
          <a:ln>
            <a:noFill/>
          </a:ln>
        </p:spPr>
        <p:txBody>
          <a:bodyPr anchorCtr="0" anchor="t"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25" name="Google Shape;525;p44"/>
          <p:cNvSpPr txBox="1"/>
          <p:nvPr>
            <p:ph idx="11" type="ftr"/>
          </p:nvPr>
        </p:nvSpPr>
        <p:spPr>
          <a:xfrm>
            <a:off x="3124200" y="6245225"/>
            <a:ext cx="2895600" cy="476400"/>
          </a:xfrm>
          <a:prstGeom prst="rect">
            <a:avLst/>
          </a:prstGeom>
          <a:noFill/>
          <a:ln>
            <a:noFill/>
          </a:ln>
        </p:spPr>
        <p:txBody>
          <a:bodyPr anchorCtr="0" anchor="t"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26" name="Google Shape;526;p44"/>
          <p:cNvSpPr txBox="1"/>
          <p:nvPr>
            <p:ph idx="12" type="sldNum"/>
          </p:nvPr>
        </p:nvSpPr>
        <p:spPr>
          <a:xfrm>
            <a:off x="6553200" y="6245225"/>
            <a:ext cx="2133600" cy="476400"/>
          </a:xfrm>
          <a:prstGeom prst="rect">
            <a:avLst/>
          </a:prstGeom>
          <a:noFill/>
          <a:ln>
            <a:noFill/>
          </a:ln>
        </p:spPr>
        <p:txBody>
          <a:bodyPr anchorCtr="0" anchor="t" bIns="45700" lIns="91425" spcFirstLastPara="1" rIns="91425" wrap="square" tIns="45700">
            <a:noAutofit/>
          </a:bodyPr>
          <a:lstStyle>
            <a:lvl1pPr indent="0" lvl="0" marL="0" rtl="0" algn="r">
              <a:lnSpc>
                <a:spcPct val="100000"/>
              </a:lnSpc>
              <a:spcBef>
                <a:spcPts val="0"/>
              </a:spcBef>
              <a:spcAft>
                <a:spcPts val="0"/>
              </a:spcAft>
              <a:buNone/>
              <a:defRPr sz="1400"/>
            </a:lvl1pPr>
            <a:lvl2pPr indent="0" lvl="1" marL="0" rtl="0" algn="r">
              <a:lnSpc>
                <a:spcPct val="100000"/>
              </a:lnSpc>
              <a:spcBef>
                <a:spcPts val="0"/>
              </a:spcBef>
              <a:spcAft>
                <a:spcPts val="0"/>
              </a:spcAft>
              <a:buNone/>
              <a:defRPr sz="1400"/>
            </a:lvl2pPr>
            <a:lvl3pPr indent="0" lvl="2" marL="0" rtl="0" algn="r">
              <a:lnSpc>
                <a:spcPct val="100000"/>
              </a:lnSpc>
              <a:spcBef>
                <a:spcPts val="0"/>
              </a:spcBef>
              <a:spcAft>
                <a:spcPts val="0"/>
              </a:spcAft>
              <a:buNone/>
              <a:defRPr sz="1400"/>
            </a:lvl3pPr>
            <a:lvl4pPr indent="0" lvl="3" marL="0" rtl="0" algn="r">
              <a:lnSpc>
                <a:spcPct val="100000"/>
              </a:lnSpc>
              <a:spcBef>
                <a:spcPts val="0"/>
              </a:spcBef>
              <a:spcAft>
                <a:spcPts val="0"/>
              </a:spcAft>
              <a:buNone/>
              <a:defRPr sz="1400"/>
            </a:lvl4pPr>
            <a:lvl5pPr indent="0" lvl="4" marL="0" rtl="0" algn="r">
              <a:lnSpc>
                <a:spcPct val="100000"/>
              </a:lnSpc>
              <a:spcBef>
                <a:spcPts val="0"/>
              </a:spcBef>
              <a:spcAft>
                <a:spcPts val="0"/>
              </a:spcAft>
              <a:buNone/>
              <a:defRPr sz="1400"/>
            </a:lvl5pPr>
            <a:lvl6pPr indent="0" lvl="5" marL="0" rtl="0" algn="r">
              <a:lnSpc>
                <a:spcPct val="100000"/>
              </a:lnSpc>
              <a:spcBef>
                <a:spcPts val="0"/>
              </a:spcBef>
              <a:spcAft>
                <a:spcPts val="0"/>
              </a:spcAft>
              <a:buNone/>
              <a:defRPr sz="1400"/>
            </a:lvl6pPr>
            <a:lvl7pPr indent="0" lvl="6" marL="0" rtl="0" algn="r">
              <a:lnSpc>
                <a:spcPct val="100000"/>
              </a:lnSpc>
              <a:spcBef>
                <a:spcPts val="0"/>
              </a:spcBef>
              <a:spcAft>
                <a:spcPts val="0"/>
              </a:spcAft>
              <a:buNone/>
              <a:defRPr sz="1400"/>
            </a:lvl7pPr>
            <a:lvl8pPr indent="0" lvl="7" marL="0" rtl="0" algn="r">
              <a:lnSpc>
                <a:spcPct val="100000"/>
              </a:lnSpc>
              <a:spcBef>
                <a:spcPts val="0"/>
              </a:spcBef>
              <a:spcAft>
                <a:spcPts val="0"/>
              </a:spcAft>
              <a:buNone/>
              <a:defRPr sz="1400"/>
            </a:lvl8pPr>
            <a:lvl9pPr indent="0" lvl="8" marL="0" rtl="0" algn="r">
              <a:lnSpc>
                <a:spcPct val="100000"/>
              </a:lnSpc>
              <a:spcBef>
                <a:spcPts val="0"/>
              </a:spcBef>
              <a:spcAft>
                <a:spcPts val="0"/>
              </a:spcAft>
              <a:buNone/>
              <a:defRPr sz="14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on left, text on right" type="twoColTx">
  <p:cSld name="TITLE_AND_TWO_COLUMNS">
    <p:spTree>
      <p:nvGrpSpPr>
        <p:cNvPr id="527" name="Shape 527"/>
        <p:cNvGrpSpPr/>
        <p:nvPr/>
      </p:nvGrpSpPr>
      <p:grpSpPr>
        <a:xfrm>
          <a:off x="0" y="0"/>
          <a:ext cx="0" cy="0"/>
          <a:chOff x="0" y="0"/>
          <a:chExt cx="0" cy="0"/>
        </a:xfrm>
      </p:grpSpPr>
      <p:sp>
        <p:nvSpPr>
          <p:cNvPr id="528" name="Google Shape;528;p45"/>
          <p:cNvSpPr txBox="1"/>
          <p:nvPr>
            <p:ph idx="10" type="dt"/>
          </p:nvPr>
        </p:nvSpPr>
        <p:spPr>
          <a:xfrm>
            <a:off x="457200" y="6245225"/>
            <a:ext cx="2133600" cy="476400"/>
          </a:xfrm>
          <a:prstGeom prst="rect">
            <a:avLst/>
          </a:prstGeom>
          <a:noFill/>
          <a:ln>
            <a:noFill/>
          </a:ln>
        </p:spPr>
        <p:txBody>
          <a:bodyPr anchorCtr="0" anchor="t"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29" name="Google Shape;529;p45"/>
          <p:cNvSpPr txBox="1"/>
          <p:nvPr>
            <p:ph idx="11" type="ftr"/>
          </p:nvPr>
        </p:nvSpPr>
        <p:spPr>
          <a:xfrm>
            <a:off x="3124200" y="6245225"/>
            <a:ext cx="2895600" cy="476400"/>
          </a:xfrm>
          <a:prstGeom prst="rect">
            <a:avLst/>
          </a:prstGeom>
          <a:noFill/>
          <a:ln>
            <a:noFill/>
          </a:ln>
        </p:spPr>
        <p:txBody>
          <a:bodyPr anchorCtr="0" anchor="t"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30" name="Google Shape;530;p45"/>
          <p:cNvSpPr txBox="1"/>
          <p:nvPr>
            <p:ph idx="12" type="sldNum"/>
          </p:nvPr>
        </p:nvSpPr>
        <p:spPr>
          <a:xfrm>
            <a:off x="6553200" y="6245225"/>
            <a:ext cx="2133600" cy="476400"/>
          </a:xfrm>
          <a:prstGeom prst="rect">
            <a:avLst/>
          </a:prstGeom>
          <a:noFill/>
          <a:ln>
            <a:noFill/>
          </a:ln>
        </p:spPr>
        <p:txBody>
          <a:bodyPr anchorCtr="0" anchor="t" bIns="45700" lIns="91425" spcFirstLastPara="1" rIns="91425" wrap="square" tIns="45700">
            <a:noAutofit/>
          </a:bodyPr>
          <a:lstStyle>
            <a:lvl1pPr indent="0" lvl="0" marL="0" rtl="0" algn="r">
              <a:lnSpc>
                <a:spcPct val="100000"/>
              </a:lnSpc>
              <a:spcBef>
                <a:spcPts val="0"/>
              </a:spcBef>
              <a:spcAft>
                <a:spcPts val="0"/>
              </a:spcAft>
              <a:buNone/>
              <a:defRPr sz="1400"/>
            </a:lvl1pPr>
            <a:lvl2pPr indent="0" lvl="1" marL="0" rtl="0" algn="r">
              <a:lnSpc>
                <a:spcPct val="100000"/>
              </a:lnSpc>
              <a:spcBef>
                <a:spcPts val="0"/>
              </a:spcBef>
              <a:spcAft>
                <a:spcPts val="0"/>
              </a:spcAft>
              <a:buNone/>
              <a:defRPr sz="1400"/>
            </a:lvl2pPr>
            <a:lvl3pPr indent="0" lvl="2" marL="0" rtl="0" algn="r">
              <a:lnSpc>
                <a:spcPct val="100000"/>
              </a:lnSpc>
              <a:spcBef>
                <a:spcPts val="0"/>
              </a:spcBef>
              <a:spcAft>
                <a:spcPts val="0"/>
              </a:spcAft>
              <a:buNone/>
              <a:defRPr sz="1400"/>
            </a:lvl3pPr>
            <a:lvl4pPr indent="0" lvl="3" marL="0" rtl="0" algn="r">
              <a:lnSpc>
                <a:spcPct val="100000"/>
              </a:lnSpc>
              <a:spcBef>
                <a:spcPts val="0"/>
              </a:spcBef>
              <a:spcAft>
                <a:spcPts val="0"/>
              </a:spcAft>
              <a:buNone/>
              <a:defRPr sz="1400"/>
            </a:lvl4pPr>
            <a:lvl5pPr indent="0" lvl="4" marL="0" rtl="0" algn="r">
              <a:lnSpc>
                <a:spcPct val="100000"/>
              </a:lnSpc>
              <a:spcBef>
                <a:spcPts val="0"/>
              </a:spcBef>
              <a:spcAft>
                <a:spcPts val="0"/>
              </a:spcAft>
              <a:buNone/>
              <a:defRPr sz="1400"/>
            </a:lvl5pPr>
            <a:lvl6pPr indent="0" lvl="5" marL="0" rtl="0" algn="r">
              <a:lnSpc>
                <a:spcPct val="100000"/>
              </a:lnSpc>
              <a:spcBef>
                <a:spcPts val="0"/>
              </a:spcBef>
              <a:spcAft>
                <a:spcPts val="0"/>
              </a:spcAft>
              <a:buNone/>
              <a:defRPr sz="1400"/>
            </a:lvl6pPr>
            <a:lvl7pPr indent="0" lvl="6" marL="0" rtl="0" algn="r">
              <a:lnSpc>
                <a:spcPct val="100000"/>
              </a:lnSpc>
              <a:spcBef>
                <a:spcPts val="0"/>
              </a:spcBef>
              <a:spcAft>
                <a:spcPts val="0"/>
              </a:spcAft>
              <a:buNone/>
              <a:defRPr sz="1400"/>
            </a:lvl7pPr>
            <a:lvl8pPr indent="0" lvl="7" marL="0" rtl="0" algn="r">
              <a:lnSpc>
                <a:spcPct val="100000"/>
              </a:lnSpc>
              <a:spcBef>
                <a:spcPts val="0"/>
              </a:spcBef>
              <a:spcAft>
                <a:spcPts val="0"/>
              </a:spcAft>
              <a:buNone/>
              <a:defRPr sz="1400"/>
            </a:lvl8pPr>
            <a:lvl9pPr indent="0" lvl="8" marL="0" rtl="0" algn="r">
              <a:lnSpc>
                <a:spcPct val="100000"/>
              </a:lnSpc>
              <a:spcBef>
                <a:spcPts val="0"/>
              </a:spcBef>
              <a:spcAft>
                <a:spcPts val="0"/>
              </a:spcAft>
              <a:buNone/>
              <a:defRPr sz="14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1" name="Shape 531"/>
        <p:cNvGrpSpPr/>
        <p:nvPr/>
      </p:nvGrpSpPr>
      <p:grpSpPr>
        <a:xfrm>
          <a:off x="0" y="0"/>
          <a:ext cx="0" cy="0"/>
          <a:chOff x="0" y="0"/>
          <a:chExt cx="0" cy="0"/>
        </a:xfrm>
      </p:grpSpPr>
      <p:sp>
        <p:nvSpPr>
          <p:cNvPr id="532" name="Google Shape;532;p4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33" name="Google Shape;533;p46"/>
          <p:cNvSpPr txBox="1"/>
          <p:nvPr>
            <p:ph idx="10" type="dt"/>
          </p:nvPr>
        </p:nvSpPr>
        <p:spPr>
          <a:xfrm>
            <a:off x="457200" y="6245225"/>
            <a:ext cx="2133600" cy="476400"/>
          </a:xfrm>
          <a:prstGeom prst="rect">
            <a:avLst/>
          </a:prstGeom>
          <a:noFill/>
          <a:ln>
            <a:noFill/>
          </a:ln>
        </p:spPr>
        <p:txBody>
          <a:bodyPr anchorCtr="0" anchor="t"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34" name="Google Shape;534;p46"/>
          <p:cNvSpPr txBox="1"/>
          <p:nvPr>
            <p:ph idx="11" type="ftr"/>
          </p:nvPr>
        </p:nvSpPr>
        <p:spPr>
          <a:xfrm>
            <a:off x="3124200" y="6245225"/>
            <a:ext cx="2895600" cy="476400"/>
          </a:xfrm>
          <a:prstGeom prst="rect">
            <a:avLst/>
          </a:prstGeom>
          <a:noFill/>
          <a:ln>
            <a:noFill/>
          </a:ln>
        </p:spPr>
        <p:txBody>
          <a:bodyPr anchorCtr="0" anchor="t"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35" name="Google Shape;535;p46"/>
          <p:cNvSpPr txBox="1"/>
          <p:nvPr>
            <p:ph idx="12" type="sldNum"/>
          </p:nvPr>
        </p:nvSpPr>
        <p:spPr>
          <a:xfrm>
            <a:off x="6553200" y="6245225"/>
            <a:ext cx="2133600" cy="476400"/>
          </a:xfrm>
          <a:prstGeom prst="rect">
            <a:avLst/>
          </a:prstGeom>
          <a:noFill/>
          <a:ln>
            <a:noFill/>
          </a:ln>
        </p:spPr>
        <p:txBody>
          <a:bodyPr anchorCtr="0" anchor="t" bIns="45700" lIns="91425" spcFirstLastPara="1" rIns="91425" wrap="square" tIns="45700">
            <a:noAutofit/>
          </a:bodyPr>
          <a:lstStyle>
            <a:lvl1pPr indent="0" lvl="0" marL="0" rtl="0" algn="r">
              <a:lnSpc>
                <a:spcPct val="100000"/>
              </a:lnSpc>
              <a:spcBef>
                <a:spcPts val="0"/>
              </a:spcBef>
              <a:spcAft>
                <a:spcPts val="0"/>
              </a:spcAft>
              <a:buNone/>
              <a:defRPr sz="1400"/>
            </a:lvl1pPr>
            <a:lvl2pPr indent="0" lvl="1" marL="0" rtl="0" algn="r">
              <a:lnSpc>
                <a:spcPct val="100000"/>
              </a:lnSpc>
              <a:spcBef>
                <a:spcPts val="0"/>
              </a:spcBef>
              <a:spcAft>
                <a:spcPts val="0"/>
              </a:spcAft>
              <a:buNone/>
              <a:defRPr sz="1400"/>
            </a:lvl2pPr>
            <a:lvl3pPr indent="0" lvl="2" marL="0" rtl="0" algn="r">
              <a:lnSpc>
                <a:spcPct val="100000"/>
              </a:lnSpc>
              <a:spcBef>
                <a:spcPts val="0"/>
              </a:spcBef>
              <a:spcAft>
                <a:spcPts val="0"/>
              </a:spcAft>
              <a:buNone/>
              <a:defRPr sz="1400"/>
            </a:lvl3pPr>
            <a:lvl4pPr indent="0" lvl="3" marL="0" rtl="0" algn="r">
              <a:lnSpc>
                <a:spcPct val="100000"/>
              </a:lnSpc>
              <a:spcBef>
                <a:spcPts val="0"/>
              </a:spcBef>
              <a:spcAft>
                <a:spcPts val="0"/>
              </a:spcAft>
              <a:buNone/>
              <a:defRPr sz="1400"/>
            </a:lvl4pPr>
            <a:lvl5pPr indent="0" lvl="4" marL="0" rtl="0" algn="r">
              <a:lnSpc>
                <a:spcPct val="100000"/>
              </a:lnSpc>
              <a:spcBef>
                <a:spcPts val="0"/>
              </a:spcBef>
              <a:spcAft>
                <a:spcPts val="0"/>
              </a:spcAft>
              <a:buNone/>
              <a:defRPr sz="1400"/>
            </a:lvl5pPr>
            <a:lvl6pPr indent="0" lvl="5" marL="0" rtl="0" algn="r">
              <a:lnSpc>
                <a:spcPct val="100000"/>
              </a:lnSpc>
              <a:spcBef>
                <a:spcPts val="0"/>
              </a:spcBef>
              <a:spcAft>
                <a:spcPts val="0"/>
              </a:spcAft>
              <a:buNone/>
              <a:defRPr sz="1400"/>
            </a:lvl6pPr>
            <a:lvl7pPr indent="0" lvl="6" marL="0" rtl="0" algn="r">
              <a:lnSpc>
                <a:spcPct val="100000"/>
              </a:lnSpc>
              <a:spcBef>
                <a:spcPts val="0"/>
              </a:spcBef>
              <a:spcAft>
                <a:spcPts val="0"/>
              </a:spcAft>
              <a:buNone/>
              <a:defRPr sz="1400"/>
            </a:lvl7pPr>
            <a:lvl8pPr indent="0" lvl="7" marL="0" rtl="0" algn="r">
              <a:lnSpc>
                <a:spcPct val="100000"/>
              </a:lnSpc>
              <a:spcBef>
                <a:spcPts val="0"/>
              </a:spcBef>
              <a:spcAft>
                <a:spcPts val="0"/>
              </a:spcAft>
              <a:buNone/>
              <a:defRPr sz="1400"/>
            </a:lvl8pPr>
            <a:lvl9pPr indent="0" lvl="8" marL="0" rtl="0" algn="r">
              <a:lnSpc>
                <a:spcPct val="100000"/>
              </a:lnSpc>
              <a:spcBef>
                <a:spcPts val="0"/>
              </a:spcBef>
              <a:spcAft>
                <a:spcPts val="0"/>
              </a:spcAft>
              <a:buNone/>
              <a:defRPr sz="14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6" name="Shape 536"/>
        <p:cNvGrpSpPr/>
        <p:nvPr/>
      </p:nvGrpSpPr>
      <p:grpSpPr>
        <a:xfrm>
          <a:off x="0" y="0"/>
          <a:ext cx="0" cy="0"/>
          <a:chOff x="0" y="0"/>
          <a:chExt cx="0" cy="0"/>
        </a:xfrm>
      </p:grpSpPr>
      <p:sp>
        <p:nvSpPr>
          <p:cNvPr id="537" name="Google Shape;537;p47"/>
          <p:cNvSpPr txBox="1"/>
          <p:nvPr>
            <p:ph idx="10" type="dt"/>
          </p:nvPr>
        </p:nvSpPr>
        <p:spPr>
          <a:xfrm>
            <a:off x="457200" y="6245225"/>
            <a:ext cx="2133600" cy="476400"/>
          </a:xfrm>
          <a:prstGeom prst="rect">
            <a:avLst/>
          </a:prstGeom>
          <a:noFill/>
          <a:ln>
            <a:noFill/>
          </a:ln>
        </p:spPr>
        <p:txBody>
          <a:bodyPr anchorCtr="0" anchor="t"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38" name="Google Shape;538;p47"/>
          <p:cNvSpPr txBox="1"/>
          <p:nvPr>
            <p:ph idx="11" type="ftr"/>
          </p:nvPr>
        </p:nvSpPr>
        <p:spPr>
          <a:xfrm>
            <a:off x="3124200" y="6245225"/>
            <a:ext cx="2895600" cy="476400"/>
          </a:xfrm>
          <a:prstGeom prst="rect">
            <a:avLst/>
          </a:prstGeom>
          <a:noFill/>
          <a:ln>
            <a:noFill/>
          </a:ln>
        </p:spPr>
        <p:txBody>
          <a:bodyPr anchorCtr="0" anchor="t"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39" name="Google Shape;539;p47"/>
          <p:cNvSpPr txBox="1"/>
          <p:nvPr>
            <p:ph idx="12" type="sldNum"/>
          </p:nvPr>
        </p:nvSpPr>
        <p:spPr>
          <a:xfrm>
            <a:off x="6553200" y="6245225"/>
            <a:ext cx="2133600" cy="476400"/>
          </a:xfrm>
          <a:prstGeom prst="rect">
            <a:avLst/>
          </a:prstGeom>
          <a:noFill/>
          <a:ln>
            <a:noFill/>
          </a:ln>
        </p:spPr>
        <p:txBody>
          <a:bodyPr anchorCtr="0" anchor="t" bIns="45700" lIns="91425" spcFirstLastPara="1" rIns="91425" wrap="square" tIns="45700">
            <a:noAutofit/>
          </a:bodyPr>
          <a:lstStyle>
            <a:lvl1pPr indent="0" lvl="0" marL="0" rtl="0" algn="r">
              <a:lnSpc>
                <a:spcPct val="100000"/>
              </a:lnSpc>
              <a:spcBef>
                <a:spcPts val="0"/>
              </a:spcBef>
              <a:spcAft>
                <a:spcPts val="0"/>
              </a:spcAft>
              <a:buNone/>
              <a:defRPr sz="1400"/>
            </a:lvl1pPr>
            <a:lvl2pPr indent="0" lvl="1" marL="0" rtl="0" algn="r">
              <a:lnSpc>
                <a:spcPct val="100000"/>
              </a:lnSpc>
              <a:spcBef>
                <a:spcPts val="0"/>
              </a:spcBef>
              <a:spcAft>
                <a:spcPts val="0"/>
              </a:spcAft>
              <a:buNone/>
              <a:defRPr sz="1400"/>
            </a:lvl2pPr>
            <a:lvl3pPr indent="0" lvl="2" marL="0" rtl="0" algn="r">
              <a:lnSpc>
                <a:spcPct val="100000"/>
              </a:lnSpc>
              <a:spcBef>
                <a:spcPts val="0"/>
              </a:spcBef>
              <a:spcAft>
                <a:spcPts val="0"/>
              </a:spcAft>
              <a:buNone/>
              <a:defRPr sz="1400"/>
            </a:lvl3pPr>
            <a:lvl4pPr indent="0" lvl="3" marL="0" rtl="0" algn="r">
              <a:lnSpc>
                <a:spcPct val="100000"/>
              </a:lnSpc>
              <a:spcBef>
                <a:spcPts val="0"/>
              </a:spcBef>
              <a:spcAft>
                <a:spcPts val="0"/>
              </a:spcAft>
              <a:buNone/>
              <a:defRPr sz="1400"/>
            </a:lvl4pPr>
            <a:lvl5pPr indent="0" lvl="4" marL="0" rtl="0" algn="r">
              <a:lnSpc>
                <a:spcPct val="100000"/>
              </a:lnSpc>
              <a:spcBef>
                <a:spcPts val="0"/>
              </a:spcBef>
              <a:spcAft>
                <a:spcPts val="0"/>
              </a:spcAft>
              <a:buNone/>
              <a:defRPr sz="1400"/>
            </a:lvl5pPr>
            <a:lvl6pPr indent="0" lvl="5" marL="0" rtl="0" algn="r">
              <a:lnSpc>
                <a:spcPct val="100000"/>
              </a:lnSpc>
              <a:spcBef>
                <a:spcPts val="0"/>
              </a:spcBef>
              <a:spcAft>
                <a:spcPts val="0"/>
              </a:spcAft>
              <a:buNone/>
              <a:defRPr sz="1400"/>
            </a:lvl6pPr>
            <a:lvl7pPr indent="0" lvl="6" marL="0" rtl="0" algn="r">
              <a:lnSpc>
                <a:spcPct val="100000"/>
              </a:lnSpc>
              <a:spcBef>
                <a:spcPts val="0"/>
              </a:spcBef>
              <a:spcAft>
                <a:spcPts val="0"/>
              </a:spcAft>
              <a:buNone/>
              <a:defRPr sz="1400"/>
            </a:lvl7pPr>
            <a:lvl8pPr indent="0" lvl="7" marL="0" rtl="0" algn="r">
              <a:lnSpc>
                <a:spcPct val="100000"/>
              </a:lnSpc>
              <a:spcBef>
                <a:spcPts val="0"/>
              </a:spcBef>
              <a:spcAft>
                <a:spcPts val="0"/>
              </a:spcAft>
              <a:buNone/>
              <a:defRPr sz="1400"/>
            </a:lvl8pPr>
            <a:lvl9pPr indent="0" lvl="8" marL="0" rtl="0" algn="r">
              <a:lnSpc>
                <a:spcPct val="100000"/>
              </a:lnSpc>
              <a:spcBef>
                <a:spcPts val="0"/>
              </a:spcBef>
              <a:spcAft>
                <a:spcPts val="0"/>
              </a:spcAft>
              <a:buNone/>
              <a:defRPr sz="14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0.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2.xml"/><Relationship Id="rId3" Type="http://schemas.openxmlformats.org/officeDocument/2006/relationships/theme" Target="../theme/theme5.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theme" Target="../theme/theme10.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theme" Target="../theme/theme16.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Layout" Target="../slideLayouts/slideLayout7.xml"/><Relationship Id="rId3" Type="http://schemas.openxmlformats.org/officeDocument/2006/relationships/theme" Target="../theme/theme13.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theme" Target="../theme/theme3.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theme" Target="../theme/theme8.xml"/></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theme" Target="../theme/theme14.xml"/></Relationships>
</file>

<file path=ppt/slideMasters/_rels/slideMaster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theme" Target="../theme/theme21.xml"/></Relationships>
</file>

<file path=ppt/slideMasters/_rels/slideMaster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theme" Target="../theme/theme9.xml"/></Relationships>
</file>

<file path=ppt/slideMasters/_rels/slideMaster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theme" Target="../theme/theme17.xml"/></Relationships>
</file>

<file path=ppt/slideMasters/_rels/slideMaster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theme" Target="../theme/theme18.xml"/></Relationships>
</file>

<file path=ppt/slideMasters/_rels/slideMaster13.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17.xml"/><Relationship Id="rId3" Type="http://schemas.openxmlformats.org/officeDocument/2006/relationships/theme" Target="../theme/theme6.xml"/></Relationships>
</file>

<file path=ppt/slideMasters/_rels/slideMaster1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theme" Target="../theme/theme7.xml"/></Relationships>
</file>

<file path=ppt/slideMasters/_rels/slideMaster15.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19.xml"/><Relationship Id="rId3" Type="http://schemas.openxmlformats.org/officeDocument/2006/relationships/theme" Target="../theme/theme2.xml"/></Relationships>
</file>

<file path=ppt/slideMasters/_rels/slideMaster1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theme" Target="../theme/theme1.xml"/></Relationships>
</file>

<file path=ppt/slideMasters/_rels/slideMaster1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theme" Target="../theme/theme4.xml"/></Relationships>
</file>

<file path=ppt/slideMasters/_rels/slideMaster1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theme" Target="../theme/theme19.xml"/></Relationships>
</file>

<file path=ppt/slideMasters/_rels/slideMaster1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theme" Target="../theme/theme15.xml"/></Relationships>
</file>

<file path=ppt/slideMasters/_rels/slideMaster2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theme" Target="../theme/theme1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1"/>
          <p:cNvGrpSpPr/>
          <p:nvPr/>
        </p:nvGrpSpPr>
        <p:grpSpPr>
          <a:xfrm>
            <a:off x="0" y="0"/>
            <a:ext cx="9258299" cy="6858000"/>
            <a:chOff x="0" y="0"/>
            <a:chExt cx="5832" cy="4320"/>
          </a:xfrm>
        </p:grpSpPr>
        <p:sp>
          <p:nvSpPr>
            <p:cNvPr id="11" name="Google Shape;11;p1"/>
            <p:cNvSpPr/>
            <p:nvPr/>
          </p:nvSpPr>
          <p:spPr>
            <a:xfrm>
              <a:off x="5232" y="1"/>
              <a:ext cx="600" cy="4200"/>
            </a:xfrm>
            <a:prstGeom prst="rect">
              <a:avLst/>
            </a:prstGeom>
            <a:gradFill>
              <a:gsLst>
                <a:gs pos="0">
                  <a:srgbClr val="464646"/>
                </a:gs>
                <a:gs pos="100000">
                  <a:schemeClr val="accent2"/>
                </a:gs>
              </a:gsLst>
              <a:lin ang="10800025"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 name="Google Shape;12;p1"/>
            <p:cNvSpPr/>
            <p:nvPr/>
          </p:nvSpPr>
          <p:spPr>
            <a:xfrm>
              <a:off x="1056" y="0"/>
              <a:ext cx="300" cy="4200"/>
            </a:xfrm>
            <a:prstGeom prst="rect">
              <a:avLst/>
            </a:prstGeom>
            <a:gradFill>
              <a:gsLst>
                <a:gs pos="0">
                  <a:schemeClr val="lt2"/>
                </a:gs>
                <a:gs pos="100000">
                  <a:schemeClr val="lt1"/>
                </a:gs>
              </a:gsLst>
              <a:lin ang="10800025"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 name="Google Shape;13;p1"/>
            <p:cNvSpPr/>
            <p:nvPr/>
          </p:nvSpPr>
          <p:spPr>
            <a:xfrm>
              <a:off x="1728" y="0"/>
              <a:ext cx="300" cy="4200"/>
            </a:xfrm>
            <a:prstGeom prst="rect">
              <a:avLst/>
            </a:prstGeom>
            <a:gradFill>
              <a:gsLst>
                <a:gs pos="0">
                  <a:schemeClr val="lt2"/>
                </a:gs>
                <a:gs pos="100000">
                  <a:schemeClr val="lt1"/>
                </a:gs>
              </a:gsLst>
              <a:lin ang="10800025"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 name="Google Shape;14;p1"/>
            <p:cNvSpPr/>
            <p:nvPr/>
          </p:nvSpPr>
          <p:spPr>
            <a:xfrm>
              <a:off x="2256" y="0"/>
              <a:ext cx="300" cy="42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5" name="Google Shape;15;p1"/>
            <p:cNvSpPr/>
            <p:nvPr/>
          </p:nvSpPr>
          <p:spPr>
            <a:xfrm>
              <a:off x="1344" y="0"/>
              <a:ext cx="300" cy="4200"/>
            </a:xfrm>
            <a:prstGeom prst="rect">
              <a:avLst/>
            </a:prstGeom>
            <a:gradFill>
              <a:gsLst>
                <a:gs pos="0">
                  <a:schemeClr val="lt1"/>
                </a:gs>
                <a:gs pos="100000">
                  <a:schemeClr val="lt2"/>
                </a:gs>
              </a:gsLst>
              <a:lin ang="10800025"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6" name="Google Shape;16;p1"/>
            <p:cNvSpPr/>
            <p:nvPr/>
          </p:nvSpPr>
          <p:spPr>
            <a:xfrm>
              <a:off x="480" y="0"/>
              <a:ext cx="600" cy="4200"/>
            </a:xfrm>
            <a:prstGeom prst="rect">
              <a:avLst/>
            </a:prstGeom>
            <a:gradFill>
              <a:gsLst>
                <a:gs pos="0">
                  <a:schemeClr val="lt1"/>
                </a:gs>
                <a:gs pos="100000">
                  <a:schemeClr val="lt2"/>
                </a:gs>
              </a:gsLst>
              <a:lin ang="10800025"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7" name="Google Shape;17;p1"/>
            <p:cNvSpPr/>
            <p:nvPr/>
          </p:nvSpPr>
          <p:spPr>
            <a:xfrm>
              <a:off x="288" y="0"/>
              <a:ext cx="300" cy="4200"/>
            </a:xfrm>
            <a:prstGeom prst="rect">
              <a:avLst/>
            </a:prstGeom>
            <a:gradFill>
              <a:gsLst>
                <a:gs pos="0">
                  <a:schemeClr val="lt2"/>
                </a:gs>
                <a:gs pos="50000">
                  <a:srgbClr val="591D00"/>
                </a:gs>
                <a:gs pos="100000">
                  <a:schemeClr val="lt2"/>
                </a:gs>
              </a:gsLst>
              <a:lin ang="10800025"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8" name="Google Shape;18;p1"/>
            <p:cNvSpPr/>
            <p:nvPr/>
          </p:nvSpPr>
          <p:spPr>
            <a:xfrm>
              <a:off x="0" y="0"/>
              <a:ext cx="300" cy="4200"/>
            </a:xfrm>
            <a:prstGeom prst="rect">
              <a:avLst/>
            </a:prstGeom>
            <a:gradFill>
              <a:gsLst>
                <a:gs pos="0">
                  <a:schemeClr val="lt2"/>
                </a:gs>
                <a:gs pos="100000">
                  <a:srgbClr val="561C00"/>
                </a:gs>
              </a:gsLst>
              <a:lin ang="10800025"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 name="Google Shape;19;p1"/>
            <p:cNvSpPr/>
            <p:nvPr/>
          </p:nvSpPr>
          <p:spPr>
            <a:xfrm>
              <a:off x="2160" y="0"/>
              <a:ext cx="300" cy="4200"/>
            </a:xfrm>
            <a:prstGeom prst="rect">
              <a:avLst/>
            </a:prstGeom>
            <a:gradFill>
              <a:gsLst>
                <a:gs pos="0">
                  <a:schemeClr val="lt1"/>
                </a:gs>
                <a:gs pos="100000">
                  <a:schemeClr val="lt2"/>
                </a:gs>
              </a:gsLst>
              <a:lin ang="10800025"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0" name="Google Shape;20;p1"/>
            <p:cNvSpPr/>
            <p:nvPr/>
          </p:nvSpPr>
          <p:spPr>
            <a:xfrm>
              <a:off x="2784" y="0"/>
              <a:ext cx="600" cy="4200"/>
            </a:xfrm>
            <a:prstGeom prst="rect">
              <a:avLst/>
            </a:prstGeom>
            <a:gradFill>
              <a:gsLst>
                <a:gs pos="0">
                  <a:schemeClr val="lt2"/>
                </a:gs>
                <a:gs pos="100000">
                  <a:schemeClr val="lt1"/>
                </a:gs>
              </a:gsLst>
              <a:lin ang="10800025"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 name="Google Shape;21;p1"/>
            <p:cNvSpPr/>
            <p:nvPr/>
          </p:nvSpPr>
          <p:spPr>
            <a:xfrm>
              <a:off x="1248" y="0"/>
              <a:ext cx="0" cy="42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 name="Google Shape;22;p1"/>
            <p:cNvSpPr/>
            <p:nvPr/>
          </p:nvSpPr>
          <p:spPr>
            <a:xfrm>
              <a:off x="3300" y="0"/>
              <a:ext cx="300" cy="42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3" name="Google Shape;23;p1"/>
            <p:cNvSpPr/>
            <p:nvPr/>
          </p:nvSpPr>
          <p:spPr>
            <a:xfrm>
              <a:off x="4656" y="0"/>
              <a:ext cx="0" cy="4200"/>
            </a:xfrm>
            <a:prstGeom prst="rect">
              <a:avLst/>
            </a:prstGeom>
            <a:gradFill>
              <a:gsLst>
                <a:gs pos="0">
                  <a:schemeClr val="lt2"/>
                </a:gs>
                <a:gs pos="50000">
                  <a:srgbClr val="5E1F00"/>
                </a:gs>
                <a:gs pos="100000">
                  <a:schemeClr val="lt2"/>
                </a:gs>
              </a:gsLst>
              <a:lin ang="10800025"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4" name="Google Shape;24;p1"/>
            <p:cNvSpPr/>
            <p:nvPr/>
          </p:nvSpPr>
          <p:spPr>
            <a:xfrm>
              <a:off x="4608" y="0"/>
              <a:ext cx="600" cy="4200"/>
            </a:xfrm>
            <a:prstGeom prst="rect">
              <a:avLst/>
            </a:prstGeom>
            <a:gradFill>
              <a:gsLst>
                <a:gs pos="0">
                  <a:schemeClr val="accent2"/>
                </a:gs>
                <a:gs pos="100000">
                  <a:schemeClr val="lt2"/>
                </a:gs>
              </a:gsLst>
              <a:lin ang="10800025"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5" name="Google Shape;25;p1"/>
            <p:cNvSpPr/>
            <p:nvPr/>
          </p:nvSpPr>
          <p:spPr>
            <a:xfrm>
              <a:off x="3504" y="0"/>
              <a:ext cx="600" cy="4200"/>
            </a:xfrm>
            <a:prstGeom prst="rect">
              <a:avLst/>
            </a:prstGeom>
            <a:gradFill>
              <a:gsLst>
                <a:gs pos="0">
                  <a:schemeClr val="lt2"/>
                </a:gs>
                <a:gs pos="50000">
                  <a:schemeClr val="lt1"/>
                </a:gs>
                <a:gs pos="100000">
                  <a:schemeClr val="lt2"/>
                </a:gs>
              </a:gsLst>
              <a:lin ang="10800025"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6" name="Google Shape;26;p1"/>
            <p:cNvSpPr/>
            <p:nvPr/>
          </p:nvSpPr>
          <p:spPr>
            <a:xfrm>
              <a:off x="3840" y="0"/>
              <a:ext cx="600" cy="4200"/>
            </a:xfrm>
            <a:prstGeom prst="rect">
              <a:avLst/>
            </a:prstGeom>
            <a:gradFill>
              <a:gsLst>
                <a:gs pos="0">
                  <a:schemeClr val="lt2"/>
                </a:gs>
                <a:gs pos="100000">
                  <a:schemeClr val="lt1"/>
                </a:gs>
              </a:gsLst>
              <a:lin ang="10800025"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7" name="Google Shape;27;p1"/>
            <p:cNvSpPr/>
            <p:nvPr/>
          </p:nvSpPr>
          <p:spPr>
            <a:xfrm>
              <a:off x="4368" y="0"/>
              <a:ext cx="300" cy="4200"/>
            </a:xfrm>
            <a:prstGeom prst="rect">
              <a:avLst/>
            </a:prstGeom>
            <a:gradFill>
              <a:gsLst>
                <a:gs pos="0">
                  <a:schemeClr val="lt2"/>
                </a:gs>
                <a:gs pos="50000">
                  <a:srgbClr val="5E1F00"/>
                </a:gs>
                <a:gs pos="100000">
                  <a:schemeClr val="lt2"/>
                </a:gs>
              </a:gsLst>
              <a:lin ang="10800025"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8" name="Google Shape;28;p1"/>
            <p:cNvSpPr/>
            <p:nvPr/>
          </p:nvSpPr>
          <p:spPr>
            <a:xfrm>
              <a:off x="2680" y="0"/>
              <a:ext cx="300" cy="4200"/>
            </a:xfrm>
            <a:prstGeom prst="rect">
              <a:avLst/>
            </a:prstGeom>
            <a:gradFill>
              <a:gsLst>
                <a:gs pos="0">
                  <a:schemeClr val="lt1"/>
                </a:gs>
                <a:gs pos="100000">
                  <a:schemeClr val="lt2"/>
                </a:gs>
              </a:gsLst>
              <a:lin ang="10800025"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9" name="Google Shape;29;p1"/>
            <p:cNvSpPr/>
            <p:nvPr/>
          </p:nvSpPr>
          <p:spPr>
            <a:xfrm>
              <a:off x="2366" y="0"/>
              <a:ext cx="300" cy="4200"/>
            </a:xfrm>
            <a:prstGeom prst="rect">
              <a:avLst/>
            </a:prstGeom>
            <a:gradFill>
              <a:gsLst>
                <a:gs pos="0">
                  <a:schemeClr val="lt2"/>
                </a:gs>
                <a:gs pos="100000">
                  <a:schemeClr val="lt1"/>
                </a:gs>
              </a:gsLst>
              <a:lin ang="10800025"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0" name="Google Shape;30;p1"/>
            <p:cNvSpPr/>
            <p:nvPr/>
          </p:nvSpPr>
          <p:spPr>
            <a:xfrm>
              <a:off x="1" y="3875"/>
              <a:ext cx="5760" cy="445"/>
            </a:xfrm>
            <a:custGeom>
              <a:rect b="b" l="l" r="r" t="t"/>
              <a:pathLst>
                <a:path extrusionOk="0" h="445" w="5760">
                  <a:moveTo>
                    <a:pt x="5760" y="445"/>
                  </a:moveTo>
                  <a:lnTo>
                    <a:pt x="5760" y="76"/>
                  </a:lnTo>
                  <a:lnTo>
                    <a:pt x="5730" y="81"/>
                  </a:lnTo>
                  <a:lnTo>
                    <a:pt x="5700" y="86"/>
                  </a:lnTo>
                  <a:lnTo>
                    <a:pt x="5646" y="91"/>
                  </a:lnTo>
                  <a:lnTo>
                    <a:pt x="5592" y="91"/>
                  </a:lnTo>
                  <a:lnTo>
                    <a:pt x="5544" y="91"/>
                  </a:lnTo>
                  <a:lnTo>
                    <a:pt x="5508" y="86"/>
                  </a:lnTo>
                  <a:lnTo>
                    <a:pt x="5490" y="86"/>
                  </a:lnTo>
                  <a:lnTo>
                    <a:pt x="5478" y="81"/>
                  </a:lnTo>
                  <a:lnTo>
                    <a:pt x="5466" y="76"/>
                  </a:lnTo>
                  <a:lnTo>
                    <a:pt x="5454" y="76"/>
                  </a:lnTo>
                  <a:lnTo>
                    <a:pt x="5454" y="70"/>
                  </a:lnTo>
                  <a:lnTo>
                    <a:pt x="5454" y="70"/>
                  </a:lnTo>
                  <a:lnTo>
                    <a:pt x="5448" y="70"/>
                  </a:lnTo>
                  <a:lnTo>
                    <a:pt x="5448" y="65"/>
                  </a:lnTo>
                  <a:lnTo>
                    <a:pt x="5448" y="60"/>
                  </a:lnTo>
                  <a:lnTo>
                    <a:pt x="5448" y="55"/>
                  </a:lnTo>
                  <a:lnTo>
                    <a:pt x="5442" y="50"/>
                  </a:lnTo>
                  <a:lnTo>
                    <a:pt x="5442" y="44"/>
                  </a:lnTo>
                  <a:lnTo>
                    <a:pt x="5436" y="39"/>
                  </a:lnTo>
                  <a:lnTo>
                    <a:pt x="5424" y="34"/>
                  </a:lnTo>
                  <a:lnTo>
                    <a:pt x="5418" y="29"/>
                  </a:lnTo>
                  <a:lnTo>
                    <a:pt x="5414" y="18"/>
                  </a:lnTo>
                  <a:lnTo>
                    <a:pt x="5401" y="16"/>
                  </a:lnTo>
                  <a:lnTo>
                    <a:pt x="5386" y="10"/>
                  </a:lnTo>
                  <a:lnTo>
                    <a:pt x="5368" y="7"/>
                  </a:lnTo>
                  <a:lnTo>
                    <a:pt x="5332" y="7"/>
                  </a:lnTo>
                  <a:lnTo>
                    <a:pt x="5246" y="10"/>
                  </a:lnTo>
                  <a:lnTo>
                    <a:pt x="5144" y="7"/>
                  </a:lnTo>
                  <a:lnTo>
                    <a:pt x="5090" y="16"/>
                  </a:lnTo>
                  <a:lnTo>
                    <a:pt x="5051" y="22"/>
                  </a:lnTo>
                  <a:lnTo>
                    <a:pt x="5036" y="30"/>
                  </a:lnTo>
                  <a:lnTo>
                    <a:pt x="5022" y="39"/>
                  </a:lnTo>
                  <a:lnTo>
                    <a:pt x="5010" y="44"/>
                  </a:lnTo>
                  <a:lnTo>
                    <a:pt x="4986" y="55"/>
                  </a:lnTo>
                  <a:lnTo>
                    <a:pt x="4950" y="70"/>
                  </a:lnTo>
                  <a:lnTo>
                    <a:pt x="4920" y="86"/>
                  </a:lnTo>
                  <a:lnTo>
                    <a:pt x="4884" y="96"/>
                  </a:lnTo>
                  <a:lnTo>
                    <a:pt x="4854" y="102"/>
                  </a:lnTo>
                  <a:lnTo>
                    <a:pt x="4824" y="107"/>
                  </a:lnTo>
                  <a:lnTo>
                    <a:pt x="4794" y="112"/>
                  </a:lnTo>
                  <a:lnTo>
                    <a:pt x="4764" y="112"/>
                  </a:lnTo>
                  <a:lnTo>
                    <a:pt x="4740" y="112"/>
                  </a:lnTo>
                  <a:lnTo>
                    <a:pt x="4716" y="107"/>
                  </a:lnTo>
                  <a:lnTo>
                    <a:pt x="4698" y="102"/>
                  </a:lnTo>
                  <a:lnTo>
                    <a:pt x="4674" y="96"/>
                  </a:lnTo>
                  <a:lnTo>
                    <a:pt x="4662" y="91"/>
                  </a:lnTo>
                  <a:lnTo>
                    <a:pt x="4644" y="86"/>
                  </a:lnTo>
                  <a:lnTo>
                    <a:pt x="4631" y="66"/>
                  </a:lnTo>
                  <a:lnTo>
                    <a:pt x="4617" y="42"/>
                  </a:lnTo>
                  <a:lnTo>
                    <a:pt x="4598" y="25"/>
                  </a:lnTo>
                  <a:lnTo>
                    <a:pt x="4584" y="13"/>
                  </a:lnTo>
                  <a:lnTo>
                    <a:pt x="4565" y="4"/>
                  </a:lnTo>
                  <a:lnTo>
                    <a:pt x="4535" y="3"/>
                  </a:lnTo>
                  <a:lnTo>
                    <a:pt x="4514" y="9"/>
                  </a:lnTo>
                  <a:lnTo>
                    <a:pt x="4494" y="18"/>
                  </a:lnTo>
                  <a:lnTo>
                    <a:pt x="4471" y="23"/>
                  </a:lnTo>
                  <a:lnTo>
                    <a:pt x="4440" y="29"/>
                  </a:lnTo>
                  <a:lnTo>
                    <a:pt x="4410" y="39"/>
                  </a:lnTo>
                  <a:lnTo>
                    <a:pt x="4374" y="50"/>
                  </a:lnTo>
                  <a:lnTo>
                    <a:pt x="4332" y="60"/>
                  </a:lnTo>
                  <a:lnTo>
                    <a:pt x="4284" y="76"/>
                  </a:lnTo>
                  <a:lnTo>
                    <a:pt x="4236" y="81"/>
                  </a:lnTo>
                  <a:lnTo>
                    <a:pt x="4183" y="91"/>
                  </a:lnTo>
                  <a:lnTo>
                    <a:pt x="4128" y="96"/>
                  </a:lnTo>
                  <a:lnTo>
                    <a:pt x="4074" y="102"/>
                  </a:lnTo>
                  <a:lnTo>
                    <a:pt x="4020" y="102"/>
                  </a:lnTo>
                  <a:lnTo>
                    <a:pt x="3966" y="102"/>
                  </a:lnTo>
                  <a:lnTo>
                    <a:pt x="3912" y="102"/>
                  </a:lnTo>
                  <a:lnTo>
                    <a:pt x="3858" y="102"/>
                  </a:lnTo>
                  <a:lnTo>
                    <a:pt x="3810" y="102"/>
                  </a:lnTo>
                  <a:lnTo>
                    <a:pt x="3762" y="96"/>
                  </a:lnTo>
                  <a:lnTo>
                    <a:pt x="3726" y="91"/>
                  </a:lnTo>
                  <a:lnTo>
                    <a:pt x="3684" y="81"/>
                  </a:lnTo>
                  <a:lnTo>
                    <a:pt x="3654" y="76"/>
                  </a:lnTo>
                  <a:lnTo>
                    <a:pt x="3642" y="70"/>
                  </a:lnTo>
                  <a:lnTo>
                    <a:pt x="3630" y="65"/>
                  </a:lnTo>
                  <a:lnTo>
                    <a:pt x="3612" y="60"/>
                  </a:lnTo>
                  <a:lnTo>
                    <a:pt x="3594" y="50"/>
                  </a:lnTo>
                  <a:lnTo>
                    <a:pt x="3576" y="50"/>
                  </a:lnTo>
                  <a:lnTo>
                    <a:pt x="3558" y="44"/>
                  </a:lnTo>
                  <a:lnTo>
                    <a:pt x="3540" y="44"/>
                  </a:lnTo>
                  <a:lnTo>
                    <a:pt x="3528" y="44"/>
                  </a:lnTo>
                  <a:lnTo>
                    <a:pt x="3516" y="50"/>
                  </a:lnTo>
                  <a:lnTo>
                    <a:pt x="3504" y="50"/>
                  </a:lnTo>
                  <a:lnTo>
                    <a:pt x="3492" y="55"/>
                  </a:lnTo>
                  <a:lnTo>
                    <a:pt x="3480" y="55"/>
                  </a:lnTo>
                  <a:lnTo>
                    <a:pt x="3468" y="65"/>
                  </a:lnTo>
                  <a:lnTo>
                    <a:pt x="3456" y="70"/>
                  </a:lnTo>
                  <a:lnTo>
                    <a:pt x="3450" y="70"/>
                  </a:lnTo>
                  <a:lnTo>
                    <a:pt x="3420" y="76"/>
                  </a:lnTo>
                  <a:lnTo>
                    <a:pt x="3330" y="81"/>
                  </a:lnTo>
                  <a:lnTo>
                    <a:pt x="3204" y="91"/>
                  </a:lnTo>
                  <a:lnTo>
                    <a:pt x="3126" y="102"/>
                  </a:lnTo>
                  <a:lnTo>
                    <a:pt x="3048" y="112"/>
                  </a:lnTo>
                  <a:lnTo>
                    <a:pt x="2970" y="123"/>
                  </a:lnTo>
                  <a:lnTo>
                    <a:pt x="2904" y="128"/>
                  </a:lnTo>
                  <a:lnTo>
                    <a:pt x="2868" y="128"/>
                  </a:lnTo>
                  <a:lnTo>
                    <a:pt x="2844" y="128"/>
                  </a:lnTo>
                  <a:lnTo>
                    <a:pt x="2814" y="128"/>
                  </a:lnTo>
                  <a:lnTo>
                    <a:pt x="2790" y="128"/>
                  </a:lnTo>
                  <a:lnTo>
                    <a:pt x="2766" y="123"/>
                  </a:lnTo>
                  <a:lnTo>
                    <a:pt x="2742" y="117"/>
                  </a:lnTo>
                  <a:lnTo>
                    <a:pt x="2724" y="112"/>
                  </a:lnTo>
                  <a:lnTo>
                    <a:pt x="2706" y="107"/>
                  </a:lnTo>
                  <a:lnTo>
                    <a:pt x="2704" y="83"/>
                  </a:lnTo>
                  <a:lnTo>
                    <a:pt x="2710" y="56"/>
                  </a:lnTo>
                  <a:lnTo>
                    <a:pt x="2710" y="36"/>
                  </a:lnTo>
                  <a:lnTo>
                    <a:pt x="2696" y="25"/>
                  </a:lnTo>
                  <a:lnTo>
                    <a:pt x="2672" y="36"/>
                  </a:lnTo>
                  <a:lnTo>
                    <a:pt x="2658" y="50"/>
                  </a:lnTo>
                  <a:lnTo>
                    <a:pt x="2638" y="60"/>
                  </a:lnTo>
                  <a:lnTo>
                    <a:pt x="2614" y="76"/>
                  </a:lnTo>
                  <a:lnTo>
                    <a:pt x="2590" y="84"/>
                  </a:lnTo>
                  <a:lnTo>
                    <a:pt x="2558" y="95"/>
                  </a:lnTo>
                  <a:lnTo>
                    <a:pt x="2536" y="98"/>
                  </a:lnTo>
                  <a:lnTo>
                    <a:pt x="2508" y="102"/>
                  </a:lnTo>
                  <a:lnTo>
                    <a:pt x="2478" y="105"/>
                  </a:lnTo>
                  <a:lnTo>
                    <a:pt x="2444" y="109"/>
                  </a:lnTo>
                  <a:lnTo>
                    <a:pt x="2410" y="110"/>
                  </a:lnTo>
                  <a:lnTo>
                    <a:pt x="2374" y="107"/>
                  </a:lnTo>
                  <a:lnTo>
                    <a:pt x="2348" y="103"/>
                  </a:lnTo>
                  <a:lnTo>
                    <a:pt x="2322" y="91"/>
                  </a:lnTo>
                  <a:lnTo>
                    <a:pt x="2304" y="86"/>
                  </a:lnTo>
                  <a:lnTo>
                    <a:pt x="2292" y="81"/>
                  </a:lnTo>
                  <a:lnTo>
                    <a:pt x="2286" y="76"/>
                  </a:lnTo>
                  <a:lnTo>
                    <a:pt x="2274" y="70"/>
                  </a:lnTo>
                  <a:lnTo>
                    <a:pt x="2268" y="65"/>
                  </a:lnTo>
                  <a:lnTo>
                    <a:pt x="2246" y="18"/>
                  </a:lnTo>
                  <a:lnTo>
                    <a:pt x="2224" y="0"/>
                  </a:lnTo>
                  <a:lnTo>
                    <a:pt x="2185" y="3"/>
                  </a:lnTo>
                  <a:lnTo>
                    <a:pt x="2156" y="16"/>
                  </a:lnTo>
                  <a:lnTo>
                    <a:pt x="2126" y="22"/>
                  </a:lnTo>
                  <a:lnTo>
                    <a:pt x="2081" y="49"/>
                  </a:lnTo>
                  <a:lnTo>
                    <a:pt x="2048" y="64"/>
                  </a:lnTo>
                  <a:lnTo>
                    <a:pt x="2018" y="76"/>
                  </a:lnTo>
                  <a:lnTo>
                    <a:pt x="1986" y="96"/>
                  </a:lnTo>
                  <a:lnTo>
                    <a:pt x="1896" y="102"/>
                  </a:lnTo>
                  <a:lnTo>
                    <a:pt x="1794" y="102"/>
                  </a:lnTo>
                  <a:lnTo>
                    <a:pt x="1692" y="102"/>
                  </a:lnTo>
                  <a:lnTo>
                    <a:pt x="1644" y="102"/>
                  </a:lnTo>
                  <a:lnTo>
                    <a:pt x="1602" y="96"/>
                  </a:lnTo>
                  <a:lnTo>
                    <a:pt x="1560" y="91"/>
                  </a:lnTo>
                  <a:lnTo>
                    <a:pt x="1524" y="86"/>
                  </a:lnTo>
                  <a:lnTo>
                    <a:pt x="1506" y="86"/>
                  </a:lnTo>
                  <a:lnTo>
                    <a:pt x="1494" y="81"/>
                  </a:lnTo>
                  <a:lnTo>
                    <a:pt x="1482" y="76"/>
                  </a:lnTo>
                  <a:lnTo>
                    <a:pt x="1476" y="70"/>
                  </a:lnTo>
                  <a:lnTo>
                    <a:pt x="1458" y="65"/>
                  </a:lnTo>
                  <a:lnTo>
                    <a:pt x="1440" y="55"/>
                  </a:lnTo>
                  <a:lnTo>
                    <a:pt x="1428" y="50"/>
                  </a:lnTo>
                  <a:lnTo>
                    <a:pt x="1410" y="50"/>
                  </a:lnTo>
                  <a:lnTo>
                    <a:pt x="1398" y="44"/>
                  </a:lnTo>
                  <a:lnTo>
                    <a:pt x="1386" y="44"/>
                  </a:lnTo>
                  <a:lnTo>
                    <a:pt x="1374" y="44"/>
                  </a:lnTo>
                  <a:lnTo>
                    <a:pt x="1356" y="44"/>
                  </a:lnTo>
                  <a:lnTo>
                    <a:pt x="1344" y="44"/>
                  </a:lnTo>
                  <a:lnTo>
                    <a:pt x="1332" y="50"/>
                  </a:lnTo>
                  <a:lnTo>
                    <a:pt x="1308" y="55"/>
                  </a:lnTo>
                  <a:lnTo>
                    <a:pt x="1260" y="70"/>
                  </a:lnTo>
                  <a:lnTo>
                    <a:pt x="1218" y="86"/>
                  </a:lnTo>
                  <a:lnTo>
                    <a:pt x="1176" y="96"/>
                  </a:lnTo>
                  <a:lnTo>
                    <a:pt x="1140" y="107"/>
                  </a:lnTo>
                  <a:lnTo>
                    <a:pt x="1098" y="117"/>
                  </a:lnTo>
                  <a:lnTo>
                    <a:pt x="1062" y="128"/>
                  </a:lnTo>
                  <a:lnTo>
                    <a:pt x="1020" y="133"/>
                  </a:lnTo>
                  <a:lnTo>
                    <a:pt x="948" y="143"/>
                  </a:lnTo>
                  <a:lnTo>
                    <a:pt x="882" y="149"/>
                  </a:lnTo>
                  <a:lnTo>
                    <a:pt x="822" y="149"/>
                  </a:lnTo>
                  <a:lnTo>
                    <a:pt x="762" y="143"/>
                  </a:lnTo>
                  <a:lnTo>
                    <a:pt x="708" y="138"/>
                  </a:lnTo>
                  <a:lnTo>
                    <a:pt x="654" y="128"/>
                  </a:lnTo>
                  <a:lnTo>
                    <a:pt x="612" y="117"/>
                  </a:lnTo>
                  <a:lnTo>
                    <a:pt x="570" y="107"/>
                  </a:lnTo>
                  <a:lnTo>
                    <a:pt x="534" y="96"/>
                  </a:lnTo>
                  <a:lnTo>
                    <a:pt x="504" y="86"/>
                  </a:lnTo>
                  <a:lnTo>
                    <a:pt x="480" y="76"/>
                  </a:lnTo>
                  <a:lnTo>
                    <a:pt x="462" y="65"/>
                  </a:lnTo>
                  <a:lnTo>
                    <a:pt x="444" y="55"/>
                  </a:lnTo>
                  <a:lnTo>
                    <a:pt x="426" y="44"/>
                  </a:lnTo>
                  <a:lnTo>
                    <a:pt x="408" y="34"/>
                  </a:lnTo>
                  <a:lnTo>
                    <a:pt x="402" y="34"/>
                  </a:lnTo>
                  <a:lnTo>
                    <a:pt x="396" y="34"/>
                  </a:lnTo>
                  <a:lnTo>
                    <a:pt x="390" y="34"/>
                  </a:lnTo>
                  <a:lnTo>
                    <a:pt x="390" y="34"/>
                  </a:lnTo>
                  <a:lnTo>
                    <a:pt x="384" y="34"/>
                  </a:lnTo>
                  <a:lnTo>
                    <a:pt x="378" y="39"/>
                  </a:lnTo>
                  <a:lnTo>
                    <a:pt x="372" y="44"/>
                  </a:lnTo>
                  <a:lnTo>
                    <a:pt x="360" y="55"/>
                  </a:lnTo>
                  <a:lnTo>
                    <a:pt x="348" y="65"/>
                  </a:lnTo>
                  <a:lnTo>
                    <a:pt x="342" y="70"/>
                  </a:lnTo>
                  <a:lnTo>
                    <a:pt x="336" y="76"/>
                  </a:lnTo>
                  <a:lnTo>
                    <a:pt x="324" y="86"/>
                  </a:lnTo>
                  <a:lnTo>
                    <a:pt x="306" y="91"/>
                  </a:lnTo>
                  <a:lnTo>
                    <a:pt x="288" y="96"/>
                  </a:lnTo>
                  <a:lnTo>
                    <a:pt x="264" y="102"/>
                  </a:lnTo>
                  <a:lnTo>
                    <a:pt x="240" y="107"/>
                  </a:lnTo>
                  <a:lnTo>
                    <a:pt x="216" y="112"/>
                  </a:lnTo>
                  <a:lnTo>
                    <a:pt x="192" y="112"/>
                  </a:lnTo>
                  <a:lnTo>
                    <a:pt x="168" y="117"/>
                  </a:lnTo>
                  <a:lnTo>
                    <a:pt x="145" y="117"/>
                  </a:lnTo>
                  <a:lnTo>
                    <a:pt x="120" y="117"/>
                  </a:lnTo>
                  <a:lnTo>
                    <a:pt x="90" y="112"/>
                  </a:lnTo>
                  <a:lnTo>
                    <a:pt x="66" y="112"/>
                  </a:lnTo>
                  <a:lnTo>
                    <a:pt x="42" y="107"/>
                  </a:lnTo>
                  <a:lnTo>
                    <a:pt x="24" y="102"/>
                  </a:lnTo>
                  <a:lnTo>
                    <a:pt x="0" y="96"/>
                  </a:lnTo>
                  <a:lnTo>
                    <a:pt x="0" y="445"/>
                  </a:lnTo>
                  <a:lnTo>
                    <a:pt x="5760" y="445"/>
                  </a:lnTo>
                  <a:lnTo>
                    <a:pt x="5760" y="445"/>
                  </a:lnTo>
                  <a:lnTo>
                    <a:pt x="5760" y="445"/>
                  </a:lnTo>
                </a:path>
              </a:pathLst>
            </a:custGeom>
            <a:solidFill>
              <a:schemeClr val="accent2">
                <a:alpha val="49800"/>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1" name="Google Shape;31;p1"/>
            <p:cNvSpPr/>
            <p:nvPr/>
          </p:nvSpPr>
          <p:spPr>
            <a:xfrm>
              <a:off x="0" y="3867"/>
              <a:ext cx="5770" cy="174"/>
            </a:xfrm>
            <a:custGeom>
              <a:rect b="b" l="l" r="r" t="t"/>
              <a:pathLst>
                <a:path extrusionOk="0" h="174" w="5770">
                  <a:moveTo>
                    <a:pt x="5151" y="24"/>
                  </a:moveTo>
                  <a:lnTo>
                    <a:pt x="5127" y="26"/>
                  </a:lnTo>
                  <a:lnTo>
                    <a:pt x="5082" y="30"/>
                  </a:lnTo>
                  <a:lnTo>
                    <a:pt x="5049" y="38"/>
                  </a:lnTo>
                  <a:lnTo>
                    <a:pt x="5029" y="48"/>
                  </a:lnTo>
                  <a:lnTo>
                    <a:pt x="5017" y="54"/>
                  </a:lnTo>
                  <a:lnTo>
                    <a:pt x="4993" y="66"/>
                  </a:lnTo>
                  <a:lnTo>
                    <a:pt x="4957" y="84"/>
                  </a:lnTo>
                  <a:lnTo>
                    <a:pt x="4927" y="102"/>
                  </a:lnTo>
                  <a:lnTo>
                    <a:pt x="4891" y="114"/>
                  </a:lnTo>
                  <a:lnTo>
                    <a:pt x="4861" y="120"/>
                  </a:lnTo>
                  <a:lnTo>
                    <a:pt x="4831" y="126"/>
                  </a:lnTo>
                  <a:lnTo>
                    <a:pt x="4801" y="132"/>
                  </a:lnTo>
                  <a:lnTo>
                    <a:pt x="4771" y="132"/>
                  </a:lnTo>
                  <a:lnTo>
                    <a:pt x="4748" y="132"/>
                  </a:lnTo>
                  <a:lnTo>
                    <a:pt x="4724" y="126"/>
                  </a:lnTo>
                  <a:lnTo>
                    <a:pt x="4706" y="120"/>
                  </a:lnTo>
                  <a:lnTo>
                    <a:pt x="4682" y="114"/>
                  </a:lnTo>
                  <a:lnTo>
                    <a:pt x="4670" y="108"/>
                  </a:lnTo>
                  <a:lnTo>
                    <a:pt x="4652" y="102"/>
                  </a:lnTo>
                  <a:lnTo>
                    <a:pt x="4640" y="96"/>
                  </a:lnTo>
                  <a:lnTo>
                    <a:pt x="4634" y="84"/>
                  </a:lnTo>
                  <a:lnTo>
                    <a:pt x="4628" y="78"/>
                  </a:lnTo>
                  <a:lnTo>
                    <a:pt x="4622" y="66"/>
                  </a:lnTo>
                  <a:lnTo>
                    <a:pt x="4616" y="54"/>
                  </a:lnTo>
                  <a:lnTo>
                    <a:pt x="4610" y="48"/>
                  </a:lnTo>
                  <a:lnTo>
                    <a:pt x="4604" y="42"/>
                  </a:lnTo>
                  <a:lnTo>
                    <a:pt x="4598" y="36"/>
                  </a:lnTo>
                  <a:lnTo>
                    <a:pt x="4586" y="30"/>
                  </a:lnTo>
                  <a:lnTo>
                    <a:pt x="4574" y="24"/>
                  </a:lnTo>
                  <a:lnTo>
                    <a:pt x="4562" y="18"/>
                  </a:lnTo>
                  <a:lnTo>
                    <a:pt x="4544" y="18"/>
                  </a:lnTo>
                  <a:lnTo>
                    <a:pt x="4526" y="18"/>
                  </a:lnTo>
                  <a:lnTo>
                    <a:pt x="4502" y="24"/>
                  </a:lnTo>
                  <a:lnTo>
                    <a:pt x="4478" y="30"/>
                  </a:lnTo>
                  <a:lnTo>
                    <a:pt x="4449" y="36"/>
                  </a:lnTo>
                  <a:lnTo>
                    <a:pt x="4419" y="48"/>
                  </a:lnTo>
                  <a:lnTo>
                    <a:pt x="4383" y="60"/>
                  </a:lnTo>
                  <a:lnTo>
                    <a:pt x="4341" y="72"/>
                  </a:lnTo>
                  <a:lnTo>
                    <a:pt x="4287" y="90"/>
                  </a:lnTo>
                  <a:lnTo>
                    <a:pt x="4239" y="96"/>
                  </a:lnTo>
                  <a:lnTo>
                    <a:pt x="4186" y="108"/>
                  </a:lnTo>
                  <a:lnTo>
                    <a:pt x="4132" y="114"/>
                  </a:lnTo>
                  <a:lnTo>
                    <a:pt x="4078" y="120"/>
                  </a:lnTo>
                  <a:lnTo>
                    <a:pt x="4024" y="120"/>
                  </a:lnTo>
                  <a:lnTo>
                    <a:pt x="3970" y="120"/>
                  </a:lnTo>
                  <a:lnTo>
                    <a:pt x="3916" y="120"/>
                  </a:lnTo>
                  <a:lnTo>
                    <a:pt x="3863" y="120"/>
                  </a:lnTo>
                  <a:lnTo>
                    <a:pt x="3815" y="120"/>
                  </a:lnTo>
                  <a:lnTo>
                    <a:pt x="3767" y="114"/>
                  </a:lnTo>
                  <a:lnTo>
                    <a:pt x="3731" y="108"/>
                  </a:lnTo>
                  <a:lnTo>
                    <a:pt x="3689" y="96"/>
                  </a:lnTo>
                  <a:lnTo>
                    <a:pt x="3659" y="90"/>
                  </a:lnTo>
                  <a:lnTo>
                    <a:pt x="3647" y="84"/>
                  </a:lnTo>
                  <a:lnTo>
                    <a:pt x="3635" y="78"/>
                  </a:lnTo>
                  <a:lnTo>
                    <a:pt x="3617" y="72"/>
                  </a:lnTo>
                  <a:lnTo>
                    <a:pt x="3600" y="60"/>
                  </a:lnTo>
                  <a:lnTo>
                    <a:pt x="3582" y="60"/>
                  </a:lnTo>
                  <a:lnTo>
                    <a:pt x="3564" y="54"/>
                  </a:lnTo>
                  <a:lnTo>
                    <a:pt x="3546" y="54"/>
                  </a:lnTo>
                  <a:lnTo>
                    <a:pt x="3534" y="54"/>
                  </a:lnTo>
                  <a:lnTo>
                    <a:pt x="3522" y="60"/>
                  </a:lnTo>
                  <a:lnTo>
                    <a:pt x="3510" y="60"/>
                  </a:lnTo>
                  <a:lnTo>
                    <a:pt x="3498" y="66"/>
                  </a:lnTo>
                  <a:lnTo>
                    <a:pt x="3486" y="66"/>
                  </a:lnTo>
                  <a:lnTo>
                    <a:pt x="3474" y="78"/>
                  </a:lnTo>
                  <a:lnTo>
                    <a:pt x="3462" y="84"/>
                  </a:lnTo>
                  <a:lnTo>
                    <a:pt x="3456" y="84"/>
                  </a:lnTo>
                  <a:lnTo>
                    <a:pt x="3426" y="90"/>
                  </a:lnTo>
                  <a:lnTo>
                    <a:pt x="3336" y="96"/>
                  </a:lnTo>
                  <a:lnTo>
                    <a:pt x="3205" y="108"/>
                  </a:lnTo>
                  <a:lnTo>
                    <a:pt x="3127" y="120"/>
                  </a:lnTo>
                  <a:lnTo>
                    <a:pt x="3049" y="132"/>
                  </a:lnTo>
                  <a:lnTo>
                    <a:pt x="2972" y="144"/>
                  </a:lnTo>
                  <a:lnTo>
                    <a:pt x="2906" y="150"/>
                  </a:lnTo>
                  <a:lnTo>
                    <a:pt x="2870" y="150"/>
                  </a:lnTo>
                  <a:lnTo>
                    <a:pt x="2846" y="150"/>
                  </a:lnTo>
                  <a:lnTo>
                    <a:pt x="2816" y="150"/>
                  </a:lnTo>
                  <a:lnTo>
                    <a:pt x="2792" y="150"/>
                  </a:lnTo>
                  <a:lnTo>
                    <a:pt x="2768" y="144"/>
                  </a:lnTo>
                  <a:lnTo>
                    <a:pt x="2744" y="138"/>
                  </a:lnTo>
                  <a:lnTo>
                    <a:pt x="2727" y="132"/>
                  </a:lnTo>
                  <a:lnTo>
                    <a:pt x="2709" y="126"/>
                  </a:lnTo>
                  <a:lnTo>
                    <a:pt x="2703" y="96"/>
                  </a:lnTo>
                  <a:lnTo>
                    <a:pt x="2703" y="78"/>
                  </a:lnTo>
                  <a:lnTo>
                    <a:pt x="2709" y="42"/>
                  </a:lnTo>
                  <a:lnTo>
                    <a:pt x="2697" y="36"/>
                  </a:lnTo>
                  <a:lnTo>
                    <a:pt x="2673" y="42"/>
                  </a:lnTo>
                  <a:lnTo>
                    <a:pt x="2661" y="60"/>
                  </a:lnTo>
                  <a:lnTo>
                    <a:pt x="2643" y="72"/>
                  </a:lnTo>
                  <a:lnTo>
                    <a:pt x="2619" y="90"/>
                  </a:lnTo>
                  <a:lnTo>
                    <a:pt x="2595" y="102"/>
                  </a:lnTo>
                  <a:lnTo>
                    <a:pt x="2559" y="114"/>
                  </a:lnTo>
                  <a:lnTo>
                    <a:pt x="2541" y="114"/>
                  </a:lnTo>
                  <a:lnTo>
                    <a:pt x="2511" y="120"/>
                  </a:lnTo>
                  <a:lnTo>
                    <a:pt x="2481" y="126"/>
                  </a:lnTo>
                  <a:lnTo>
                    <a:pt x="2446" y="126"/>
                  </a:lnTo>
                  <a:lnTo>
                    <a:pt x="2416" y="132"/>
                  </a:lnTo>
                  <a:lnTo>
                    <a:pt x="2380" y="126"/>
                  </a:lnTo>
                  <a:lnTo>
                    <a:pt x="2350" y="120"/>
                  </a:lnTo>
                  <a:lnTo>
                    <a:pt x="2326" y="108"/>
                  </a:lnTo>
                  <a:lnTo>
                    <a:pt x="2308" y="102"/>
                  </a:lnTo>
                  <a:lnTo>
                    <a:pt x="2296" y="96"/>
                  </a:lnTo>
                  <a:lnTo>
                    <a:pt x="2290" y="90"/>
                  </a:lnTo>
                  <a:lnTo>
                    <a:pt x="2278" y="84"/>
                  </a:lnTo>
                  <a:lnTo>
                    <a:pt x="2272" y="78"/>
                  </a:lnTo>
                  <a:lnTo>
                    <a:pt x="2250" y="57"/>
                  </a:lnTo>
                  <a:lnTo>
                    <a:pt x="2243" y="35"/>
                  </a:lnTo>
                  <a:lnTo>
                    <a:pt x="2228" y="18"/>
                  </a:lnTo>
                  <a:lnTo>
                    <a:pt x="2208" y="18"/>
                  </a:lnTo>
                  <a:lnTo>
                    <a:pt x="2172" y="24"/>
                  </a:lnTo>
                  <a:lnTo>
                    <a:pt x="2151" y="36"/>
                  </a:lnTo>
                  <a:lnTo>
                    <a:pt x="2127" y="51"/>
                  </a:lnTo>
                  <a:lnTo>
                    <a:pt x="2097" y="60"/>
                  </a:lnTo>
                  <a:lnTo>
                    <a:pt x="2073" y="72"/>
                  </a:lnTo>
                  <a:lnTo>
                    <a:pt x="2046" y="87"/>
                  </a:lnTo>
                  <a:lnTo>
                    <a:pt x="2007" y="102"/>
                  </a:lnTo>
                  <a:lnTo>
                    <a:pt x="1977" y="114"/>
                  </a:lnTo>
                  <a:lnTo>
                    <a:pt x="1947" y="120"/>
                  </a:lnTo>
                  <a:lnTo>
                    <a:pt x="1895" y="120"/>
                  </a:lnTo>
                  <a:lnTo>
                    <a:pt x="1794" y="120"/>
                  </a:lnTo>
                  <a:lnTo>
                    <a:pt x="1692" y="120"/>
                  </a:lnTo>
                  <a:lnTo>
                    <a:pt x="1644" y="120"/>
                  </a:lnTo>
                  <a:lnTo>
                    <a:pt x="1602" y="114"/>
                  </a:lnTo>
                  <a:lnTo>
                    <a:pt x="1561" y="108"/>
                  </a:lnTo>
                  <a:lnTo>
                    <a:pt x="1525" y="102"/>
                  </a:lnTo>
                  <a:lnTo>
                    <a:pt x="1507" y="102"/>
                  </a:lnTo>
                  <a:lnTo>
                    <a:pt x="1495" y="96"/>
                  </a:lnTo>
                  <a:lnTo>
                    <a:pt x="1483" y="90"/>
                  </a:lnTo>
                  <a:lnTo>
                    <a:pt x="1477" y="84"/>
                  </a:lnTo>
                  <a:lnTo>
                    <a:pt x="1459" y="78"/>
                  </a:lnTo>
                  <a:lnTo>
                    <a:pt x="1441" y="66"/>
                  </a:lnTo>
                  <a:lnTo>
                    <a:pt x="1429" y="60"/>
                  </a:lnTo>
                  <a:lnTo>
                    <a:pt x="1411" y="60"/>
                  </a:lnTo>
                  <a:lnTo>
                    <a:pt x="1399" y="54"/>
                  </a:lnTo>
                  <a:lnTo>
                    <a:pt x="1387" y="54"/>
                  </a:lnTo>
                  <a:lnTo>
                    <a:pt x="1375" y="54"/>
                  </a:lnTo>
                  <a:lnTo>
                    <a:pt x="1357" y="54"/>
                  </a:lnTo>
                  <a:lnTo>
                    <a:pt x="1345" y="54"/>
                  </a:lnTo>
                  <a:lnTo>
                    <a:pt x="1333" y="60"/>
                  </a:lnTo>
                  <a:lnTo>
                    <a:pt x="1309" y="66"/>
                  </a:lnTo>
                  <a:lnTo>
                    <a:pt x="1262" y="84"/>
                  </a:lnTo>
                  <a:lnTo>
                    <a:pt x="1220" y="102"/>
                  </a:lnTo>
                  <a:lnTo>
                    <a:pt x="1178" y="114"/>
                  </a:lnTo>
                  <a:lnTo>
                    <a:pt x="1142" y="126"/>
                  </a:lnTo>
                  <a:lnTo>
                    <a:pt x="1100" y="138"/>
                  </a:lnTo>
                  <a:lnTo>
                    <a:pt x="1058" y="150"/>
                  </a:lnTo>
                  <a:lnTo>
                    <a:pt x="1016" y="156"/>
                  </a:lnTo>
                  <a:lnTo>
                    <a:pt x="945" y="168"/>
                  </a:lnTo>
                  <a:lnTo>
                    <a:pt x="879" y="174"/>
                  </a:lnTo>
                  <a:lnTo>
                    <a:pt x="819" y="174"/>
                  </a:lnTo>
                  <a:lnTo>
                    <a:pt x="759" y="168"/>
                  </a:lnTo>
                  <a:lnTo>
                    <a:pt x="706" y="162"/>
                  </a:lnTo>
                  <a:lnTo>
                    <a:pt x="652" y="150"/>
                  </a:lnTo>
                  <a:lnTo>
                    <a:pt x="610" y="138"/>
                  </a:lnTo>
                  <a:lnTo>
                    <a:pt x="568" y="126"/>
                  </a:lnTo>
                  <a:lnTo>
                    <a:pt x="532" y="114"/>
                  </a:lnTo>
                  <a:lnTo>
                    <a:pt x="502" y="102"/>
                  </a:lnTo>
                  <a:lnTo>
                    <a:pt x="478" y="90"/>
                  </a:lnTo>
                  <a:lnTo>
                    <a:pt x="460" y="78"/>
                  </a:lnTo>
                  <a:lnTo>
                    <a:pt x="442" y="66"/>
                  </a:lnTo>
                  <a:lnTo>
                    <a:pt x="425" y="54"/>
                  </a:lnTo>
                  <a:lnTo>
                    <a:pt x="407" y="42"/>
                  </a:lnTo>
                  <a:lnTo>
                    <a:pt x="401" y="42"/>
                  </a:lnTo>
                  <a:lnTo>
                    <a:pt x="395" y="42"/>
                  </a:lnTo>
                  <a:lnTo>
                    <a:pt x="389" y="42"/>
                  </a:lnTo>
                  <a:lnTo>
                    <a:pt x="383" y="42"/>
                  </a:lnTo>
                  <a:lnTo>
                    <a:pt x="377" y="48"/>
                  </a:lnTo>
                  <a:lnTo>
                    <a:pt x="371" y="54"/>
                  </a:lnTo>
                  <a:lnTo>
                    <a:pt x="359" y="66"/>
                  </a:lnTo>
                  <a:lnTo>
                    <a:pt x="347" y="78"/>
                  </a:lnTo>
                  <a:lnTo>
                    <a:pt x="341" y="84"/>
                  </a:lnTo>
                  <a:lnTo>
                    <a:pt x="335" y="90"/>
                  </a:lnTo>
                  <a:lnTo>
                    <a:pt x="323" y="102"/>
                  </a:lnTo>
                  <a:lnTo>
                    <a:pt x="305" y="108"/>
                  </a:lnTo>
                  <a:lnTo>
                    <a:pt x="287" y="114"/>
                  </a:lnTo>
                  <a:lnTo>
                    <a:pt x="263" y="120"/>
                  </a:lnTo>
                  <a:lnTo>
                    <a:pt x="239" y="126"/>
                  </a:lnTo>
                  <a:lnTo>
                    <a:pt x="215" y="132"/>
                  </a:lnTo>
                  <a:lnTo>
                    <a:pt x="191" y="132"/>
                  </a:lnTo>
                  <a:lnTo>
                    <a:pt x="167" y="138"/>
                  </a:lnTo>
                  <a:lnTo>
                    <a:pt x="144" y="138"/>
                  </a:lnTo>
                  <a:lnTo>
                    <a:pt x="120" y="138"/>
                  </a:lnTo>
                  <a:lnTo>
                    <a:pt x="90" y="132"/>
                  </a:lnTo>
                  <a:lnTo>
                    <a:pt x="66" y="132"/>
                  </a:lnTo>
                  <a:lnTo>
                    <a:pt x="42" y="126"/>
                  </a:lnTo>
                  <a:lnTo>
                    <a:pt x="24" y="120"/>
                  </a:lnTo>
                  <a:lnTo>
                    <a:pt x="0" y="114"/>
                  </a:lnTo>
                  <a:lnTo>
                    <a:pt x="0" y="96"/>
                  </a:lnTo>
                  <a:lnTo>
                    <a:pt x="24" y="102"/>
                  </a:lnTo>
                  <a:lnTo>
                    <a:pt x="42" y="108"/>
                  </a:lnTo>
                  <a:lnTo>
                    <a:pt x="66" y="114"/>
                  </a:lnTo>
                  <a:lnTo>
                    <a:pt x="90" y="114"/>
                  </a:lnTo>
                  <a:lnTo>
                    <a:pt x="120" y="120"/>
                  </a:lnTo>
                  <a:lnTo>
                    <a:pt x="144" y="120"/>
                  </a:lnTo>
                  <a:lnTo>
                    <a:pt x="167" y="120"/>
                  </a:lnTo>
                  <a:lnTo>
                    <a:pt x="191" y="114"/>
                  </a:lnTo>
                  <a:lnTo>
                    <a:pt x="215" y="114"/>
                  </a:lnTo>
                  <a:lnTo>
                    <a:pt x="239" y="108"/>
                  </a:lnTo>
                  <a:lnTo>
                    <a:pt x="263" y="102"/>
                  </a:lnTo>
                  <a:lnTo>
                    <a:pt x="287" y="96"/>
                  </a:lnTo>
                  <a:lnTo>
                    <a:pt x="305" y="90"/>
                  </a:lnTo>
                  <a:lnTo>
                    <a:pt x="323" y="84"/>
                  </a:lnTo>
                  <a:lnTo>
                    <a:pt x="335" y="72"/>
                  </a:lnTo>
                  <a:lnTo>
                    <a:pt x="341" y="66"/>
                  </a:lnTo>
                  <a:lnTo>
                    <a:pt x="347" y="60"/>
                  </a:lnTo>
                  <a:lnTo>
                    <a:pt x="359" y="48"/>
                  </a:lnTo>
                  <a:lnTo>
                    <a:pt x="371" y="36"/>
                  </a:lnTo>
                  <a:lnTo>
                    <a:pt x="377" y="30"/>
                  </a:lnTo>
                  <a:lnTo>
                    <a:pt x="383" y="24"/>
                  </a:lnTo>
                  <a:lnTo>
                    <a:pt x="389" y="24"/>
                  </a:lnTo>
                  <a:lnTo>
                    <a:pt x="395" y="24"/>
                  </a:lnTo>
                  <a:lnTo>
                    <a:pt x="401" y="24"/>
                  </a:lnTo>
                  <a:lnTo>
                    <a:pt x="407" y="24"/>
                  </a:lnTo>
                  <a:lnTo>
                    <a:pt x="425" y="36"/>
                  </a:lnTo>
                  <a:lnTo>
                    <a:pt x="442" y="48"/>
                  </a:lnTo>
                  <a:lnTo>
                    <a:pt x="460" y="60"/>
                  </a:lnTo>
                  <a:lnTo>
                    <a:pt x="478" y="72"/>
                  </a:lnTo>
                  <a:lnTo>
                    <a:pt x="502" y="84"/>
                  </a:lnTo>
                  <a:lnTo>
                    <a:pt x="532" y="96"/>
                  </a:lnTo>
                  <a:lnTo>
                    <a:pt x="568" y="108"/>
                  </a:lnTo>
                  <a:lnTo>
                    <a:pt x="610" y="120"/>
                  </a:lnTo>
                  <a:lnTo>
                    <a:pt x="652" y="132"/>
                  </a:lnTo>
                  <a:lnTo>
                    <a:pt x="706" y="144"/>
                  </a:lnTo>
                  <a:lnTo>
                    <a:pt x="759" y="150"/>
                  </a:lnTo>
                  <a:lnTo>
                    <a:pt x="819" y="156"/>
                  </a:lnTo>
                  <a:lnTo>
                    <a:pt x="879" y="156"/>
                  </a:lnTo>
                  <a:lnTo>
                    <a:pt x="945" y="150"/>
                  </a:lnTo>
                  <a:lnTo>
                    <a:pt x="1016" y="138"/>
                  </a:lnTo>
                  <a:lnTo>
                    <a:pt x="1058" y="132"/>
                  </a:lnTo>
                  <a:lnTo>
                    <a:pt x="1100" y="120"/>
                  </a:lnTo>
                  <a:lnTo>
                    <a:pt x="1142" y="108"/>
                  </a:lnTo>
                  <a:lnTo>
                    <a:pt x="1178" y="96"/>
                  </a:lnTo>
                  <a:lnTo>
                    <a:pt x="1220" y="84"/>
                  </a:lnTo>
                  <a:lnTo>
                    <a:pt x="1262" y="66"/>
                  </a:lnTo>
                  <a:lnTo>
                    <a:pt x="1309" y="48"/>
                  </a:lnTo>
                  <a:lnTo>
                    <a:pt x="1333" y="42"/>
                  </a:lnTo>
                  <a:lnTo>
                    <a:pt x="1345" y="36"/>
                  </a:lnTo>
                  <a:lnTo>
                    <a:pt x="1357" y="36"/>
                  </a:lnTo>
                  <a:lnTo>
                    <a:pt x="1375" y="36"/>
                  </a:lnTo>
                  <a:lnTo>
                    <a:pt x="1387" y="36"/>
                  </a:lnTo>
                  <a:lnTo>
                    <a:pt x="1399" y="36"/>
                  </a:lnTo>
                  <a:lnTo>
                    <a:pt x="1411" y="42"/>
                  </a:lnTo>
                  <a:lnTo>
                    <a:pt x="1429" y="42"/>
                  </a:lnTo>
                  <a:lnTo>
                    <a:pt x="1441" y="48"/>
                  </a:lnTo>
                  <a:lnTo>
                    <a:pt x="1459" y="60"/>
                  </a:lnTo>
                  <a:lnTo>
                    <a:pt x="1477" y="66"/>
                  </a:lnTo>
                  <a:lnTo>
                    <a:pt x="1483" y="72"/>
                  </a:lnTo>
                  <a:lnTo>
                    <a:pt x="1495" y="78"/>
                  </a:lnTo>
                  <a:lnTo>
                    <a:pt x="1507" y="84"/>
                  </a:lnTo>
                  <a:lnTo>
                    <a:pt x="1525" y="84"/>
                  </a:lnTo>
                  <a:lnTo>
                    <a:pt x="1561" y="90"/>
                  </a:lnTo>
                  <a:lnTo>
                    <a:pt x="1602" y="96"/>
                  </a:lnTo>
                  <a:lnTo>
                    <a:pt x="1644" y="102"/>
                  </a:lnTo>
                  <a:lnTo>
                    <a:pt x="1692" y="102"/>
                  </a:lnTo>
                  <a:lnTo>
                    <a:pt x="1794" y="102"/>
                  </a:lnTo>
                  <a:lnTo>
                    <a:pt x="1895" y="102"/>
                  </a:lnTo>
                  <a:lnTo>
                    <a:pt x="1938" y="102"/>
                  </a:lnTo>
                  <a:lnTo>
                    <a:pt x="1971" y="96"/>
                  </a:lnTo>
                  <a:lnTo>
                    <a:pt x="2019" y="77"/>
                  </a:lnTo>
                  <a:lnTo>
                    <a:pt x="2063" y="57"/>
                  </a:lnTo>
                  <a:lnTo>
                    <a:pt x="2111" y="38"/>
                  </a:lnTo>
                  <a:lnTo>
                    <a:pt x="2145" y="18"/>
                  </a:lnTo>
                  <a:lnTo>
                    <a:pt x="2172" y="9"/>
                  </a:lnTo>
                  <a:lnTo>
                    <a:pt x="2202" y="0"/>
                  </a:lnTo>
                  <a:lnTo>
                    <a:pt x="2235" y="3"/>
                  </a:lnTo>
                  <a:lnTo>
                    <a:pt x="2250" y="24"/>
                  </a:lnTo>
                  <a:lnTo>
                    <a:pt x="2262" y="51"/>
                  </a:lnTo>
                  <a:lnTo>
                    <a:pt x="2290" y="72"/>
                  </a:lnTo>
                  <a:lnTo>
                    <a:pt x="2296" y="78"/>
                  </a:lnTo>
                  <a:lnTo>
                    <a:pt x="2308" y="84"/>
                  </a:lnTo>
                  <a:lnTo>
                    <a:pt x="2326" y="90"/>
                  </a:lnTo>
                  <a:lnTo>
                    <a:pt x="2350" y="102"/>
                  </a:lnTo>
                  <a:lnTo>
                    <a:pt x="2380" y="108"/>
                  </a:lnTo>
                  <a:lnTo>
                    <a:pt x="2416" y="114"/>
                  </a:lnTo>
                  <a:lnTo>
                    <a:pt x="2446" y="108"/>
                  </a:lnTo>
                  <a:lnTo>
                    <a:pt x="2481" y="108"/>
                  </a:lnTo>
                  <a:lnTo>
                    <a:pt x="2511" y="102"/>
                  </a:lnTo>
                  <a:lnTo>
                    <a:pt x="2541" y="96"/>
                  </a:lnTo>
                  <a:lnTo>
                    <a:pt x="2559" y="96"/>
                  </a:lnTo>
                  <a:lnTo>
                    <a:pt x="2595" y="84"/>
                  </a:lnTo>
                  <a:lnTo>
                    <a:pt x="2619" y="72"/>
                  </a:lnTo>
                  <a:lnTo>
                    <a:pt x="2643" y="54"/>
                  </a:lnTo>
                  <a:lnTo>
                    <a:pt x="2661" y="42"/>
                  </a:lnTo>
                  <a:lnTo>
                    <a:pt x="2673" y="24"/>
                  </a:lnTo>
                  <a:lnTo>
                    <a:pt x="2697" y="18"/>
                  </a:lnTo>
                  <a:lnTo>
                    <a:pt x="2715" y="24"/>
                  </a:lnTo>
                  <a:lnTo>
                    <a:pt x="2715" y="48"/>
                  </a:lnTo>
                  <a:lnTo>
                    <a:pt x="2709" y="78"/>
                  </a:lnTo>
                  <a:lnTo>
                    <a:pt x="2709" y="108"/>
                  </a:lnTo>
                  <a:lnTo>
                    <a:pt x="2727" y="114"/>
                  </a:lnTo>
                  <a:lnTo>
                    <a:pt x="2744" y="120"/>
                  </a:lnTo>
                  <a:lnTo>
                    <a:pt x="2768" y="126"/>
                  </a:lnTo>
                  <a:lnTo>
                    <a:pt x="2792" y="132"/>
                  </a:lnTo>
                  <a:lnTo>
                    <a:pt x="2816" y="132"/>
                  </a:lnTo>
                  <a:lnTo>
                    <a:pt x="2846" y="132"/>
                  </a:lnTo>
                  <a:lnTo>
                    <a:pt x="2870" y="132"/>
                  </a:lnTo>
                  <a:lnTo>
                    <a:pt x="2906" y="132"/>
                  </a:lnTo>
                  <a:lnTo>
                    <a:pt x="2972" y="126"/>
                  </a:lnTo>
                  <a:lnTo>
                    <a:pt x="3049" y="114"/>
                  </a:lnTo>
                  <a:lnTo>
                    <a:pt x="3127" y="102"/>
                  </a:lnTo>
                  <a:lnTo>
                    <a:pt x="3205" y="90"/>
                  </a:lnTo>
                  <a:lnTo>
                    <a:pt x="3336" y="78"/>
                  </a:lnTo>
                  <a:lnTo>
                    <a:pt x="3426" y="72"/>
                  </a:lnTo>
                  <a:lnTo>
                    <a:pt x="3456" y="66"/>
                  </a:lnTo>
                  <a:lnTo>
                    <a:pt x="3462" y="66"/>
                  </a:lnTo>
                  <a:lnTo>
                    <a:pt x="3474" y="60"/>
                  </a:lnTo>
                  <a:lnTo>
                    <a:pt x="3486" y="48"/>
                  </a:lnTo>
                  <a:lnTo>
                    <a:pt x="3498" y="48"/>
                  </a:lnTo>
                  <a:lnTo>
                    <a:pt x="3510" y="42"/>
                  </a:lnTo>
                  <a:lnTo>
                    <a:pt x="3522" y="42"/>
                  </a:lnTo>
                  <a:lnTo>
                    <a:pt x="3534" y="36"/>
                  </a:lnTo>
                  <a:lnTo>
                    <a:pt x="3546" y="36"/>
                  </a:lnTo>
                  <a:lnTo>
                    <a:pt x="3564" y="36"/>
                  </a:lnTo>
                  <a:lnTo>
                    <a:pt x="3582" y="42"/>
                  </a:lnTo>
                  <a:lnTo>
                    <a:pt x="3600" y="42"/>
                  </a:lnTo>
                  <a:lnTo>
                    <a:pt x="3617" y="54"/>
                  </a:lnTo>
                  <a:lnTo>
                    <a:pt x="3635" y="60"/>
                  </a:lnTo>
                  <a:lnTo>
                    <a:pt x="3647" y="66"/>
                  </a:lnTo>
                  <a:lnTo>
                    <a:pt x="3659" y="72"/>
                  </a:lnTo>
                  <a:lnTo>
                    <a:pt x="3689" y="78"/>
                  </a:lnTo>
                  <a:lnTo>
                    <a:pt x="3731" y="90"/>
                  </a:lnTo>
                  <a:lnTo>
                    <a:pt x="3767" y="96"/>
                  </a:lnTo>
                  <a:lnTo>
                    <a:pt x="3815" y="102"/>
                  </a:lnTo>
                  <a:lnTo>
                    <a:pt x="3863" y="102"/>
                  </a:lnTo>
                  <a:lnTo>
                    <a:pt x="3916" y="102"/>
                  </a:lnTo>
                  <a:lnTo>
                    <a:pt x="3970" y="102"/>
                  </a:lnTo>
                  <a:lnTo>
                    <a:pt x="4024" y="102"/>
                  </a:lnTo>
                  <a:lnTo>
                    <a:pt x="4078" y="102"/>
                  </a:lnTo>
                  <a:lnTo>
                    <a:pt x="4132" y="96"/>
                  </a:lnTo>
                  <a:lnTo>
                    <a:pt x="4186" y="90"/>
                  </a:lnTo>
                  <a:lnTo>
                    <a:pt x="4239" y="78"/>
                  </a:lnTo>
                  <a:lnTo>
                    <a:pt x="4287" y="72"/>
                  </a:lnTo>
                  <a:lnTo>
                    <a:pt x="4341" y="54"/>
                  </a:lnTo>
                  <a:lnTo>
                    <a:pt x="4383" y="42"/>
                  </a:lnTo>
                  <a:lnTo>
                    <a:pt x="4419" y="30"/>
                  </a:lnTo>
                  <a:lnTo>
                    <a:pt x="4449" y="18"/>
                  </a:lnTo>
                  <a:lnTo>
                    <a:pt x="4478" y="12"/>
                  </a:lnTo>
                  <a:lnTo>
                    <a:pt x="4502" y="6"/>
                  </a:lnTo>
                  <a:lnTo>
                    <a:pt x="4526" y="0"/>
                  </a:lnTo>
                  <a:lnTo>
                    <a:pt x="4544" y="0"/>
                  </a:lnTo>
                  <a:lnTo>
                    <a:pt x="4562" y="0"/>
                  </a:lnTo>
                  <a:lnTo>
                    <a:pt x="4574" y="6"/>
                  </a:lnTo>
                  <a:lnTo>
                    <a:pt x="4586" y="12"/>
                  </a:lnTo>
                  <a:lnTo>
                    <a:pt x="4598" y="18"/>
                  </a:lnTo>
                  <a:lnTo>
                    <a:pt x="4604" y="24"/>
                  </a:lnTo>
                  <a:lnTo>
                    <a:pt x="4610" y="30"/>
                  </a:lnTo>
                  <a:lnTo>
                    <a:pt x="4616" y="36"/>
                  </a:lnTo>
                  <a:lnTo>
                    <a:pt x="4622" y="48"/>
                  </a:lnTo>
                  <a:lnTo>
                    <a:pt x="4628" y="60"/>
                  </a:lnTo>
                  <a:lnTo>
                    <a:pt x="4634" y="66"/>
                  </a:lnTo>
                  <a:lnTo>
                    <a:pt x="4640" y="78"/>
                  </a:lnTo>
                  <a:lnTo>
                    <a:pt x="4652" y="84"/>
                  </a:lnTo>
                  <a:lnTo>
                    <a:pt x="4670" y="90"/>
                  </a:lnTo>
                  <a:lnTo>
                    <a:pt x="4682" y="96"/>
                  </a:lnTo>
                  <a:lnTo>
                    <a:pt x="4706" y="102"/>
                  </a:lnTo>
                  <a:lnTo>
                    <a:pt x="4724" y="108"/>
                  </a:lnTo>
                  <a:lnTo>
                    <a:pt x="4748" y="114"/>
                  </a:lnTo>
                  <a:lnTo>
                    <a:pt x="4771" y="114"/>
                  </a:lnTo>
                  <a:lnTo>
                    <a:pt x="4801" y="114"/>
                  </a:lnTo>
                  <a:lnTo>
                    <a:pt x="4831" y="108"/>
                  </a:lnTo>
                  <a:lnTo>
                    <a:pt x="4861" y="102"/>
                  </a:lnTo>
                  <a:lnTo>
                    <a:pt x="4891" y="96"/>
                  </a:lnTo>
                  <a:lnTo>
                    <a:pt x="4927" y="84"/>
                  </a:lnTo>
                  <a:lnTo>
                    <a:pt x="4957" y="66"/>
                  </a:lnTo>
                  <a:lnTo>
                    <a:pt x="4993" y="48"/>
                  </a:lnTo>
                  <a:lnTo>
                    <a:pt x="5017" y="36"/>
                  </a:lnTo>
                  <a:lnTo>
                    <a:pt x="5029" y="30"/>
                  </a:lnTo>
                  <a:lnTo>
                    <a:pt x="5061" y="24"/>
                  </a:lnTo>
                  <a:lnTo>
                    <a:pt x="5091" y="17"/>
                  </a:lnTo>
                  <a:lnTo>
                    <a:pt x="5118" y="14"/>
                  </a:lnTo>
                  <a:lnTo>
                    <a:pt x="5145" y="9"/>
                  </a:lnTo>
                  <a:lnTo>
                    <a:pt x="5175" y="9"/>
                  </a:lnTo>
                  <a:lnTo>
                    <a:pt x="5199" y="8"/>
                  </a:lnTo>
                  <a:lnTo>
                    <a:pt x="5219" y="9"/>
                  </a:lnTo>
                  <a:lnTo>
                    <a:pt x="5238" y="9"/>
                  </a:lnTo>
                  <a:lnTo>
                    <a:pt x="5258" y="11"/>
                  </a:lnTo>
                  <a:lnTo>
                    <a:pt x="5280" y="9"/>
                  </a:lnTo>
                  <a:lnTo>
                    <a:pt x="5304" y="11"/>
                  </a:lnTo>
                  <a:lnTo>
                    <a:pt x="5327" y="8"/>
                  </a:lnTo>
                  <a:lnTo>
                    <a:pt x="5351" y="8"/>
                  </a:lnTo>
                  <a:lnTo>
                    <a:pt x="5390" y="9"/>
                  </a:lnTo>
                  <a:lnTo>
                    <a:pt x="5435" y="24"/>
                  </a:lnTo>
                  <a:lnTo>
                    <a:pt x="5447" y="30"/>
                  </a:lnTo>
                  <a:lnTo>
                    <a:pt x="5453" y="36"/>
                  </a:lnTo>
                  <a:lnTo>
                    <a:pt x="5453" y="42"/>
                  </a:lnTo>
                  <a:lnTo>
                    <a:pt x="5459" y="48"/>
                  </a:lnTo>
                  <a:lnTo>
                    <a:pt x="5459" y="54"/>
                  </a:lnTo>
                  <a:lnTo>
                    <a:pt x="5459" y="60"/>
                  </a:lnTo>
                  <a:lnTo>
                    <a:pt x="5459" y="66"/>
                  </a:lnTo>
                  <a:lnTo>
                    <a:pt x="5465" y="66"/>
                  </a:lnTo>
                  <a:lnTo>
                    <a:pt x="5465" y="72"/>
                  </a:lnTo>
                  <a:lnTo>
                    <a:pt x="5477" y="72"/>
                  </a:lnTo>
                  <a:lnTo>
                    <a:pt x="5489" y="78"/>
                  </a:lnTo>
                  <a:lnTo>
                    <a:pt x="5501" y="84"/>
                  </a:lnTo>
                  <a:lnTo>
                    <a:pt x="5519" y="84"/>
                  </a:lnTo>
                  <a:lnTo>
                    <a:pt x="5555" y="90"/>
                  </a:lnTo>
                  <a:lnTo>
                    <a:pt x="5603" y="90"/>
                  </a:lnTo>
                  <a:lnTo>
                    <a:pt x="5656" y="90"/>
                  </a:lnTo>
                  <a:lnTo>
                    <a:pt x="5710" y="84"/>
                  </a:lnTo>
                  <a:lnTo>
                    <a:pt x="5740" y="78"/>
                  </a:lnTo>
                  <a:lnTo>
                    <a:pt x="5770" y="72"/>
                  </a:lnTo>
                  <a:lnTo>
                    <a:pt x="5770" y="90"/>
                  </a:lnTo>
                  <a:lnTo>
                    <a:pt x="5770" y="90"/>
                  </a:lnTo>
                  <a:lnTo>
                    <a:pt x="5740" y="96"/>
                  </a:lnTo>
                  <a:lnTo>
                    <a:pt x="5710" y="102"/>
                  </a:lnTo>
                  <a:lnTo>
                    <a:pt x="5656" y="108"/>
                  </a:lnTo>
                  <a:lnTo>
                    <a:pt x="5603" y="108"/>
                  </a:lnTo>
                  <a:lnTo>
                    <a:pt x="5555" y="108"/>
                  </a:lnTo>
                  <a:lnTo>
                    <a:pt x="5519" y="102"/>
                  </a:lnTo>
                  <a:lnTo>
                    <a:pt x="5501" y="102"/>
                  </a:lnTo>
                  <a:lnTo>
                    <a:pt x="5489" y="96"/>
                  </a:lnTo>
                  <a:lnTo>
                    <a:pt x="5477" y="90"/>
                  </a:lnTo>
                  <a:lnTo>
                    <a:pt x="5465" y="90"/>
                  </a:lnTo>
                  <a:lnTo>
                    <a:pt x="5465" y="84"/>
                  </a:lnTo>
                  <a:lnTo>
                    <a:pt x="5459" y="84"/>
                  </a:lnTo>
                  <a:lnTo>
                    <a:pt x="5459" y="78"/>
                  </a:lnTo>
                  <a:lnTo>
                    <a:pt x="5459" y="72"/>
                  </a:lnTo>
                  <a:lnTo>
                    <a:pt x="5459" y="66"/>
                  </a:lnTo>
                  <a:lnTo>
                    <a:pt x="5453" y="60"/>
                  </a:lnTo>
                  <a:lnTo>
                    <a:pt x="5453" y="54"/>
                  </a:lnTo>
                  <a:lnTo>
                    <a:pt x="5447" y="48"/>
                  </a:lnTo>
                  <a:lnTo>
                    <a:pt x="5435" y="42"/>
                  </a:lnTo>
                  <a:lnTo>
                    <a:pt x="5429" y="36"/>
                  </a:lnTo>
                  <a:lnTo>
                    <a:pt x="5423" y="36"/>
                  </a:lnTo>
                  <a:lnTo>
                    <a:pt x="5405" y="30"/>
                  </a:lnTo>
                  <a:lnTo>
                    <a:pt x="5393" y="30"/>
                  </a:lnTo>
                  <a:lnTo>
                    <a:pt x="5370" y="23"/>
                  </a:lnTo>
                  <a:lnTo>
                    <a:pt x="5346" y="24"/>
                  </a:lnTo>
                  <a:lnTo>
                    <a:pt x="5325" y="27"/>
                  </a:lnTo>
                  <a:lnTo>
                    <a:pt x="5298" y="29"/>
                  </a:lnTo>
                  <a:lnTo>
                    <a:pt x="5270" y="29"/>
                  </a:lnTo>
                  <a:lnTo>
                    <a:pt x="5247" y="26"/>
                  </a:lnTo>
                  <a:lnTo>
                    <a:pt x="5219" y="24"/>
                  </a:lnTo>
                  <a:lnTo>
                    <a:pt x="5199" y="21"/>
                  </a:lnTo>
                  <a:lnTo>
                    <a:pt x="5174" y="24"/>
                  </a:lnTo>
                </a:path>
              </a:pathLst>
            </a:custGeom>
            <a:gradFill>
              <a:gsLst>
                <a:gs pos="0">
                  <a:schemeClr val="accent2"/>
                </a:gs>
                <a:gs pos="50000">
                  <a:srgbClr val="353535"/>
                </a:gs>
                <a:gs pos="100000">
                  <a:schemeClr val="accent2"/>
                </a:gs>
              </a:gsLst>
              <a:lin ang="10800025"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32" name="Google Shape;32;p1"/>
          <p:cNvSpPr txBox="1"/>
          <p:nvPr>
            <p:ph type="title"/>
          </p:nvPr>
        </p:nvSpPr>
        <p:spPr>
          <a:xfrm>
            <a:off x="457200" y="277812"/>
            <a:ext cx="8229600" cy="1139700"/>
          </a:xfrm>
          <a:prstGeom prst="rect">
            <a:avLst/>
          </a:prstGeom>
          <a:noFill/>
          <a:ln>
            <a:noFill/>
          </a:ln>
        </p:spPr>
        <p:txBody>
          <a:bodyPr anchorCtr="1" anchor="ctr" bIns="45700" lIns="91425" spcFirstLastPara="1" rIns="91425" wrap="square" tIns="45700">
            <a:noAutofit/>
          </a:bodyPr>
          <a:lstStyle>
            <a:lvl1pPr lvl="0" marR="0" rtl="0" algn="ctr">
              <a:lnSpc>
                <a:spcPct val="100000"/>
              </a:lnSpc>
              <a:spcBef>
                <a:spcPts val="0"/>
              </a:spcBef>
              <a:spcAft>
                <a:spcPts val="0"/>
              </a:spcAft>
              <a:buSzPts val="1400"/>
              <a:buNone/>
              <a:defRPr b="0" i="0" sz="4200" u="none" cap="none" strike="noStrike">
                <a:solidFill>
                  <a:schemeClr val="dk2"/>
                </a:solidFill>
                <a:latin typeface="Tahoma"/>
                <a:ea typeface="Tahoma"/>
                <a:cs typeface="Tahoma"/>
                <a:sym typeface="Tahoma"/>
              </a:defRPr>
            </a:lvl1pPr>
            <a:lvl2pPr lvl="1" marR="0" rtl="0" algn="ctr">
              <a:lnSpc>
                <a:spcPct val="100000"/>
              </a:lnSpc>
              <a:spcBef>
                <a:spcPts val="0"/>
              </a:spcBef>
              <a:spcAft>
                <a:spcPts val="0"/>
              </a:spcAft>
              <a:buSzPts val="1400"/>
              <a:buNone/>
              <a:defRPr b="0" i="0" sz="4200" u="none" cap="none" strike="noStrike">
                <a:solidFill>
                  <a:schemeClr val="dk2"/>
                </a:solidFill>
                <a:latin typeface="Tahoma"/>
                <a:ea typeface="Tahoma"/>
                <a:cs typeface="Tahoma"/>
                <a:sym typeface="Tahoma"/>
              </a:defRPr>
            </a:lvl2pPr>
            <a:lvl3pPr lvl="2" marR="0" rtl="0" algn="ctr">
              <a:lnSpc>
                <a:spcPct val="100000"/>
              </a:lnSpc>
              <a:spcBef>
                <a:spcPts val="0"/>
              </a:spcBef>
              <a:spcAft>
                <a:spcPts val="0"/>
              </a:spcAft>
              <a:buSzPts val="1400"/>
              <a:buNone/>
              <a:defRPr b="0" i="0" sz="4200" u="none" cap="none" strike="noStrike">
                <a:solidFill>
                  <a:schemeClr val="dk2"/>
                </a:solidFill>
                <a:latin typeface="Tahoma"/>
                <a:ea typeface="Tahoma"/>
                <a:cs typeface="Tahoma"/>
                <a:sym typeface="Tahoma"/>
              </a:defRPr>
            </a:lvl3pPr>
            <a:lvl4pPr lvl="3" marR="0" rtl="0" algn="ctr">
              <a:lnSpc>
                <a:spcPct val="100000"/>
              </a:lnSpc>
              <a:spcBef>
                <a:spcPts val="0"/>
              </a:spcBef>
              <a:spcAft>
                <a:spcPts val="0"/>
              </a:spcAft>
              <a:buSzPts val="1400"/>
              <a:buNone/>
              <a:defRPr b="0" i="0" sz="4200" u="none" cap="none" strike="noStrike">
                <a:solidFill>
                  <a:schemeClr val="dk2"/>
                </a:solidFill>
                <a:latin typeface="Tahoma"/>
                <a:ea typeface="Tahoma"/>
                <a:cs typeface="Tahoma"/>
                <a:sym typeface="Tahoma"/>
              </a:defRPr>
            </a:lvl4pPr>
            <a:lvl5pPr lvl="4" marR="0" rtl="0" algn="ctr">
              <a:lnSpc>
                <a:spcPct val="100000"/>
              </a:lnSpc>
              <a:spcBef>
                <a:spcPts val="0"/>
              </a:spcBef>
              <a:spcAft>
                <a:spcPts val="0"/>
              </a:spcAft>
              <a:buSzPts val="1400"/>
              <a:buNone/>
              <a:defRPr b="0" i="0" sz="4200" u="none" cap="none" strike="noStrike">
                <a:solidFill>
                  <a:schemeClr val="dk2"/>
                </a:solidFill>
                <a:latin typeface="Tahoma"/>
                <a:ea typeface="Tahoma"/>
                <a:cs typeface="Tahoma"/>
                <a:sym typeface="Tahoma"/>
              </a:defRPr>
            </a:lvl5pPr>
            <a:lvl6pPr lvl="5" marR="0" rtl="0" algn="ctr">
              <a:lnSpc>
                <a:spcPct val="100000"/>
              </a:lnSpc>
              <a:spcBef>
                <a:spcPts val="0"/>
              </a:spcBef>
              <a:spcAft>
                <a:spcPts val="0"/>
              </a:spcAft>
              <a:buSzPts val="1400"/>
              <a:buNone/>
              <a:defRPr b="0" i="0" sz="4200" u="none" cap="none" strike="noStrike">
                <a:solidFill>
                  <a:schemeClr val="dk2"/>
                </a:solidFill>
                <a:latin typeface="Tahoma"/>
                <a:ea typeface="Tahoma"/>
                <a:cs typeface="Tahoma"/>
                <a:sym typeface="Tahoma"/>
              </a:defRPr>
            </a:lvl6pPr>
            <a:lvl7pPr lvl="6" marR="0" rtl="0" algn="ctr">
              <a:lnSpc>
                <a:spcPct val="100000"/>
              </a:lnSpc>
              <a:spcBef>
                <a:spcPts val="0"/>
              </a:spcBef>
              <a:spcAft>
                <a:spcPts val="0"/>
              </a:spcAft>
              <a:buSzPts val="1400"/>
              <a:buNone/>
              <a:defRPr b="0" i="0" sz="4200" u="none" cap="none" strike="noStrike">
                <a:solidFill>
                  <a:schemeClr val="dk2"/>
                </a:solidFill>
                <a:latin typeface="Tahoma"/>
                <a:ea typeface="Tahoma"/>
                <a:cs typeface="Tahoma"/>
                <a:sym typeface="Tahoma"/>
              </a:defRPr>
            </a:lvl7pPr>
            <a:lvl8pPr lvl="7" marR="0" rtl="0" algn="ctr">
              <a:lnSpc>
                <a:spcPct val="100000"/>
              </a:lnSpc>
              <a:spcBef>
                <a:spcPts val="0"/>
              </a:spcBef>
              <a:spcAft>
                <a:spcPts val="0"/>
              </a:spcAft>
              <a:buSzPts val="1400"/>
              <a:buNone/>
              <a:defRPr b="0" i="0" sz="4200" u="none" cap="none" strike="noStrike">
                <a:solidFill>
                  <a:schemeClr val="dk2"/>
                </a:solidFill>
                <a:latin typeface="Tahoma"/>
                <a:ea typeface="Tahoma"/>
                <a:cs typeface="Tahoma"/>
                <a:sym typeface="Tahoma"/>
              </a:defRPr>
            </a:lvl8pPr>
            <a:lvl9pPr lvl="8" marR="0" rtl="0" algn="ctr">
              <a:lnSpc>
                <a:spcPct val="100000"/>
              </a:lnSpc>
              <a:spcBef>
                <a:spcPts val="0"/>
              </a:spcBef>
              <a:spcAft>
                <a:spcPts val="0"/>
              </a:spcAft>
              <a:buSzPts val="1400"/>
              <a:buNone/>
              <a:defRPr b="0" i="0" sz="4200" u="none" cap="none" strike="noStrike">
                <a:solidFill>
                  <a:schemeClr val="dk2"/>
                </a:solidFill>
                <a:latin typeface="Tahoma"/>
                <a:ea typeface="Tahoma"/>
                <a:cs typeface="Tahoma"/>
                <a:sym typeface="Tahoma"/>
              </a:defRPr>
            </a:lvl9pPr>
          </a:lstStyle>
          <a:p/>
        </p:txBody>
      </p:sp>
      <p:sp>
        <p:nvSpPr>
          <p:cNvPr id="33" name="Google Shape;33;p1"/>
          <p:cNvSpPr txBox="1"/>
          <p:nvPr>
            <p:ph idx="1" type="body"/>
          </p:nvPr>
        </p:nvSpPr>
        <p:spPr>
          <a:xfrm>
            <a:off x="457200" y="1600200"/>
            <a:ext cx="8229600" cy="4530600"/>
          </a:xfrm>
          <a:prstGeom prst="rect">
            <a:avLst/>
          </a:prstGeom>
          <a:noFill/>
          <a:ln>
            <a:noFill/>
          </a:ln>
        </p:spPr>
        <p:txBody>
          <a:bodyPr anchorCtr="0" anchor="t" bIns="45700" lIns="91425" spcFirstLastPara="1" rIns="91425" wrap="square" tIns="45700">
            <a:noAutofit/>
          </a:bodyPr>
          <a:lstStyle>
            <a:lvl1pPr indent="-391160" lvl="0" marL="457200" marR="0" rtl="0" algn="l">
              <a:lnSpc>
                <a:spcPct val="100000"/>
              </a:lnSpc>
              <a:spcBef>
                <a:spcPts val="640"/>
              </a:spcBef>
              <a:spcAft>
                <a:spcPts val="0"/>
              </a:spcAft>
              <a:buClr>
                <a:schemeClr val="hlink"/>
              </a:buClr>
              <a:buSzPts val="2560"/>
              <a:buFont typeface="Noto Sans Symbols"/>
              <a:buChar char="●"/>
              <a:defRPr b="0" i="0" sz="3200" u="none" cap="none" strike="noStrike">
                <a:solidFill>
                  <a:schemeClr val="dk1"/>
                </a:solidFill>
                <a:latin typeface="Tahoma"/>
                <a:ea typeface="Tahoma"/>
                <a:cs typeface="Tahoma"/>
                <a:sym typeface="Tahoma"/>
              </a:defRPr>
            </a:lvl1pPr>
            <a:lvl2pPr indent="-370840" lvl="1" marL="914400" marR="0" rtl="0" algn="l">
              <a:lnSpc>
                <a:spcPct val="100000"/>
              </a:lnSpc>
              <a:spcBef>
                <a:spcPts val="560"/>
              </a:spcBef>
              <a:spcAft>
                <a:spcPts val="0"/>
              </a:spcAft>
              <a:buClr>
                <a:schemeClr val="folHlink"/>
              </a:buClr>
              <a:buSzPts val="2240"/>
              <a:buFont typeface="Noto Sans Symbols"/>
              <a:buChar char="●"/>
              <a:defRPr b="0" i="0" sz="2800" u="none" cap="none" strike="noStrike">
                <a:solidFill>
                  <a:schemeClr val="dk1"/>
                </a:solidFill>
                <a:latin typeface="Tahoma"/>
                <a:ea typeface="Tahoma"/>
                <a:cs typeface="Tahoma"/>
                <a:sym typeface="Tahoma"/>
              </a:defRPr>
            </a:lvl2pPr>
            <a:lvl3pPr indent="-350519" lvl="2" marL="1371600" marR="0" rtl="0" algn="l">
              <a:lnSpc>
                <a:spcPct val="100000"/>
              </a:lnSpc>
              <a:spcBef>
                <a:spcPts val="480"/>
              </a:spcBef>
              <a:spcAft>
                <a:spcPts val="0"/>
              </a:spcAft>
              <a:buClr>
                <a:schemeClr val="dk2"/>
              </a:buClr>
              <a:buSzPts val="1920"/>
              <a:buFont typeface="Noto Sans Symbols"/>
              <a:buChar char="●"/>
              <a:defRPr b="0" i="0" sz="2400" u="none" cap="none" strike="noStrike">
                <a:solidFill>
                  <a:schemeClr val="dk1"/>
                </a:solidFill>
                <a:latin typeface="Tahoma"/>
                <a:ea typeface="Tahoma"/>
                <a:cs typeface="Tahoma"/>
                <a:sym typeface="Tahoma"/>
              </a:defRPr>
            </a:lvl3pPr>
            <a:lvl4pPr indent="-330200" lvl="3" marL="1828800" marR="0" rtl="0" algn="l">
              <a:lnSpc>
                <a:spcPct val="100000"/>
              </a:lnSpc>
              <a:spcBef>
                <a:spcPts val="400"/>
              </a:spcBef>
              <a:spcAft>
                <a:spcPts val="0"/>
              </a:spcAft>
              <a:buClr>
                <a:schemeClr val="hlink"/>
              </a:buClr>
              <a:buSzPts val="1600"/>
              <a:buFont typeface="Noto Sans Symbols"/>
              <a:buChar char="●"/>
              <a:defRPr b="0" i="0" sz="2000" u="none" cap="none" strike="noStrike">
                <a:solidFill>
                  <a:schemeClr val="dk1"/>
                </a:solidFill>
                <a:latin typeface="Tahoma"/>
                <a:ea typeface="Tahoma"/>
                <a:cs typeface="Tahoma"/>
                <a:sym typeface="Tahoma"/>
              </a:defRPr>
            </a:lvl4pPr>
            <a:lvl5pPr indent="-330200" lvl="4" marL="2286000" marR="0" rtl="0" algn="l">
              <a:lnSpc>
                <a:spcPct val="100000"/>
              </a:lnSpc>
              <a:spcBef>
                <a:spcPts val="400"/>
              </a:spcBef>
              <a:spcAft>
                <a:spcPts val="0"/>
              </a:spcAft>
              <a:buClr>
                <a:schemeClr val="dk1"/>
              </a:buClr>
              <a:buSzPts val="1600"/>
              <a:buFont typeface="Noto Sans Symbols"/>
              <a:buChar char="●"/>
              <a:defRPr b="0" i="0" sz="2000" u="none" cap="none" strike="noStrike">
                <a:solidFill>
                  <a:schemeClr val="dk1"/>
                </a:solidFill>
                <a:latin typeface="Tahoma"/>
                <a:ea typeface="Tahoma"/>
                <a:cs typeface="Tahoma"/>
                <a:sym typeface="Tahoma"/>
              </a:defRPr>
            </a:lvl5pPr>
            <a:lvl6pPr indent="-330200" lvl="5" marL="2743200" marR="0" rtl="0" algn="l">
              <a:lnSpc>
                <a:spcPct val="100000"/>
              </a:lnSpc>
              <a:spcBef>
                <a:spcPts val="400"/>
              </a:spcBef>
              <a:spcAft>
                <a:spcPts val="0"/>
              </a:spcAft>
              <a:buClr>
                <a:schemeClr val="dk1"/>
              </a:buClr>
              <a:buSzPts val="1600"/>
              <a:buFont typeface="Noto Sans Symbols"/>
              <a:buChar char="●"/>
              <a:defRPr b="0" i="0" sz="2000" u="none" cap="none" strike="noStrike">
                <a:solidFill>
                  <a:schemeClr val="dk1"/>
                </a:solidFill>
                <a:latin typeface="Tahoma"/>
                <a:ea typeface="Tahoma"/>
                <a:cs typeface="Tahoma"/>
                <a:sym typeface="Tahoma"/>
              </a:defRPr>
            </a:lvl6pPr>
            <a:lvl7pPr indent="-330200" lvl="6" marL="3200400" marR="0" rtl="0" algn="l">
              <a:lnSpc>
                <a:spcPct val="100000"/>
              </a:lnSpc>
              <a:spcBef>
                <a:spcPts val="400"/>
              </a:spcBef>
              <a:spcAft>
                <a:spcPts val="0"/>
              </a:spcAft>
              <a:buClr>
                <a:schemeClr val="dk1"/>
              </a:buClr>
              <a:buSzPts val="1600"/>
              <a:buFont typeface="Noto Sans Symbols"/>
              <a:buChar char="●"/>
              <a:defRPr b="0" i="0" sz="2000" u="none" cap="none" strike="noStrike">
                <a:solidFill>
                  <a:schemeClr val="dk1"/>
                </a:solidFill>
                <a:latin typeface="Tahoma"/>
                <a:ea typeface="Tahoma"/>
                <a:cs typeface="Tahoma"/>
                <a:sym typeface="Tahoma"/>
              </a:defRPr>
            </a:lvl7pPr>
            <a:lvl8pPr indent="-330200" lvl="7" marL="3657600" marR="0" rtl="0" algn="l">
              <a:lnSpc>
                <a:spcPct val="100000"/>
              </a:lnSpc>
              <a:spcBef>
                <a:spcPts val="400"/>
              </a:spcBef>
              <a:spcAft>
                <a:spcPts val="0"/>
              </a:spcAft>
              <a:buClr>
                <a:schemeClr val="dk1"/>
              </a:buClr>
              <a:buSzPts val="1600"/>
              <a:buFont typeface="Noto Sans Symbols"/>
              <a:buChar char="●"/>
              <a:defRPr b="0" i="0" sz="2000" u="none" cap="none" strike="noStrike">
                <a:solidFill>
                  <a:schemeClr val="dk1"/>
                </a:solidFill>
                <a:latin typeface="Tahoma"/>
                <a:ea typeface="Tahoma"/>
                <a:cs typeface="Tahoma"/>
                <a:sym typeface="Tahoma"/>
              </a:defRPr>
            </a:lvl8pPr>
            <a:lvl9pPr indent="-330200" lvl="8" marL="4114800" marR="0" rtl="0" algn="l">
              <a:lnSpc>
                <a:spcPct val="100000"/>
              </a:lnSpc>
              <a:spcBef>
                <a:spcPts val="400"/>
              </a:spcBef>
              <a:spcAft>
                <a:spcPts val="0"/>
              </a:spcAft>
              <a:buClr>
                <a:schemeClr val="dk1"/>
              </a:buClr>
              <a:buSzPts val="1600"/>
              <a:buFont typeface="Noto Sans Symbols"/>
              <a:buChar char="●"/>
              <a:defRPr b="0" i="0" sz="2000" u="none" cap="none" strike="noStrike">
                <a:solidFill>
                  <a:schemeClr val="dk1"/>
                </a:solidFill>
                <a:latin typeface="Tahoma"/>
                <a:ea typeface="Tahoma"/>
                <a:cs typeface="Tahoma"/>
                <a:sym typeface="Tahoma"/>
              </a:defRPr>
            </a:lvl9pPr>
          </a:lstStyle>
          <a:p/>
        </p:txBody>
      </p:sp>
      <p:sp>
        <p:nvSpPr>
          <p:cNvPr id="34" name="Google Shape;34;p1"/>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SzPts val="1400"/>
              <a:buNone/>
              <a:defRPr b="0" i="0" sz="1000" u="none">
                <a:solidFill>
                  <a:schemeClr val="dk1"/>
                </a:solidFill>
                <a:latin typeface="Tahoma"/>
                <a:ea typeface="Tahoma"/>
                <a:cs typeface="Tahoma"/>
                <a:sym typeface="Tahoma"/>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5" name="Google Shape;35;p1"/>
          <p:cNvSpPr txBox="1"/>
          <p:nvPr>
            <p:ph idx="12" type="sldNum"/>
          </p:nvPr>
        </p:nvSpPr>
        <p:spPr>
          <a:xfrm>
            <a:off x="6553200" y="6243637"/>
            <a:ext cx="21336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1pPr>
            <a:lvl2pPr indent="0" lvl="1" marL="0" marR="0" rtl="0" algn="r">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2pPr>
            <a:lvl3pPr indent="0" lvl="2" marL="0" marR="0" rtl="0" algn="r">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3pPr>
            <a:lvl4pPr indent="0" lvl="3" marL="0" marR="0" rtl="0" algn="r">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4pPr>
            <a:lvl5pPr indent="0" lvl="4" marL="0" marR="0" rtl="0" algn="r">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5pPr>
            <a:lvl6pPr indent="0" lvl="5" marL="0" marR="0" rtl="0" algn="r">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6pPr>
            <a:lvl7pPr indent="0" lvl="6" marL="0" marR="0" rtl="0" algn="r">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7pPr>
            <a:lvl8pPr indent="0" lvl="7" marL="0" marR="0" rtl="0" algn="r">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8pPr>
            <a:lvl9pPr indent="0" lvl="8" marL="0" marR="0" rtl="0" algn="r">
              <a:lnSpc>
                <a:spcPct val="100000"/>
              </a:lnSpc>
              <a:spcBef>
                <a:spcPts val="0"/>
              </a:spcBef>
              <a:spcAft>
                <a:spcPts val="0"/>
              </a:spcAft>
              <a:buClr>
                <a:schemeClr val="dk1"/>
              </a:buClr>
              <a:buSzPts val="1000"/>
              <a:buFont typeface="Tahoma"/>
              <a:buNone/>
              <a:defRPr b="0" i="0" sz="10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
        <p:nvSpPr>
          <p:cNvPr id="36" name="Google Shape;36;p1"/>
          <p:cNvSpPr txBox="1"/>
          <p:nvPr>
            <p:ph idx="10" type="dt"/>
          </p:nvPr>
        </p:nvSpPr>
        <p:spPr>
          <a:xfrm>
            <a:off x="457200" y="6248400"/>
            <a:ext cx="21336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000" u="none">
                <a:solidFill>
                  <a:schemeClr val="dk1"/>
                </a:solidFill>
                <a:latin typeface="Tahoma"/>
                <a:ea typeface="Tahoma"/>
                <a:cs typeface="Tahoma"/>
                <a:sym typeface="Tahoma"/>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43" name="Shape 43"/>
        <p:cNvGrpSpPr/>
        <p:nvPr/>
      </p:nvGrpSpPr>
      <p:grpSpPr>
        <a:xfrm>
          <a:off x="0" y="0"/>
          <a:ext cx="0" cy="0"/>
          <a:chOff x="0" y="0"/>
          <a:chExt cx="0" cy="0"/>
        </a:xfrm>
      </p:grpSpPr>
      <p:sp>
        <p:nvSpPr>
          <p:cNvPr id="44" name="Google Shape;44;p3"/>
          <p:cNvSpPr txBox="1"/>
          <p:nvPr>
            <p:ph type="title"/>
          </p:nvPr>
        </p:nvSpPr>
        <p:spPr>
          <a:xfrm>
            <a:off x="457200" y="381000"/>
            <a:ext cx="8229600" cy="13716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ctr">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ctr">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ctr">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ctr">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ctr">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ctr">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ctr">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ctr">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45" name="Google Shape;45;p3"/>
          <p:cNvSpPr txBox="1"/>
          <p:nvPr>
            <p:ph idx="1" type="body"/>
          </p:nvPr>
        </p:nvSpPr>
        <p:spPr>
          <a:xfrm>
            <a:off x="457200" y="1981200"/>
            <a:ext cx="8229600" cy="4114800"/>
          </a:xfrm>
          <a:prstGeom prst="rect">
            <a:avLst/>
          </a:prstGeom>
          <a:noFill/>
          <a:ln>
            <a:noFill/>
          </a:ln>
        </p:spPr>
        <p:txBody>
          <a:bodyPr anchorCtr="0" anchor="t" bIns="45700" lIns="91425" spcFirstLastPara="1" rIns="91425" wrap="square" tIns="45700">
            <a:noAutofit/>
          </a:bodyPr>
          <a:lstStyle>
            <a:lvl1pPr indent="-360680" lvl="0" marL="457200" marR="0" rtl="0" algn="l">
              <a:lnSpc>
                <a:spcPct val="100000"/>
              </a:lnSpc>
              <a:spcBef>
                <a:spcPts val="640"/>
              </a:spcBef>
              <a:spcAft>
                <a:spcPts val="0"/>
              </a:spcAft>
              <a:buClr>
                <a:schemeClr val="hlink"/>
              </a:buClr>
              <a:buSzPts val="2080"/>
              <a:buFont typeface="Noto Sans Symbols"/>
              <a:buChar char="■"/>
              <a:defRPr b="0" i="0" sz="3200" u="none" cap="none" strike="noStrike">
                <a:solidFill>
                  <a:schemeClr val="dk1"/>
                </a:solidFill>
                <a:latin typeface="Tahoma"/>
                <a:ea typeface="Tahoma"/>
                <a:cs typeface="Tahoma"/>
                <a:sym typeface="Tahoma"/>
              </a:defRPr>
            </a:lvl1pPr>
            <a:lvl2pPr indent="-344169" lvl="1" marL="914400" marR="0" rtl="0" algn="l">
              <a:lnSpc>
                <a:spcPct val="100000"/>
              </a:lnSpc>
              <a:spcBef>
                <a:spcPts val="560"/>
              </a:spcBef>
              <a:spcAft>
                <a:spcPts val="0"/>
              </a:spcAft>
              <a:buClr>
                <a:schemeClr val="folHlink"/>
              </a:buClr>
              <a:buSzPts val="1820"/>
              <a:buFont typeface="Noto Sans Symbols"/>
              <a:buChar char="■"/>
              <a:defRPr b="0" i="0" sz="2800" u="none" cap="none" strike="noStrike">
                <a:solidFill>
                  <a:schemeClr val="dk1"/>
                </a:solidFill>
                <a:latin typeface="Tahoma"/>
                <a:ea typeface="Tahoma"/>
                <a:cs typeface="Tahoma"/>
                <a:sym typeface="Tahoma"/>
              </a:defRPr>
            </a:lvl2pPr>
            <a:lvl3pPr indent="-327660" lvl="2" marL="1371600" marR="0" rtl="0" algn="l">
              <a:lnSpc>
                <a:spcPct val="100000"/>
              </a:lnSpc>
              <a:spcBef>
                <a:spcPts val="480"/>
              </a:spcBef>
              <a:spcAft>
                <a:spcPts val="0"/>
              </a:spcAft>
              <a:buClr>
                <a:schemeClr val="hlink"/>
              </a:buClr>
              <a:buSzPts val="1560"/>
              <a:buFont typeface="Noto Sans Symbols"/>
              <a:buChar char="■"/>
              <a:defRPr b="0" i="0" sz="2400" u="none" cap="none" strike="noStrike">
                <a:solidFill>
                  <a:schemeClr val="dk1"/>
                </a:solidFill>
                <a:latin typeface="Tahoma"/>
                <a:ea typeface="Tahoma"/>
                <a:cs typeface="Tahoma"/>
                <a:sym typeface="Tahoma"/>
              </a:defRPr>
            </a:lvl3pPr>
            <a:lvl4pPr indent="-311150" lvl="3" marL="1828800" marR="0" rtl="0" algn="l">
              <a:lnSpc>
                <a:spcPct val="100000"/>
              </a:lnSpc>
              <a:spcBef>
                <a:spcPts val="400"/>
              </a:spcBef>
              <a:spcAft>
                <a:spcPts val="0"/>
              </a:spcAft>
              <a:buClr>
                <a:schemeClr val="folHlink"/>
              </a:buClr>
              <a:buSzPts val="1300"/>
              <a:buFont typeface="Noto Sans Symbols"/>
              <a:buChar char="■"/>
              <a:defRPr b="0" i="0" sz="2000" u="none" cap="none" strike="noStrike">
                <a:solidFill>
                  <a:schemeClr val="dk1"/>
                </a:solidFill>
                <a:latin typeface="Tahoma"/>
                <a:ea typeface="Tahoma"/>
                <a:cs typeface="Tahoma"/>
                <a:sym typeface="Tahoma"/>
              </a:defRPr>
            </a:lvl4pPr>
            <a:lvl5pPr indent="-311150" lvl="4" marL="2286000" marR="0" rtl="0" algn="l">
              <a:lnSpc>
                <a:spcPct val="100000"/>
              </a:lnSpc>
              <a:spcBef>
                <a:spcPts val="400"/>
              </a:spcBef>
              <a:spcAft>
                <a:spcPts val="0"/>
              </a:spcAft>
              <a:buClr>
                <a:schemeClr val="hlink"/>
              </a:buClr>
              <a:buSzPts val="1300"/>
              <a:buFont typeface="Noto Sans Symbols"/>
              <a:buChar char="■"/>
              <a:defRPr b="0" i="0" sz="2000" u="none" cap="none" strike="noStrike">
                <a:solidFill>
                  <a:schemeClr val="dk1"/>
                </a:solidFill>
                <a:latin typeface="Tahoma"/>
                <a:ea typeface="Tahoma"/>
                <a:cs typeface="Tahoma"/>
                <a:sym typeface="Tahoma"/>
              </a:defRPr>
            </a:lvl5pPr>
            <a:lvl6pPr indent="-311150" lvl="5" marL="2743200" marR="0" rtl="0" algn="l">
              <a:lnSpc>
                <a:spcPct val="100000"/>
              </a:lnSpc>
              <a:spcBef>
                <a:spcPts val="400"/>
              </a:spcBef>
              <a:spcAft>
                <a:spcPts val="0"/>
              </a:spcAft>
              <a:buClr>
                <a:schemeClr val="hlink"/>
              </a:buClr>
              <a:buSzPts val="1300"/>
              <a:buFont typeface="Noto Sans Symbols"/>
              <a:buChar char="■"/>
              <a:defRPr b="0" i="0" sz="2000" u="none" cap="none" strike="noStrike">
                <a:solidFill>
                  <a:schemeClr val="dk1"/>
                </a:solidFill>
                <a:latin typeface="Tahoma"/>
                <a:ea typeface="Tahoma"/>
                <a:cs typeface="Tahoma"/>
                <a:sym typeface="Tahoma"/>
              </a:defRPr>
            </a:lvl6pPr>
            <a:lvl7pPr indent="-311150" lvl="6" marL="3200400" marR="0" rtl="0" algn="l">
              <a:lnSpc>
                <a:spcPct val="100000"/>
              </a:lnSpc>
              <a:spcBef>
                <a:spcPts val="400"/>
              </a:spcBef>
              <a:spcAft>
                <a:spcPts val="0"/>
              </a:spcAft>
              <a:buClr>
                <a:schemeClr val="hlink"/>
              </a:buClr>
              <a:buSzPts val="1300"/>
              <a:buFont typeface="Noto Sans Symbols"/>
              <a:buChar char="■"/>
              <a:defRPr b="0" i="0" sz="2000" u="none" cap="none" strike="noStrike">
                <a:solidFill>
                  <a:schemeClr val="dk1"/>
                </a:solidFill>
                <a:latin typeface="Tahoma"/>
                <a:ea typeface="Tahoma"/>
                <a:cs typeface="Tahoma"/>
                <a:sym typeface="Tahoma"/>
              </a:defRPr>
            </a:lvl7pPr>
            <a:lvl8pPr indent="-311150" lvl="7" marL="3657600" marR="0" rtl="0" algn="l">
              <a:lnSpc>
                <a:spcPct val="100000"/>
              </a:lnSpc>
              <a:spcBef>
                <a:spcPts val="400"/>
              </a:spcBef>
              <a:spcAft>
                <a:spcPts val="0"/>
              </a:spcAft>
              <a:buClr>
                <a:schemeClr val="hlink"/>
              </a:buClr>
              <a:buSzPts val="1300"/>
              <a:buFont typeface="Noto Sans Symbols"/>
              <a:buChar char="■"/>
              <a:defRPr b="0" i="0" sz="2000" u="none" cap="none" strike="noStrike">
                <a:solidFill>
                  <a:schemeClr val="dk1"/>
                </a:solidFill>
                <a:latin typeface="Tahoma"/>
                <a:ea typeface="Tahoma"/>
                <a:cs typeface="Tahoma"/>
                <a:sym typeface="Tahoma"/>
              </a:defRPr>
            </a:lvl8pPr>
            <a:lvl9pPr indent="-311150" lvl="8" marL="4114800" marR="0" rtl="0" algn="l">
              <a:lnSpc>
                <a:spcPct val="100000"/>
              </a:lnSpc>
              <a:spcBef>
                <a:spcPts val="400"/>
              </a:spcBef>
              <a:spcAft>
                <a:spcPts val="0"/>
              </a:spcAft>
              <a:buClr>
                <a:schemeClr val="hlink"/>
              </a:buClr>
              <a:buSzPts val="1300"/>
              <a:buFont typeface="Noto Sans Symbols"/>
              <a:buChar char="■"/>
              <a:defRPr b="0" i="0" sz="2000" u="none" cap="none" strike="noStrike">
                <a:solidFill>
                  <a:schemeClr val="dk1"/>
                </a:solidFill>
                <a:latin typeface="Tahoma"/>
                <a:ea typeface="Tahoma"/>
                <a:cs typeface="Tahoma"/>
                <a:sym typeface="Tahoma"/>
              </a:defRPr>
            </a:lvl9pPr>
          </a:lstStyle>
          <a:p/>
        </p:txBody>
      </p:sp>
      <p:sp>
        <p:nvSpPr>
          <p:cNvPr id="46" name="Google Shape;46;p3"/>
          <p:cNvSpPr txBox="1"/>
          <p:nvPr>
            <p:ph idx="10" type="dt"/>
          </p:nvPr>
        </p:nvSpPr>
        <p:spPr>
          <a:xfrm>
            <a:off x="457200" y="6245225"/>
            <a:ext cx="2133600" cy="4764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4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7" name="Google Shape;47;p3"/>
          <p:cNvSpPr txBox="1"/>
          <p:nvPr>
            <p:ph idx="11" type="ftr"/>
          </p:nvPr>
        </p:nvSpPr>
        <p:spPr>
          <a:xfrm>
            <a:off x="3124200" y="6245225"/>
            <a:ext cx="2895600" cy="4764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0"/>
              </a:spcBef>
              <a:spcAft>
                <a:spcPts val="0"/>
              </a:spcAft>
              <a:buSzPts val="1400"/>
              <a:buNone/>
              <a:defRPr b="0" i="0" sz="14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8" name="Google Shape;48;p3"/>
          <p:cNvSpPr txBox="1"/>
          <p:nvPr>
            <p:ph idx="12" type="sldNum"/>
          </p:nvPr>
        </p:nvSpPr>
        <p:spPr>
          <a:xfrm>
            <a:off x="6553200" y="6245225"/>
            <a:ext cx="2133600" cy="4764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5" name="Shape 55"/>
        <p:cNvGrpSpPr/>
        <p:nvPr/>
      </p:nvGrpSpPr>
      <p:grpSpPr>
        <a:xfrm>
          <a:off x="0" y="0"/>
          <a:ext cx="0" cy="0"/>
          <a:chOff x="0" y="0"/>
          <a:chExt cx="0" cy="0"/>
        </a:xfrm>
      </p:grpSpPr>
      <p:sp>
        <p:nvSpPr>
          <p:cNvPr id="56" name="Google Shape;56;p5"/>
          <p:cNvSpPr txBox="1"/>
          <p:nvPr>
            <p:ph type="title"/>
          </p:nvPr>
        </p:nvSpPr>
        <p:spPr>
          <a:xfrm>
            <a:off x="381000" y="381000"/>
            <a:ext cx="8001000" cy="838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36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SzPts val="1400"/>
              <a:buNone/>
              <a:defRPr b="0" i="0" sz="36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SzPts val="1400"/>
              <a:buNone/>
              <a:defRPr b="0" i="0" sz="36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SzPts val="1400"/>
              <a:buNone/>
              <a:defRPr b="0" i="0" sz="36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SzPts val="1400"/>
              <a:buNone/>
              <a:defRPr b="0" i="0" sz="36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SzPts val="1400"/>
              <a:buNone/>
              <a:defRPr b="0" i="0" sz="36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SzPts val="1400"/>
              <a:buNone/>
              <a:defRPr b="0" i="0" sz="36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SzPts val="1400"/>
              <a:buNone/>
              <a:defRPr b="0" i="0" sz="36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SzPts val="1400"/>
              <a:buNone/>
              <a:defRPr b="0" i="0" sz="3600" u="none" cap="none" strike="noStrike">
                <a:solidFill>
                  <a:schemeClr val="dk2"/>
                </a:solidFill>
                <a:latin typeface="Tahoma"/>
                <a:ea typeface="Tahoma"/>
                <a:cs typeface="Tahoma"/>
                <a:sym typeface="Tahoma"/>
              </a:defRPr>
            </a:lvl9pPr>
          </a:lstStyle>
          <a:p/>
        </p:txBody>
      </p:sp>
      <p:sp>
        <p:nvSpPr>
          <p:cNvPr id="57" name="Google Shape;57;p5"/>
          <p:cNvSpPr txBox="1"/>
          <p:nvPr>
            <p:ph idx="1" type="body"/>
          </p:nvPr>
        </p:nvSpPr>
        <p:spPr>
          <a:xfrm>
            <a:off x="685800" y="1295400"/>
            <a:ext cx="7772400" cy="4648200"/>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accent1"/>
              </a:buClr>
              <a:buSzPts val="3200"/>
              <a:buFont typeface="Tahoma"/>
              <a:buChar char="•"/>
              <a:defRPr b="0" i="0" sz="3200" u="none" cap="none" strike="noStrike">
                <a:solidFill>
                  <a:schemeClr val="dk1"/>
                </a:solidFill>
                <a:latin typeface="Tahoma"/>
                <a:ea typeface="Tahoma"/>
                <a:cs typeface="Tahoma"/>
                <a:sym typeface="Tahoma"/>
              </a:defRPr>
            </a:lvl1pPr>
            <a:lvl2pPr indent="-406400" lvl="1" marL="914400" marR="0" rtl="0" algn="l">
              <a:lnSpc>
                <a:spcPct val="100000"/>
              </a:lnSpc>
              <a:spcBef>
                <a:spcPts val="560"/>
              </a:spcBef>
              <a:spcAft>
                <a:spcPts val="0"/>
              </a:spcAft>
              <a:buClr>
                <a:schemeClr val="hlink"/>
              </a:buClr>
              <a:buSzPts val="2800"/>
              <a:buFont typeface="Tahoma"/>
              <a:buChar char="–"/>
              <a:defRPr b="0" i="0" sz="2800" u="none" cap="none" strike="noStrike">
                <a:solidFill>
                  <a:schemeClr val="dk1"/>
                </a:solidFill>
                <a:latin typeface="Tahoma"/>
                <a:ea typeface="Tahoma"/>
                <a:cs typeface="Tahoma"/>
                <a:sym typeface="Tahoma"/>
              </a:defRPr>
            </a:lvl2pPr>
            <a:lvl3pPr indent="-381000" lvl="2" marL="1371600" marR="0" rtl="0" algn="l">
              <a:lnSpc>
                <a:spcPct val="100000"/>
              </a:lnSpc>
              <a:spcBef>
                <a:spcPts val="480"/>
              </a:spcBef>
              <a:spcAft>
                <a:spcPts val="0"/>
              </a:spcAft>
              <a:buClr>
                <a:schemeClr val="accent1"/>
              </a:buClr>
              <a:buSzPts val="2400"/>
              <a:buFont typeface="Tahoma"/>
              <a:buChar char="•"/>
              <a:defRPr b="0" i="0" sz="2400" u="none" cap="none" strike="noStrike">
                <a:solidFill>
                  <a:schemeClr val="dk1"/>
                </a:solidFill>
                <a:latin typeface="Tahoma"/>
                <a:ea typeface="Tahoma"/>
                <a:cs typeface="Tahoma"/>
                <a:sym typeface="Tahoma"/>
              </a:defRPr>
            </a:lvl3pPr>
            <a:lvl4pPr indent="-355600" lvl="3" marL="1828800" marR="0" rtl="0" algn="l">
              <a:lnSpc>
                <a:spcPct val="100000"/>
              </a:lnSpc>
              <a:spcBef>
                <a:spcPts val="400"/>
              </a:spcBef>
              <a:spcAft>
                <a:spcPts val="0"/>
              </a:spcAft>
              <a:buClr>
                <a:schemeClr val="folHlink"/>
              </a:buClr>
              <a:buSzPts val="2000"/>
              <a:buFont typeface="Tahoma"/>
              <a:buChar char="–"/>
              <a:defRPr b="0" i="0" sz="2000" u="none" cap="none" strike="noStrike">
                <a:solidFill>
                  <a:schemeClr val="dk1"/>
                </a:solidFill>
                <a:latin typeface="Tahoma"/>
                <a:ea typeface="Tahoma"/>
                <a:cs typeface="Tahoma"/>
                <a:sym typeface="Tahoma"/>
              </a:defRPr>
            </a:lvl4pPr>
            <a:lvl5pPr indent="-355600" lvl="4" marL="2286000" marR="0" rtl="0" algn="l">
              <a:lnSpc>
                <a:spcPct val="100000"/>
              </a:lnSpc>
              <a:spcBef>
                <a:spcPts val="400"/>
              </a:spcBef>
              <a:spcAft>
                <a:spcPts val="0"/>
              </a:spcAft>
              <a:buClr>
                <a:schemeClr val="accent1"/>
              </a:buClr>
              <a:buSzPts val="2000"/>
              <a:buFont typeface="Tahoma"/>
              <a:buChar char="»"/>
              <a:defRPr b="0" i="0" sz="2000" u="none" cap="none" strike="noStrike">
                <a:solidFill>
                  <a:schemeClr val="dk1"/>
                </a:solidFill>
                <a:latin typeface="Tahoma"/>
                <a:ea typeface="Tahoma"/>
                <a:cs typeface="Tahoma"/>
                <a:sym typeface="Tahoma"/>
              </a:defRPr>
            </a:lvl5pPr>
            <a:lvl6pPr indent="-355600" lvl="5" marL="2743200" marR="0" rtl="0" algn="l">
              <a:lnSpc>
                <a:spcPct val="100000"/>
              </a:lnSpc>
              <a:spcBef>
                <a:spcPts val="400"/>
              </a:spcBef>
              <a:spcAft>
                <a:spcPts val="0"/>
              </a:spcAft>
              <a:buClr>
                <a:schemeClr val="accent1"/>
              </a:buClr>
              <a:buSzPts val="2000"/>
              <a:buFont typeface="Tahoma"/>
              <a:buChar char="»"/>
              <a:defRPr b="0" i="0" sz="2000" u="none" cap="none" strike="noStrike">
                <a:solidFill>
                  <a:schemeClr val="dk1"/>
                </a:solidFill>
                <a:latin typeface="Tahoma"/>
                <a:ea typeface="Tahoma"/>
                <a:cs typeface="Tahoma"/>
                <a:sym typeface="Tahoma"/>
              </a:defRPr>
            </a:lvl6pPr>
            <a:lvl7pPr indent="-355600" lvl="6" marL="3200400" marR="0" rtl="0" algn="l">
              <a:lnSpc>
                <a:spcPct val="100000"/>
              </a:lnSpc>
              <a:spcBef>
                <a:spcPts val="400"/>
              </a:spcBef>
              <a:spcAft>
                <a:spcPts val="0"/>
              </a:spcAft>
              <a:buClr>
                <a:schemeClr val="accent1"/>
              </a:buClr>
              <a:buSzPts val="2000"/>
              <a:buFont typeface="Tahoma"/>
              <a:buChar char="»"/>
              <a:defRPr b="0" i="0" sz="2000" u="none" cap="none" strike="noStrike">
                <a:solidFill>
                  <a:schemeClr val="dk1"/>
                </a:solidFill>
                <a:latin typeface="Tahoma"/>
                <a:ea typeface="Tahoma"/>
                <a:cs typeface="Tahoma"/>
                <a:sym typeface="Tahoma"/>
              </a:defRPr>
            </a:lvl7pPr>
            <a:lvl8pPr indent="-355600" lvl="7" marL="3657600" marR="0" rtl="0" algn="l">
              <a:lnSpc>
                <a:spcPct val="100000"/>
              </a:lnSpc>
              <a:spcBef>
                <a:spcPts val="400"/>
              </a:spcBef>
              <a:spcAft>
                <a:spcPts val="0"/>
              </a:spcAft>
              <a:buClr>
                <a:schemeClr val="accent1"/>
              </a:buClr>
              <a:buSzPts val="2000"/>
              <a:buFont typeface="Tahoma"/>
              <a:buChar char="»"/>
              <a:defRPr b="0" i="0" sz="2000" u="none" cap="none" strike="noStrike">
                <a:solidFill>
                  <a:schemeClr val="dk1"/>
                </a:solidFill>
                <a:latin typeface="Tahoma"/>
                <a:ea typeface="Tahoma"/>
                <a:cs typeface="Tahoma"/>
                <a:sym typeface="Tahoma"/>
              </a:defRPr>
            </a:lvl8pPr>
            <a:lvl9pPr indent="-355600" lvl="8" marL="4114800" marR="0" rtl="0" algn="l">
              <a:lnSpc>
                <a:spcPct val="100000"/>
              </a:lnSpc>
              <a:spcBef>
                <a:spcPts val="400"/>
              </a:spcBef>
              <a:spcAft>
                <a:spcPts val="0"/>
              </a:spcAft>
              <a:buClr>
                <a:schemeClr val="accent1"/>
              </a:buClr>
              <a:buSzPts val="2000"/>
              <a:buFont typeface="Tahoma"/>
              <a:buChar char="»"/>
              <a:defRPr b="0" i="0" sz="2000" u="none" cap="none" strike="noStrike">
                <a:solidFill>
                  <a:schemeClr val="dk1"/>
                </a:solidFill>
                <a:latin typeface="Tahoma"/>
                <a:ea typeface="Tahoma"/>
                <a:cs typeface="Tahoma"/>
                <a:sym typeface="Tahoma"/>
              </a:defRPr>
            </a:lvl9pPr>
          </a:lstStyle>
          <a:p/>
        </p:txBody>
      </p:sp>
      <p:sp>
        <p:nvSpPr>
          <p:cNvPr id="58" name="Google Shape;58;p5"/>
          <p:cNvSpPr txBox="1"/>
          <p:nvPr>
            <p:ph idx="10" type="dt"/>
          </p:nvPr>
        </p:nvSpPr>
        <p:spPr>
          <a:xfrm>
            <a:off x="381000" y="6015037"/>
            <a:ext cx="19050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400" u="none">
                <a:solidFill>
                  <a:schemeClr val="lt2"/>
                </a:solidFill>
                <a:latin typeface="Tahoma"/>
                <a:ea typeface="Tahoma"/>
                <a:cs typeface="Tahoma"/>
                <a:sym typeface="Tahoma"/>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9" name="Google Shape;59;p5"/>
          <p:cNvSpPr txBox="1"/>
          <p:nvPr>
            <p:ph idx="11" type="ftr"/>
          </p:nvPr>
        </p:nvSpPr>
        <p:spPr>
          <a:xfrm>
            <a:off x="3124200" y="6015037"/>
            <a:ext cx="2895600" cy="4572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0"/>
              </a:spcBef>
              <a:spcAft>
                <a:spcPts val="0"/>
              </a:spcAft>
              <a:buSzPts val="1400"/>
              <a:buNone/>
              <a:defRPr b="0" i="0" sz="1400" u="none">
                <a:solidFill>
                  <a:schemeClr val="lt2"/>
                </a:solidFill>
                <a:latin typeface="Tahoma"/>
                <a:ea typeface="Tahoma"/>
                <a:cs typeface="Tahoma"/>
                <a:sym typeface="Tahoma"/>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60" name="Google Shape;60;p5"/>
          <p:cNvSpPr txBox="1"/>
          <p:nvPr>
            <p:ph idx="12" type="sldNum"/>
          </p:nvPr>
        </p:nvSpPr>
        <p:spPr>
          <a:xfrm>
            <a:off x="6858000" y="6015037"/>
            <a:ext cx="1905000" cy="4572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1pPr>
            <a:lvl2pPr indent="0" lvl="1"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2pPr>
            <a:lvl3pPr indent="0" lvl="2"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3pPr>
            <a:lvl4pPr indent="0" lvl="3"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4pPr>
            <a:lvl5pPr indent="0" lvl="4"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5pPr>
            <a:lvl6pPr indent="0" lvl="5"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6pPr>
            <a:lvl7pPr indent="0" lvl="6"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7pPr>
            <a:lvl8pPr indent="0" lvl="7"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8pPr>
            <a:lvl9pPr indent="0" lvl="8"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grpSp>
        <p:nvGrpSpPr>
          <p:cNvPr id="61" name="Google Shape;61;p5"/>
          <p:cNvGrpSpPr/>
          <p:nvPr/>
        </p:nvGrpSpPr>
        <p:grpSpPr>
          <a:xfrm>
            <a:off x="177800" y="230187"/>
            <a:ext cx="203200" cy="6694487"/>
            <a:chOff x="112" y="145"/>
            <a:chExt cx="128" cy="4217"/>
          </a:xfrm>
        </p:grpSpPr>
        <p:sp>
          <p:nvSpPr>
            <p:cNvPr id="62" name="Google Shape;62;p5"/>
            <p:cNvSpPr/>
            <p:nvPr/>
          </p:nvSpPr>
          <p:spPr>
            <a:xfrm>
              <a:off x="240" y="162"/>
              <a:ext cx="0" cy="4200"/>
            </a:xfrm>
            <a:prstGeom prst="rect">
              <a:avLst/>
            </a:prstGeom>
            <a:gradFill>
              <a:gsLst>
                <a:gs pos="0">
                  <a:schemeClr val="lt1"/>
                </a:gs>
                <a:gs pos="100000">
                  <a:schemeClr val="folHlink"/>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3" name="Google Shape;63;p5"/>
            <p:cNvSpPr txBox="1"/>
            <p:nvPr/>
          </p:nvSpPr>
          <p:spPr>
            <a:xfrm>
              <a:off x="112" y="145"/>
              <a:ext cx="0" cy="3900"/>
            </a:xfrm>
            <a:prstGeom prst="rect">
              <a:avLst/>
            </a:prstGeom>
            <a:gradFill>
              <a:gsLst>
                <a:gs pos="0">
                  <a:schemeClr val="lt1"/>
                </a:gs>
                <a:gs pos="100000">
                  <a:schemeClr val="hlink"/>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grpSp>
        <p:nvGrpSpPr>
          <p:cNvPr id="64" name="Google Shape;64;p5"/>
          <p:cNvGrpSpPr/>
          <p:nvPr/>
        </p:nvGrpSpPr>
        <p:grpSpPr>
          <a:xfrm>
            <a:off x="8870949" y="220662"/>
            <a:ext cx="52387" cy="6351587"/>
            <a:chOff x="5588" y="139"/>
            <a:chExt cx="33" cy="4001"/>
          </a:xfrm>
        </p:grpSpPr>
        <p:sp>
          <p:nvSpPr>
            <p:cNvPr id="65" name="Google Shape;65;p5"/>
            <p:cNvSpPr/>
            <p:nvPr/>
          </p:nvSpPr>
          <p:spPr>
            <a:xfrm>
              <a:off x="5621" y="139"/>
              <a:ext cx="0" cy="3900"/>
            </a:xfrm>
            <a:prstGeom prst="rect">
              <a:avLst/>
            </a:prstGeom>
            <a:gradFill>
              <a:gsLst>
                <a:gs pos="0">
                  <a:schemeClr val="accent1"/>
                </a:gs>
                <a:gs pos="100000">
                  <a:schemeClr val="lt1"/>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6" name="Google Shape;66;p5"/>
            <p:cNvSpPr/>
            <p:nvPr/>
          </p:nvSpPr>
          <p:spPr>
            <a:xfrm>
              <a:off x="5588" y="240"/>
              <a:ext cx="0" cy="3900"/>
            </a:xfrm>
            <a:prstGeom prst="rect">
              <a:avLst/>
            </a:prstGeom>
            <a:gradFill>
              <a:gsLst>
                <a:gs pos="0">
                  <a:schemeClr val="accent2"/>
                </a:gs>
                <a:gs pos="100000">
                  <a:schemeClr val="lt1"/>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grpSp>
        <p:nvGrpSpPr>
          <p:cNvPr id="67" name="Google Shape;67;p5"/>
          <p:cNvGrpSpPr/>
          <p:nvPr/>
        </p:nvGrpSpPr>
        <p:grpSpPr>
          <a:xfrm>
            <a:off x="411956" y="6477000"/>
            <a:ext cx="8573294" cy="151607"/>
            <a:chOff x="260" y="4080"/>
            <a:chExt cx="5401" cy="96"/>
          </a:xfrm>
        </p:grpSpPr>
        <p:sp>
          <p:nvSpPr>
            <p:cNvPr id="68" name="Google Shape;68;p5"/>
            <p:cNvSpPr/>
            <p:nvPr/>
          </p:nvSpPr>
          <p:spPr>
            <a:xfrm>
              <a:off x="2960" y="1380"/>
              <a:ext cx="0" cy="5400"/>
            </a:xfrm>
            <a:prstGeom prst="rect">
              <a:avLst/>
            </a:prstGeom>
            <a:gradFill>
              <a:gsLst>
                <a:gs pos="0">
                  <a:schemeClr val="accent1"/>
                </a:gs>
                <a:gs pos="100000">
                  <a:schemeClr val="lt1"/>
                </a:gs>
              </a:gsLst>
              <a:lin ang="10800025"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9" name="Google Shape;69;p5"/>
            <p:cNvSpPr/>
            <p:nvPr/>
          </p:nvSpPr>
          <p:spPr>
            <a:xfrm>
              <a:off x="2960" y="1476"/>
              <a:ext cx="0" cy="5400"/>
            </a:xfrm>
            <a:prstGeom prst="rect">
              <a:avLst/>
            </a:prstGeom>
            <a:gradFill>
              <a:gsLst>
                <a:gs pos="0">
                  <a:schemeClr val="hlink"/>
                </a:gs>
                <a:gs pos="100000">
                  <a:schemeClr val="lt1"/>
                </a:gs>
              </a:gsLst>
              <a:lin ang="10800025"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grpSp>
        <p:nvGrpSpPr>
          <p:cNvPr id="70" name="Google Shape;70;p5"/>
          <p:cNvGrpSpPr/>
          <p:nvPr/>
        </p:nvGrpSpPr>
        <p:grpSpPr>
          <a:xfrm>
            <a:off x="75406" y="177006"/>
            <a:ext cx="8792368" cy="102394"/>
            <a:chOff x="47" y="112"/>
            <a:chExt cx="5538" cy="64"/>
          </a:xfrm>
        </p:grpSpPr>
        <p:sp>
          <p:nvSpPr>
            <p:cNvPr id="71" name="Google Shape;71;p5"/>
            <p:cNvSpPr/>
            <p:nvPr/>
          </p:nvSpPr>
          <p:spPr>
            <a:xfrm>
              <a:off x="2886" y="-2524"/>
              <a:ext cx="0" cy="5400"/>
            </a:xfrm>
            <a:prstGeom prst="rect">
              <a:avLst/>
            </a:prstGeom>
            <a:gradFill>
              <a:gsLst>
                <a:gs pos="0">
                  <a:schemeClr val="lt1"/>
                </a:gs>
                <a:gs pos="100000">
                  <a:schemeClr val="hlink"/>
                </a:gs>
              </a:gsLst>
              <a:lin ang="10800025"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2" name="Google Shape;72;p5"/>
            <p:cNvSpPr/>
            <p:nvPr/>
          </p:nvSpPr>
          <p:spPr>
            <a:xfrm>
              <a:off x="2748" y="-2588"/>
              <a:ext cx="0" cy="5400"/>
            </a:xfrm>
            <a:prstGeom prst="rect">
              <a:avLst/>
            </a:prstGeom>
            <a:gradFill>
              <a:gsLst>
                <a:gs pos="0">
                  <a:schemeClr val="lt1"/>
                </a:gs>
                <a:gs pos="100000">
                  <a:schemeClr val="accent1"/>
                </a:gs>
              </a:gsLst>
              <a:lin ang="10800025"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grpSp>
        <p:nvGrpSpPr>
          <p:cNvPr id="73" name="Google Shape;73;p5"/>
          <p:cNvGrpSpPr/>
          <p:nvPr/>
        </p:nvGrpSpPr>
        <p:grpSpPr>
          <a:xfrm>
            <a:off x="70643" y="177006"/>
            <a:ext cx="8792368" cy="102394"/>
            <a:chOff x="47" y="112"/>
            <a:chExt cx="5538" cy="64"/>
          </a:xfrm>
        </p:grpSpPr>
        <p:sp>
          <p:nvSpPr>
            <p:cNvPr id="74" name="Google Shape;74;p5"/>
            <p:cNvSpPr/>
            <p:nvPr/>
          </p:nvSpPr>
          <p:spPr>
            <a:xfrm>
              <a:off x="2886" y="-2524"/>
              <a:ext cx="0" cy="5400"/>
            </a:xfrm>
            <a:prstGeom prst="rect">
              <a:avLst/>
            </a:prstGeom>
            <a:gradFill>
              <a:gsLst>
                <a:gs pos="0">
                  <a:schemeClr val="lt1"/>
                </a:gs>
                <a:gs pos="100000">
                  <a:schemeClr val="hlink"/>
                </a:gs>
              </a:gsLst>
              <a:lin ang="10800025"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5" name="Google Shape;75;p5"/>
            <p:cNvSpPr/>
            <p:nvPr/>
          </p:nvSpPr>
          <p:spPr>
            <a:xfrm>
              <a:off x="2748" y="-2588"/>
              <a:ext cx="0" cy="5400"/>
            </a:xfrm>
            <a:prstGeom prst="rect">
              <a:avLst/>
            </a:prstGeom>
            <a:gradFill>
              <a:gsLst>
                <a:gs pos="0">
                  <a:schemeClr val="lt1"/>
                </a:gs>
                <a:gs pos="100000">
                  <a:schemeClr val="accent1"/>
                </a:gs>
              </a:gsLst>
              <a:lin ang="10800025"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50" r:id="rId1"/>
    <p:sldLayoutId id="2147483651"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7" name="Shape 87"/>
        <p:cNvGrpSpPr/>
        <p:nvPr/>
      </p:nvGrpSpPr>
      <p:grpSpPr>
        <a:xfrm>
          <a:off x="0" y="0"/>
          <a:ext cx="0" cy="0"/>
          <a:chOff x="0" y="0"/>
          <a:chExt cx="0" cy="0"/>
        </a:xfrm>
      </p:grpSpPr>
      <p:sp>
        <p:nvSpPr>
          <p:cNvPr id="88" name="Google Shape;88;p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89" name="Google Shape;89;p8"/>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90" name="Google Shape;90;p8"/>
          <p:cNvSpPr txBox="1"/>
          <p:nvPr>
            <p:ph idx="10" type="dt"/>
          </p:nvPr>
        </p:nvSpPr>
        <p:spPr>
          <a:xfrm>
            <a:off x="457200" y="6245225"/>
            <a:ext cx="2133600" cy="4764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1" name="Google Shape;91;p8"/>
          <p:cNvSpPr txBox="1"/>
          <p:nvPr>
            <p:ph idx="11" type="ftr"/>
          </p:nvPr>
        </p:nvSpPr>
        <p:spPr>
          <a:xfrm>
            <a:off x="3124200" y="6245225"/>
            <a:ext cx="2895600" cy="4764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SzPts val="1400"/>
              <a:buNone/>
              <a:defRPr b="0" i="0" sz="14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2" name="Google Shape;92;p8"/>
          <p:cNvSpPr txBox="1"/>
          <p:nvPr>
            <p:ph idx="12" type="sldNum"/>
          </p:nvPr>
        </p:nvSpPr>
        <p:spPr>
          <a:xfrm>
            <a:off x="6553200" y="6245225"/>
            <a:ext cx="2133600" cy="4764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 accent1="accent1" accent2="accent2" accent3="accent3" accent4="accent4" accent5="accent5" accent6="accent6" bg1="lt1" bg2="dk2" tx1="dk1" tx2="lt2" folHlink="folHlink" hlink="hlink"/>
  <p:sldLayoutIdLst>
    <p:sldLayoutId id="2147483652"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9" name="Shape 99"/>
        <p:cNvGrpSpPr/>
        <p:nvPr/>
      </p:nvGrpSpPr>
      <p:grpSpPr>
        <a:xfrm>
          <a:off x="0" y="0"/>
          <a:ext cx="0" cy="0"/>
          <a:chOff x="0" y="0"/>
          <a:chExt cx="0" cy="0"/>
        </a:xfrm>
      </p:grpSpPr>
      <p:sp>
        <p:nvSpPr>
          <p:cNvPr id="100" name="Google Shape;100;p1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101" name="Google Shape;101;p10"/>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02" name="Google Shape;102;p10"/>
          <p:cNvSpPr txBox="1"/>
          <p:nvPr>
            <p:ph idx="10" type="dt"/>
          </p:nvPr>
        </p:nvSpPr>
        <p:spPr>
          <a:xfrm>
            <a:off x="457200" y="6245225"/>
            <a:ext cx="2133600" cy="4764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3" name="Google Shape;103;p10"/>
          <p:cNvSpPr txBox="1"/>
          <p:nvPr>
            <p:ph idx="11" type="ftr"/>
          </p:nvPr>
        </p:nvSpPr>
        <p:spPr>
          <a:xfrm>
            <a:off x="3124200" y="6245225"/>
            <a:ext cx="2895600" cy="4764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SzPts val="1400"/>
              <a:buNone/>
              <a:defRPr b="0" i="0" sz="14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4" name="Google Shape;104;p10"/>
          <p:cNvSpPr txBox="1"/>
          <p:nvPr>
            <p:ph idx="12" type="sldNum"/>
          </p:nvPr>
        </p:nvSpPr>
        <p:spPr>
          <a:xfrm>
            <a:off x="6553200" y="6245225"/>
            <a:ext cx="2133600" cy="4764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 accent1="accent1" accent2="accent2" accent3="accent3" accent4="accent4" accent5="accent5" accent6="accent6" bg1="lt1" bg2="dk2" tx1="dk1" tx2="lt2" folHlink="folHlink" hlink="hlink"/>
  <p:sldLayoutIdLst>
    <p:sldLayoutId id="2147483653" r:id="rId1"/>
    <p:sldLayoutId id="2147483654"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5" name="Shape 115"/>
        <p:cNvGrpSpPr/>
        <p:nvPr/>
      </p:nvGrpSpPr>
      <p:grpSpPr>
        <a:xfrm>
          <a:off x="0" y="0"/>
          <a:ext cx="0" cy="0"/>
          <a:chOff x="0" y="0"/>
          <a:chExt cx="0" cy="0"/>
        </a:xfrm>
      </p:grpSpPr>
      <p:sp>
        <p:nvSpPr>
          <p:cNvPr id="116" name="Google Shape;116;p1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117" name="Google Shape;117;p13"/>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18" name="Google Shape;118;p13"/>
          <p:cNvSpPr txBox="1"/>
          <p:nvPr>
            <p:ph idx="10" type="dt"/>
          </p:nvPr>
        </p:nvSpPr>
        <p:spPr>
          <a:xfrm>
            <a:off x="457200" y="6245225"/>
            <a:ext cx="2133600" cy="4764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19" name="Google Shape;119;p13"/>
          <p:cNvSpPr txBox="1"/>
          <p:nvPr>
            <p:ph idx="11" type="ftr"/>
          </p:nvPr>
        </p:nvSpPr>
        <p:spPr>
          <a:xfrm>
            <a:off x="3124200" y="6245225"/>
            <a:ext cx="2895600" cy="4764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SzPts val="1400"/>
              <a:buNone/>
              <a:defRPr b="0" i="0" sz="14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20" name="Google Shape;120;p13"/>
          <p:cNvSpPr txBox="1"/>
          <p:nvPr>
            <p:ph idx="12" type="sldNum"/>
          </p:nvPr>
        </p:nvSpPr>
        <p:spPr>
          <a:xfrm>
            <a:off x="6553200" y="6245225"/>
            <a:ext cx="2133600" cy="4764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 accent1="accent1" accent2="accent2" accent3="accent3" accent4="accent4" accent5="accent5" accent6="accent6" bg1="lt1" bg2="dk2" tx1="dk1" tx2="lt2" folHlink="folHlink" hlink="hlink"/>
  <p:sldLayoutIdLst>
    <p:sldLayoutId id="2147483655"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7" name="Shape 127"/>
        <p:cNvGrpSpPr/>
        <p:nvPr/>
      </p:nvGrpSpPr>
      <p:grpSpPr>
        <a:xfrm>
          <a:off x="0" y="0"/>
          <a:ext cx="0" cy="0"/>
          <a:chOff x="0" y="0"/>
          <a:chExt cx="0" cy="0"/>
        </a:xfrm>
      </p:grpSpPr>
      <p:sp>
        <p:nvSpPr>
          <p:cNvPr id="128" name="Google Shape;128;p1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129" name="Google Shape;129;p15"/>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30" name="Google Shape;130;p15"/>
          <p:cNvSpPr txBox="1"/>
          <p:nvPr>
            <p:ph idx="10" type="dt"/>
          </p:nvPr>
        </p:nvSpPr>
        <p:spPr>
          <a:xfrm>
            <a:off x="457200" y="6245225"/>
            <a:ext cx="2133600" cy="4764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1" name="Google Shape;131;p15"/>
          <p:cNvSpPr txBox="1"/>
          <p:nvPr>
            <p:ph idx="11" type="ftr"/>
          </p:nvPr>
        </p:nvSpPr>
        <p:spPr>
          <a:xfrm>
            <a:off x="3124200" y="6245225"/>
            <a:ext cx="2895600" cy="4764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SzPts val="1400"/>
              <a:buNone/>
              <a:defRPr b="0" i="0" sz="14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2" name="Google Shape;132;p15"/>
          <p:cNvSpPr txBox="1"/>
          <p:nvPr>
            <p:ph idx="12" type="sldNum"/>
          </p:nvPr>
        </p:nvSpPr>
        <p:spPr>
          <a:xfrm>
            <a:off x="6553200" y="6245225"/>
            <a:ext cx="2133600" cy="4764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 accent1="accent1" accent2="accent2" accent3="accent3" accent4="accent4" accent5="accent5" accent6="accent6" bg1="lt1" bg2="dk2" tx1="dk1" tx2="lt2" folHlink="folHlink" hlink="hlink"/>
  <p:sldLayoutIdLst>
    <p:sldLayoutId id="2147483656"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9" name="Shape 139"/>
        <p:cNvGrpSpPr/>
        <p:nvPr/>
      </p:nvGrpSpPr>
      <p:grpSpPr>
        <a:xfrm>
          <a:off x="0" y="0"/>
          <a:ext cx="0" cy="0"/>
          <a:chOff x="0" y="0"/>
          <a:chExt cx="0" cy="0"/>
        </a:xfrm>
      </p:grpSpPr>
      <p:sp>
        <p:nvSpPr>
          <p:cNvPr id="140" name="Google Shape;140;p1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141" name="Google Shape;141;p17"/>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42" name="Google Shape;142;p17"/>
          <p:cNvSpPr txBox="1"/>
          <p:nvPr>
            <p:ph idx="10" type="dt"/>
          </p:nvPr>
        </p:nvSpPr>
        <p:spPr>
          <a:xfrm>
            <a:off x="457200" y="6245225"/>
            <a:ext cx="2133600" cy="4764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3" name="Google Shape;143;p17"/>
          <p:cNvSpPr txBox="1"/>
          <p:nvPr>
            <p:ph idx="11" type="ftr"/>
          </p:nvPr>
        </p:nvSpPr>
        <p:spPr>
          <a:xfrm>
            <a:off x="3124200" y="6245225"/>
            <a:ext cx="2895600" cy="4764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SzPts val="1400"/>
              <a:buNone/>
              <a:defRPr b="0" i="0" sz="14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4" name="Google Shape;144;p17"/>
          <p:cNvSpPr txBox="1"/>
          <p:nvPr>
            <p:ph idx="12" type="sldNum"/>
          </p:nvPr>
        </p:nvSpPr>
        <p:spPr>
          <a:xfrm>
            <a:off x="6553200" y="6245225"/>
            <a:ext cx="2133600" cy="4764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 accent1="accent1" accent2="accent2" accent3="accent3" accent4="accent4" accent5="accent5" accent6="accent6" bg1="lt1" bg2="dk2" tx1="dk1" tx2="lt2" folHlink="folHlink" hlink="hlink"/>
  <p:sldLayoutIdLst>
    <p:sldLayoutId id="2147483657"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1" name="Shape 151"/>
        <p:cNvGrpSpPr/>
        <p:nvPr/>
      </p:nvGrpSpPr>
      <p:grpSpPr>
        <a:xfrm>
          <a:off x="0" y="0"/>
          <a:ext cx="0" cy="0"/>
          <a:chOff x="0" y="0"/>
          <a:chExt cx="0" cy="0"/>
        </a:xfrm>
      </p:grpSpPr>
      <p:sp>
        <p:nvSpPr>
          <p:cNvPr id="152" name="Google Shape;152;p1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153" name="Google Shape;153;p19"/>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54" name="Google Shape;154;p19"/>
          <p:cNvSpPr txBox="1"/>
          <p:nvPr>
            <p:ph idx="10" type="dt"/>
          </p:nvPr>
        </p:nvSpPr>
        <p:spPr>
          <a:xfrm>
            <a:off x="457200" y="6245225"/>
            <a:ext cx="2133600" cy="4764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55" name="Google Shape;155;p19"/>
          <p:cNvSpPr txBox="1"/>
          <p:nvPr>
            <p:ph idx="11" type="ftr"/>
          </p:nvPr>
        </p:nvSpPr>
        <p:spPr>
          <a:xfrm>
            <a:off x="3124200" y="6245225"/>
            <a:ext cx="2895600" cy="4764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SzPts val="1400"/>
              <a:buNone/>
              <a:defRPr b="0" i="0" sz="14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56" name="Google Shape;156;p19"/>
          <p:cNvSpPr txBox="1"/>
          <p:nvPr>
            <p:ph idx="12" type="sldNum"/>
          </p:nvPr>
        </p:nvSpPr>
        <p:spPr>
          <a:xfrm>
            <a:off x="6553200" y="6245225"/>
            <a:ext cx="2133600" cy="4764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 accent1="accent1" accent2="accent2" accent3="accent3" accent4="accent4" accent5="accent5" accent6="accent6" bg1="lt1" bg2="dk2" tx1="dk1" tx2="lt2" folHlink="folHlink" hlink="hlink"/>
  <p:sldLayoutIdLst>
    <p:sldLayoutId id="214748365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3" name="Shape 163"/>
        <p:cNvGrpSpPr/>
        <p:nvPr/>
      </p:nvGrpSpPr>
      <p:grpSpPr>
        <a:xfrm>
          <a:off x="0" y="0"/>
          <a:ext cx="0" cy="0"/>
          <a:chOff x="0" y="0"/>
          <a:chExt cx="0" cy="0"/>
        </a:xfrm>
      </p:grpSpPr>
      <p:sp>
        <p:nvSpPr>
          <p:cNvPr id="164" name="Google Shape;164;p2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165" name="Google Shape;165;p21"/>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66" name="Google Shape;166;p21"/>
          <p:cNvSpPr txBox="1"/>
          <p:nvPr>
            <p:ph idx="10" type="dt"/>
          </p:nvPr>
        </p:nvSpPr>
        <p:spPr>
          <a:xfrm>
            <a:off x="457200" y="6245225"/>
            <a:ext cx="2133600" cy="4764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67" name="Google Shape;167;p21"/>
          <p:cNvSpPr txBox="1"/>
          <p:nvPr>
            <p:ph idx="11" type="ftr"/>
          </p:nvPr>
        </p:nvSpPr>
        <p:spPr>
          <a:xfrm>
            <a:off x="3124200" y="6245225"/>
            <a:ext cx="2895600" cy="4764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SzPts val="1400"/>
              <a:buNone/>
              <a:defRPr b="0" i="0" sz="14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68" name="Google Shape;168;p21"/>
          <p:cNvSpPr txBox="1"/>
          <p:nvPr>
            <p:ph idx="12" type="sldNum"/>
          </p:nvPr>
        </p:nvSpPr>
        <p:spPr>
          <a:xfrm>
            <a:off x="6553200" y="6245225"/>
            <a:ext cx="2133600" cy="4764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4" name="Shape 184"/>
        <p:cNvGrpSpPr/>
        <p:nvPr/>
      </p:nvGrpSpPr>
      <p:grpSpPr>
        <a:xfrm>
          <a:off x="0" y="0"/>
          <a:ext cx="0" cy="0"/>
          <a:chOff x="0" y="0"/>
          <a:chExt cx="0" cy="0"/>
        </a:xfrm>
      </p:grpSpPr>
      <p:sp>
        <p:nvSpPr>
          <p:cNvPr id="185" name="Google Shape;185;p2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186" name="Google Shape;186;p25"/>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87" name="Google Shape;187;p25"/>
          <p:cNvSpPr txBox="1"/>
          <p:nvPr>
            <p:ph idx="10" type="dt"/>
          </p:nvPr>
        </p:nvSpPr>
        <p:spPr>
          <a:xfrm>
            <a:off x="457200" y="6245225"/>
            <a:ext cx="2133600" cy="4764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88" name="Google Shape;188;p25"/>
          <p:cNvSpPr txBox="1"/>
          <p:nvPr>
            <p:ph idx="11" type="ftr"/>
          </p:nvPr>
        </p:nvSpPr>
        <p:spPr>
          <a:xfrm>
            <a:off x="3124200" y="6245225"/>
            <a:ext cx="2895600" cy="4764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SzPts val="1400"/>
              <a:buNone/>
              <a:defRPr b="0" i="0" sz="14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89" name="Google Shape;189;p25"/>
          <p:cNvSpPr txBox="1"/>
          <p:nvPr>
            <p:ph idx="12" type="sldNum"/>
          </p:nvPr>
        </p:nvSpPr>
        <p:spPr>
          <a:xfrm>
            <a:off x="6553200" y="6245225"/>
            <a:ext cx="2133600" cy="4764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 accent1="accent1" accent2="accent2" accent3="accent3" accent4="accent4" accent5="accent5" accent6="accent6" bg1="lt1" bg2="dk2" tx1="dk1" tx2="lt2" folHlink="folHlink" hlink="hlink"/>
  <p:sldLayoutIdLst>
    <p:sldLayoutId id="2147483662"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5" name="Shape 195"/>
        <p:cNvGrpSpPr/>
        <p:nvPr/>
      </p:nvGrpSpPr>
      <p:grpSpPr>
        <a:xfrm>
          <a:off x="0" y="0"/>
          <a:ext cx="0" cy="0"/>
          <a:chOff x="0" y="0"/>
          <a:chExt cx="0" cy="0"/>
        </a:xfrm>
      </p:grpSpPr>
      <p:sp>
        <p:nvSpPr>
          <p:cNvPr id="196" name="Google Shape;196;p2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197" name="Google Shape;197;p27"/>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98" name="Google Shape;198;p27"/>
          <p:cNvSpPr txBox="1"/>
          <p:nvPr>
            <p:ph idx="10" type="dt"/>
          </p:nvPr>
        </p:nvSpPr>
        <p:spPr>
          <a:xfrm>
            <a:off x="457200" y="6245225"/>
            <a:ext cx="2133600" cy="4764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99" name="Google Shape;199;p27"/>
          <p:cNvSpPr txBox="1"/>
          <p:nvPr>
            <p:ph idx="11" type="ftr"/>
          </p:nvPr>
        </p:nvSpPr>
        <p:spPr>
          <a:xfrm>
            <a:off x="3124200" y="6245225"/>
            <a:ext cx="2895600" cy="4764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SzPts val="1400"/>
              <a:buNone/>
              <a:defRPr b="0" i="0" sz="14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00" name="Google Shape;200;p27"/>
          <p:cNvSpPr txBox="1"/>
          <p:nvPr>
            <p:ph idx="12" type="sldNum"/>
          </p:nvPr>
        </p:nvSpPr>
        <p:spPr>
          <a:xfrm>
            <a:off x="6553200" y="6245225"/>
            <a:ext cx="2133600" cy="4764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 accent1="accent1" accent2="accent2" accent3="accent3" accent4="accent4" accent5="accent5" accent6="accent6" bg1="lt1" bg2="dk2" tx1="dk1" tx2="lt2" folHlink="folHlink" hlink="hlink"/>
  <p:sldLayoutIdLst>
    <p:sldLayoutId id="2147483663"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207" name="Shape 207"/>
        <p:cNvGrpSpPr/>
        <p:nvPr/>
      </p:nvGrpSpPr>
      <p:grpSpPr>
        <a:xfrm>
          <a:off x="0" y="0"/>
          <a:ext cx="0" cy="0"/>
          <a:chOff x="0" y="0"/>
          <a:chExt cx="0" cy="0"/>
        </a:xfrm>
      </p:grpSpPr>
      <p:sp>
        <p:nvSpPr>
          <p:cNvPr id="208" name="Google Shape;208;p29"/>
          <p:cNvSpPr txBox="1"/>
          <p:nvPr>
            <p:ph type="title"/>
          </p:nvPr>
        </p:nvSpPr>
        <p:spPr>
          <a:xfrm>
            <a:off x="457200" y="292100"/>
            <a:ext cx="8229600" cy="13842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209" name="Google Shape;209;p29"/>
          <p:cNvSpPr txBox="1"/>
          <p:nvPr>
            <p:ph idx="1" type="body"/>
          </p:nvPr>
        </p:nvSpPr>
        <p:spPr>
          <a:xfrm>
            <a:off x="457200" y="1905000"/>
            <a:ext cx="8229600" cy="4114800"/>
          </a:xfrm>
          <a:prstGeom prst="rect">
            <a:avLst/>
          </a:prstGeom>
          <a:noFill/>
          <a:ln>
            <a:noFill/>
          </a:ln>
        </p:spPr>
        <p:txBody>
          <a:bodyPr anchorCtr="0" anchor="t" bIns="45700" lIns="91425" spcFirstLastPara="1" rIns="91425" wrap="square" tIns="45700">
            <a:noAutofit/>
          </a:bodyPr>
          <a:lstStyle>
            <a:lvl1pPr indent="-472440" lvl="0" marL="457200" marR="0" rtl="0" algn="l">
              <a:lnSpc>
                <a:spcPct val="100000"/>
              </a:lnSpc>
              <a:spcBef>
                <a:spcPts val="640"/>
              </a:spcBef>
              <a:spcAft>
                <a:spcPts val="0"/>
              </a:spcAft>
              <a:buClr>
                <a:schemeClr val="hlink"/>
              </a:buClr>
              <a:buSzPts val="3840"/>
              <a:buFont typeface="Tahoma"/>
              <a:buChar char="•"/>
              <a:defRPr b="0" i="0" sz="3200" u="none" cap="none" strike="noStrike">
                <a:solidFill>
                  <a:schemeClr val="dk1"/>
                </a:solidFill>
                <a:latin typeface="Tahoma"/>
                <a:ea typeface="Tahoma"/>
                <a:cs typeface="Tahoma"/>
                <a:sym typeface="Tahoma"/>
              </a:defRPr>
            </a:lvl1pPr>
            <a:lvl2pPr indent="-406400" lvl="1" marL="914400" marR="0" rtl="0" algn="l">
              <a:lnSpc>
                <a:spcPct val="100000"/>
              </a:lnSpc>
              <a:spcBef>
                <a:spcPts val="560"/>
              </a:spcBef>
              <a:spcAft>
                <a:spcPts val="0"/>
              </a:spcAft>
              <a:buClr>
                <a:schemeClr val="dk1"/>
              </a:buClr>
              <a:buSzPts val="2800"/>
              <a:buFont typeface="Tahoma"/>
              <a:buChar char="–"/>
              <a:defRPr b="0" i="0" sz="2800" u="none" cap="none" strike="noStrike">
                <a:solidFill>
                  <a:schemeClr val="dk1"/>
                </a:solidFill>
                <a:latin typeface="Tahoma"/>
                <a:ea typeface="Tahoma"/>
                <a:cs typeface="Tahoma"/>
                <a:sym typeface="Tahoma"/>
              </a:defRPr>
            </a:lvl2pPr>
            <a:lvl3pPr indent="-411480" lvl="2" marL="1371600" marR="0" rtl="0" algn="l">
              <a:lnSpc>
                <a:spcPct val="100000"/>
              </a:lnSpc>
              <a:spcBef>
                <a:spcPts val="480"/>
              </a:spcBef>
              <a:spcAft>
                <a:spcPts val="0"/>
              </a:spcAft>
              <a:buClr>
                <a:schemeClr val="hlink"/>
              </a:buClr>
              <a:buSzPts val="2880"/>
              <a:buFont typeface="Tahoma"/>
              <a:buChar char="•"/>
              <a:defRPr b="0" i="0" sz="2400" u="none" cap="none" strike="noStrike">
                <a:solidFill>
                  <a:schemeClr val="dk1"/>
                </a:solidFill>
                <a:latin typeface="Tahoma"/>
                <a:ea typeface="Tahoma"/>
                <a:cs typeface="Tahoma"/>
                <a:sym typeface="Tahoma"/>
              </a:defRPr>
            </a:lvl3pPr>
            <a:lvl4pPr indent="-355600" lvl="3" marL="1828800" marR="0" rtl="0" algn="l">
              <a:lnSpc>
                <a:spcPct val="100000"/>
              </a:lnSpc>
              <a:spcBef>
                <a:spcPts val="400"/>
              </a:spcBef>
              <a:spcAft>
                <a:spcPts val="0"/>
              </a:spcAft>
              <a:buClr>
                <a:schemeClr val="dk1"/>
              </a:buClr>
              <a:buSzPts val="2000"/>
              <a:buFont typeface="Tahoma"/>
              <a:buChar char="–"/>
              <a:defRPr b="0" i="0" sz="2000" u="none" cap="none" strike="noStrike">
                <a:solidFill>
                  <a:schemeClr val="dk1"/>
                </a:solidFill>
                <a:latin typeface="Tahoma"/>
                <a:ea typeface="Tahoma"/>
                <a:cs typeface="Tahoma"/>
                <a:sym typeface="Tahoma"/>
              </a:defRPr>
            </a:lvl4pPr>
            <a:lvl5pPr indent="-330200" lvl="4" marL="2286000" marR="0" rtl="0" algn="l">
              <a:lnSpc>
                <a:spcPct val="100000"/>
              </a:lnSpc>
              <a:spcBef>
                <a:spcPts val="400"/>
              </a:spcBef>
              <a:spcAft>
                <a:spcPts val="0"/>
              </a:spcAft>
              <a:buClr>
                <a:schemeClr val="hlink"/>
              </a:buClr>
              <a:buSzPts val="1600"/>
              <a:buFont typeface="Noto Sans Symbols"/>
              <a:buChar char="❖"/>
              <a:defRPr b="0" i="0" sz="2000" u="none" cap="none" strike="noStrike">
                <a:solidFill>
                  <a:schemeClr val="dk1"/>
                </a:solidFill>
                <a:latin typeface="Tahoma"/>
                <a:ea typeface="Tahoma"/>
                <a:cs typeface="Tahoma"/>
                <a:sym typeface="Tahoma"/>
              </a:defRPr>
            </a:lvl5pPr>
            <a:lvl6pPr indent="-330200" lvl="5" marL="2743200" marR="0" rtl="0" algn="l">
              <a:lnSpc>
                <a:spcPct val="100000"/>
              </a:lnSpc>
              <a:spcBef>
                <a:spcPts val="400"/>
              </a:spcBef>
              <a:spcAft>
                <a:spcPts val="0"/>
              </a:spcAft>
              <a:buClr>
                <a:schemeClr val="hlink"/>
              </a:buClr>
              <a:buSzPts val="1600"/>
              <a:buFont typeface="Noto Sans Symbols"/>
              <a:buChar char="❖"/>
              <a:defRPr b="0" i="0" sz="2000" u="none" cap="none" strike="noStrike">
                <a:solidFill>
                  <a:schemeClr val="dk1"/>
                </a:solidFill>
                <a:latin typeface="Tahoma"/>
                <a:ea typeface="Tahoma"/>
                <a:cs typeface="Tahoma"/>
                <a:sym typeface="Tahoma"/>
              </a:defRPr>
            </a:lvl6pPr>
            <a:lvl7pPr indent="-330200" lvl="6" marL="3200400" marR="0" rtl="0" algn="l">
              <a:lnSpc>
                <a:spcPct val="100000"/>
              </a:lnSpc>
              <a:spcBef>
                <a:spcPts val="400"/>
              </a:spcBef>
              <a:spcAft>
                <a:spcPts val="0"/>
              </a:spcAft>
              <a:buClr>
                <a:schemeClr val="hlink"/>
              </a:buClr>
              <a:buSzPts val="1600"/>
              <a:buFont typeface="Noto Sans Symbols"/>
              <a:buChar char="❖"/>
              <a:defRPr b="0" i="0" sz="2000" u="none" cap="none" strike="noStrike">
                <a:solidFill>
                  <a:schemeClr val="dk1"/>
                </a:solidFill>
                <a:latin typeface="Tahoma"/>
                <a:ea typeface="Tahoma"/>
                <a:cs typeface="Tahoma"/>
                <a:sym typeface="Tahoma"/>
              </a:defRPr>
            </a:lvl7pPr>
            <a:lvl8pPr indent="-330200" lvl="7" marL="3657600" marR="0" rtl="0" algn="l">
              <a:lnSpc>
                <a:spcPct val="100000"/>
              </a:lnSpc>
              <a:spcBef>
                <a:spcPts val="400"/>
              </a:spcBef>
              <a:spcAft>
                <a:spcPts val="0"/>
              </a:spcAft>
              <a:buClr>
                <a:schemeClr val="hlink"/>
              </a:buClr>
              <a:buSzPts val="1600"/>
              <a:buFont typeface="Noto Sans Symbols"/>
              <a:buChar char="❖"/>
              <a:defRPr b="0" i="0" sz="2000" u="none" cap="none" strike="noStrike">
                <a:solidFill>
                  <a:schemeClr val="dk1"/>
                </a:solidFill>
                <a:latin typeface="Tahoma"/>
                <a:ea typeface="Tahoma"/>
                <a:cs typeface="Tahoma"/>
                <a:sym typeface="Tahoma"/>
              </a:defRPr>
            </a:lvl8pPr>
            <a:lvl9pPr indent="-330200" lvl="8" marL="4114800" marR="0" rtl="0" algn="l">
              <a:lnSpc>
                <a:spcPct val="100000"/>
              </a:lnSpc>
              <a:spcBef>
                <a:spcPts val="400"/>
              </a:spcBef>
              <a:spcAft>
                <a:spcPts val="0"/>
              </a:spcAft>
              <a:buClr>
                <a:schemeClr val="hlink"/>
              </a:buClr>
              <a:buSzPts val="1600"/>
              <a:buFont typeface="Noto Sans Symbols"/>
              <a:buChar char="❖"/>
              <a:defRPr b="0" i="0" sz="2000" u="none" cap="none" strike="noStrike">
                <a:solidFill>
                  <a:schemeClr val="dk1"/>
                </a:solidFill>
                <a:latin typeface="Tahoma"/>
                <a:ea typeface="Tahoma"/>
                <a:cs typeface="Tahoma"/>
                <a:sym typeface="Tahoma"/>
              </a:defRPr>
            </a:lvl9pPr>
          </a:lstStyle>
          <a:p/>
        </p:txBody>
      </p:sp>
      <p:sp>
        <p:nvSpPr>
          <p:cNvPr id="210" name="Google Shape;210;p29"/>
          <p:cNvSpPr txBox="1"/>
          <p:nvPr>
            <p:ph idx="10" type="dt"/>
          </p:nvPr>
        </p:nvSpPr>
        <p:spPr>
          <a:xfrm>
            <a:off x="457200" y="6245225"/>
            <a:ext cx="2133600" cy="4764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4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11" name="Google Shape;211;p29"/>
          <p:cNvSpPr txBox="1"/>
          <p:nvPr>
            <p:ph idx="11" type="ftr"/>
          </p:nvPr>
        </p:nvSpPr>
        <p:spPr>
          <a:xfrm>
            <a:off x="3124200" y="6245225"/>
            <a:ext cx="2895600" cy="4764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0"/>
              </a:spcBef>
              <a:spcAft>
                <a:spcPts val="0"/>
              </a:spcAft>
              <a:buSzPts val="1400"/>
              <a:buNone/>
              <a:defRPr b="0" i="0" sz="14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12" name="Google Shape;212;p29"/>
          <p:cNvSpPr txBox="1"/>
          <p:nvPr>
            <p:ph idx="12" type="sldNum"/>
          </p:nvPr>
        </p:nvSpPr>
        <p:spPr>
          <a:xfrm>
            <a:off x="6553200" y="6245225"/>
            <a:ext cx="2133600" cy="4764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 accent1="accent1" accent2="accent2" accent3="accent3" accent4="accent4" accent5="accent5" accent6="accent6" bg1="lt1" bg2="dk2" tx1="dk1" tx2="lt2" folHlink="folHlink" hlink="hlink"/>
  <p:sldLayoutIdLst>
    <p:sldLayoutId id="2147483664"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0236B"/>
            </a:gs>
            <a:gs pos="100000">
              <a:schemeClr val="lt1"/>
            </a:gs>
          </a:gsLst>
          <a:lin ang="5400012" scaled="0"/>
        </a:gradFill>
      </p:bgPr>
    </p:bg>
    <p:spTree>
      <p:nvGrpSpPr>
        <p:cNvPr id="219" name="Shape 219"/>
        <p:cNvGrpSpPr/>
        <p:nvPr/>
      </p:nvGrpSpPr>
      <p:grpSpPr>
        <a:xfrm>
          <a:off x="0" y="0"/>
          <a:ext cx="0" cy="0"/>
          <a:chOff x="0" y="0"/>
          <a:chExt cx="0" cy="0"/>
        </a:xfrm>
      </p:grpSpPr>
      <p:grpSp>
        <p:nvGrpSpPr>
          <p:cNvPr id="220" name="Google Shape;220;p31"/>
          <p:cNvGrpSpPr/>
          <p:nvPr/>
        </p:nvGrpSpPr>
        <p:grpSpPr>
          <a:xfrm>
            <a:off x="0" y="0"/>
            <a:ext cx="9137309" cy="6854158"/>
            <a:chOff x="0" y="0"/>
            <a:chExt cx="5756" cy="4318"/>
          </a:xfrm>
        </p:grpSpPr>
        <p:sp>
          <p:nvSpPr>
            <p:cNvPr id="221" name="Google Shape;221;p31"/>
            <p:cNvSpPr/>
            <p:nvPr/>
          </p:nvSpPr>
          <p:spPr>
            <a:xfrm>
              <a:off x="0" y="3072"/>
              <a:ext cx="5756" cy="1246"/>
            </a:xfrm>
            <a:custGeom>
              <a:rect b="b" l="l" r="r" t="t"/>
              <a:pathLst>
                <a:path extrusionOk="0" h="2296" w="6027">
                  <a:moveTo>
                    <a:pt x="6027" y="2296"/>
                  </a:moveTo>
                  <a:lnTo>
                    <a:pt x="0" y="2296"/>
                  </a:lnTo>
                  <a:lnTo>
                    <a:pt x="0" y="0"/>
                  </a:lnTo>
                  <a:lnTo>
                    <a:pt x="6027" y="0"/>
                  </a:lnTo>
                  <a:lnTo>
                    <a:pt x="6027" y="2296"/>
                  </a:lnTo>
                  <a:lnTo>
                    <a:pt x="6027" y="2296"/>
                  </a:lnTo>
                  <a:close/>
                </a:path>
              </a:pathLst>
            </a:custGeom>
            <a:gradFill>
              <a:gsLst>
                <a:gs pos="0">
                  <a:schemeClr val="lt1"/>
                </a:gs>
                <a:gs pos="100000">
                  <a:schemeClr val="accent2"/>
                </a:gs>
              </a:gsLst>
              <a:lin ang="5400012"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2" name="Google Shape;222;p31"/>
            <p:cNvSpPr/>
            <p:nvPr/>
          </p:nvSpPr>
          <p:spPr>
            <a:xfrm>
              <a:off x="0" y="0"/>
              <a:ext cx="5756" cy="3071"/>
            </a:xfrm>
            <a:custGeom>
              <a:rect b="b" l="l" r="r" t="t"/>
              <a:pathLst>
                <a:path extrusionOk="0" h="2296" w="6027">
                  <a:moveTo>
                    <a:pt x="6027" y="2296"/>
                  </a:moveTo>
                  <a:lnTo>
                    <a:pt x="0" y="2296"/>
                  </a:lnTo>
                  <a:lnTo>
                    <a:pt x="0" y="0"/>
                  </a:lnTo>
                  <a:lnTo>
                    <a:pt x="6027" y="0"/>
                  </a:lnTo>
                  <a:lnTo>
                    <a:pt x="6027" y="2296"/>
                  </a:lnTo>
                  <a:lnTo>
                    <a:pt x="6027" y="2296"/>
                  </a:lnTo>
                  <a:close/>
                </a:path>
              </a:pathLst>
            </a:custGeom>
            <a:gradFill>
              <a:gsLst>
                <a:gs pos="0">
                  <a:srgbClr val="00236B"/>
                </a:gs>
                <a:gs pos="100000">
                  <a:schemeClr val="lt1"/>
                </a:gs>
              </a:gsLst>
              <a:lin ang="5400012"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223" name="Google Shape;223;p31"/>
          <p:cNvSpPr/>
          <p:nvPr/>
        </p:nvSpPr>
        <p:spPr>
          <a:xfrm>
            <a:off x="6248400" y="6262687"/>
            <a:ext cx="2895598" cy="609600"/>
          </a:xfrm>
          <a:custGeom>
            <a:rect b="b" l="l" r="r" t="t"/>
            <a:pathLst>
              <a:path extrusionOk="0" h="246" w="5748">
                <a:moveTo>
                  <a:pt x="5748" y="246"/>
                </a:moveTo>
                <a:lnTo>
                  <a:pt x="0" y="246"/>
                </a:lnTo>
                <a:lnTo>
                  <a:pt x="0" y="0"/>
                </a:lnTo>
                <a:lnTo>
                  <a:pt x="5748" y="0"/>
                </a:lnTo>
                <a:lnTo>
                  <a:pt x="5748" y="246"/>
                </a:lnTo>
                <a:lnTo>
                  <a:pt x="5748" y="246"/>
                </a:lnTo>
                <a:close/>
              </a:path>
            </a:pathLst>
          </a:custGeom>
          <a:gradFill>
            <a:gsLst>
              <a:gs pos="0">
                <a:schemeClr val="hlink"/>
              </a:gs>
              <a:gs pos="100000">
                <a:schemeClr val="lt1"/>
              </a:gs>
            </a:gsLst>
            <a:lin ang="8100019"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224" name="Google Shape;224;p31"/>
          <p:cNvGrpSpPr/>
          <p:nvPr/>
        </p:nvGrpSpPr>
        <p:grpSpPr>
          <a:xfrm>
            <a:off x="0" y="6019800"/>
            <a:ext cx="7848600" cy="857250"/>
            <a:chOff x="0" y="3792"/>
            <a:chExt cx="4944" cy="540"/>
          </a:xfrm>
        </p:grpSpPr>
        <p:sp>
          <p:nvSpPr>
            <p:cNvPr id="225" name="Google Shape;225;p31"/>
            <p:cNvSpPr/>
            <p:nvPr/>
          </p:nvSpPr>
          <p:spPr>
            <a:xfrm>
              <a:off x="1488" y="3792"/>
              <a:ext cx="3240" cy="536"/>
            </a:xfrm>
            <a:custGeom>
              <a:rect b="b" l="l" r="r" t="t"/>
              <a:pathLst>
                <a:path extrusionOk="0" h="536" w="3240">
                  <a:moveTo>
                    <a:pt x="3132" y="469"/>
                  </a:moveTo>
                  <a:lnTo>
                    <a:pt x="2995" y="395"/>
                  </a:lnTo>
                  <a:lnTo>
                    <a:pt x="2911" y="375"/>
                  </a:lnTo>
                  <a:lnTo>
                    <a:pt x="2678" y="228"/>
                  </a:lnTo>
                  <a:lnTo>
                    <a:pt x="2553" y="74"/>
                  </a:lnTo>
                  <a:lnTo>
                    <a:pt x="2457" y="7"/>
                  </a:lnTo>
                  <a:lnTo>
                    <a:pt x="2403" y="47"/>
                  </a:lnTo>
                  <a:lnTo>
                    <a:pt x="2289" y="74"/>
                  </a:lnTo>
                  <a:lnTo>
                    <a:pt x="2134" y="74"/>
                  </a:lnTo>
                  <a:lnTo>
                    <a:pt x="2044" y="128"/>
                  </a:lnTo>
                  <a:lnTo>
                    <a:pt x="1775" y="222"/>
                  </a:lnTo>
                  <a:lnTo>
                    <a:pt x="1602" y="181"/>
                  </a:lnTo>
                  <a:lnTo>
                    <a:pt x="1560" y="101"/>
                  </a:lnTo>
                  <a:lnTo>
                    <a:pt x="1542" y="87"/>
                  </a:lnTo>
                  <a:lnTo>
                    <a:pt x="1446" y="60"/>
                  </a:lnTo>
                  <a:lnTo>
                    <a:pt x="1375" y="74"/>
                  </a:lnTo>
                  <a:lnTo>
                    <a:pt x="1309" y="87"/>
                  </a:lnTo>
                  <a:lnTo>
                    <a:pt x="1243" y="13"/>
                  </a:lnTo>
                  <a:lnTo>
                    <a:pt x="1225" y="0"/>
                  </a:lnTo>
                  <a:lnTo>
                    <a:pt x="1189" y="0"/>
                  </a:lnTo>
                  <a:lnTo>
                    <a:pt x="1106" y="34"/>
                  </a:lnTo>
                  <a:lnTo>
                    <a:pt x="1106" y="34"/>
                  </a:lnTo>
                  <a:lnTo>
                    <a:pt x="1094" y="40"/>
                  </a:lnTo>
                  <a:lnTo>
                    <a:pt x="1070" y="54"/>
                  </a:lnTo>
                  <a:lnTo>
                    <a:pt x="1034" y="74"/>
                  </a:lnTo>
                  <a:lnTo>
                    <a:pt x="1004" y="74"/>
                  </a:lnTo>
                  <a:lnTo>
                    <a:pt x="986" y="74"/>
                  </a:lnTo>
                  <a:lnTo>
                    <a:pt x="956" y="81"/>
                  </a:lnTo>
                  <a:lnTo>
                    <a:pt x="920" y="94"/>
                  </a:lnTo>
                  <a:lnTo>
                    <a:pt x="884" y="107"/>
                  </a:lnTo>
                  <a:lnTo>
                    <a:pt x="843" y="128"/>
                  </a:lnTo>
                  <a:lnTo>
                    <a:pt x="813" y="141"/>
                  </a:lnTo>
                  <a:lnTo>
                    <a:pt x="789" y="148"/>
                  </a:lnTo>
                  <a:lnTo>
                    <a:pt x="783" y="154"/>
                  </a:lnTo>
                  <a:lnTo>
                    <a:pt x="556" y="228"/>
                  </a:lnTo>
                  <a:lnTo>
                    <a:pt x="394" y="294"/>
                  </a:lnTo>
                  <a:lnTo>
                    <a:pt x="107" y="462"/>
                  </a:lnTo>
                  <a:lnTo>
                    <a:pt x="0" y="536"/>
                  </a:lnTo>
                  <a:lnTo>
                    <a:pt x="3240" y="536"/>
                  </a:lnTo>
                  <a:lnTo>
                    <a:pt x="3132" y="469"/>
                  </a:lnTo>
                  <a:lnTo>
                    <a:pt x="3132" y="469"/>
                  </a:lnTo>
                  <a:close/>
                </a:path>
              </a:pathLst>
            </a:custGeom>
            <a:gradFill>
              <a:gsLst>
                <a:gs pos="0">
                  <a:srgbClr val="A39F9B"/>
                </a:gs>
                <a:gs pos="100000">
                  <a:schemeClr val="lt2"/>
                </a:gs>
              </a:gsLst>
              <a:lin ang="5400012"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226" name="Google Shape;226;p31"/>
            <p:cNvGrpSpPr/>
            <p:nvPr/>
          </p:nvGrpSpPr>
          <p:grpSpPr>
            <a:xfrm>
              <a:off x="2486" y="3792"/>
              <a:ext cx="2458" cy="540"/>
              <a:chOff x="2486" y="3792"/>
              <a:chExt cx="2458" cy="540"/>
            </a:xfrm>
          </p:grpSpPr>
          <p:sp>
            <p:nvSpPr>
              <p:cNvPr id="227" name="Google Shape;227;p31"/>
              <p:cNvSpPr/>
              <p:nvPr/>
            </p:nvSpPr>
            <p:spPr>
              <a:xfrm>
                <a:off x="3948" y="3799"/>
                <a:ext cx="996" cy="533"/>
              </a:xfrm>
              <a:custGeom>
                <a:rect b="b" l="l" r="r" t="t"/>
                <a:pathLst>
                  <a:path extrusionOk="0" h="533" w="996">
                    <a:moveTo>
                      <a:pt x="636" y="373"/>
                    </a:moveTo>
                    <a:lnTo>
                      <a:pt x="495" y="370"/>
                    </a:lnTo>
                    <a:lnTo>
                      <a:pt x="280" y="249"/>
                    </a:lnTo>
                    <a:lnTo>
                      <a:pt x="127" y="66"/>
                    </a:lnTo>
                    <a:lnTo>
                      <a:pt x="0" y="0"/>
                    </a:lnTo>
                    <a:lnTo>
                      <a:pt x="22" y="26"/>
                    </a:lnTo>
                    <a:lnTo>
                      <a:pt x="0" y="65"/>
                    </a:lnTo>
                    <a:lnTo>
                      <a:pt x="30" y="119"/>
                    </a:lnTo>
                    <a:lnTo>
                      <a:pt x="75" y="243"/>
                    </a:lnTo>
                    <a:lnTo>
                      <a:pt x="45" y="422"/>
                    </a:lnTo>
                    <a:lnTo>
                      <a:pt x="200" y="329"/>
                    </a:lnTo>
                    <a:lnTo>
                      <a:pt x="612" y="533"/>
                    </a:lnTo>
                    <a:lnTo>
                      <a:pt x="996" y="529"/>
                    </a:lnTo>
                    <a:lnTo>
                      <a:pt x="828" y="473"/>
                    </a:lnTo>
                    <a:lnTo>
                      <a:pt x="636" y="373"/>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8" name="Google Shape;228;p31"/>
              <p:cNvSpPr/>
              <p:nvPr/>
            </p:nvSpPr>
            <p:spPr>
              <a:xfrm>
                <a:off x="2677" y="3792"/>
                <a:ext cx="186" cy="395"/>
              </a:xfrm>
              <a:custGeom>
                <a:rect b="b" l="l" r="r" t="t"/>
                <a:pathLst>
                  <a:path extrusionOk="0" h="353" w="186">
                    <a:moveTo>
                      <a:pt x="36" y="0"/>
                    </a:moveTo>
                    <a:lnTo>
                      <a:pt x="54" y="18"/>
                    </a:lnTo>
                    <a:lnTo>
                      <a:pt x="24" y="30"/>
                    </a:lnTo>
                    <a:lnTo>
                      <a:pt x="18" y="66"/>
                    </a:lnTo>
                    <a:lnTo>
                      <a:pt x="42" y="114"/>
                    </a:lnTo>
                    <a:lnTo>
                      <a:pt x="48" y="162"/>
                    </a:lnTo>
                    <a:lnTo>
                      <a:pt x="0" y="353"/>
                    </a:lnTo>
                    <a:lnTo>
                      <a:pt x="54" y="233"/>
                    </a:lnTo>
                    <a:lnTo>
                      <a:pt x="84" y="216"/>
                    </a:lnTo>
                    <a:lnTo>
                      <a:pt x="126" y="126"/>
                    </a:lnTo>
                    <a:lnTo>
                      <a:pt x="144" y="120"/>
                    </a:lnTo>
                    <a:lnTo>
                      <a:pt x="144" y="90"/>
                    </a:lnTo>
                    <a:lnTo>
                      <a:pt x="186" y="66"/>
                    </a:lnTo>
                    <a:lnTo>
                      <a:pt x="162" y="60"/>
                    </a:lnTo>
                    <a:lnTo>
                      <a:pt x="36" y="0"/>
                    </a:lnTo>
                    <a:lnTo>
                      <a:pt x="36"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9" name="Google Shape;229;p31"/>
              <p:cNvSpPr/>
              <p:nvPr/>
            </p:nvSpPr>
            <p:spPr>
              <a:xfrm>
                <a:off x="3030" y="3893"/>
                <a:ext cx="378" cy="271"/>
              </a:xfrm>
              <a:custGeom>
                <a:rect b="b" l="l" r="r" t="t"/>
                <a:pathLst>
                  <a:path extrusionOk="0" h="271" w="378">
                    <a:moveTo>
                      <a:pt x="18" y="0"/>
                    </a:moveTo>
                    <a:lnTo>
                      <a:pt x="12" y="13"/>
                    </a:lnTo>
                    <a:lnTo>
                      <a:pt x="0" y="40"/>
                    </a:lnTo>
                    <a:lnTo>
                      <a:pt x="60" y="121"/>
                    </a:lnTo>
                    <a:lnTo>
                      <a:pt x="310" y="271"/>
                    </a:lnTo>
                    <a:lnTo>
                      <a:pt x="290" y="139"/>
                    </a:lnTo>
                    <a:lnTo>
                      <a:pt x="378" y="76"/>
                    </a:lnTo>
                    <a:lnTo>
                      <a:pt x="251" y="94"/>
                    </a:lnTo>
                    <a:lnTo>
                      <a:pt x="90" y="54"/>
                    </a:lnTo>
                    <a:lnTo>
                      <a:pt x="18" y="0"/>
                    </a:lnTo>
                    <a:lnTo>
                      <a:pt x="18"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30" name="Google Shape;230;p31"/>
              <p:cNvSpPr/>
              <p:nvPr/>
            </p:nvSpPr>
            <p:spPr>
              <a:xfrm>
                <a:off x="3628" y="3866"/>
                <a:ext cx="155" cy="74"/>
              </a:xfrm>
              <a:custGeom>
                <a:rect b="b" l="l" r="r" t="t"/>
                <a:pathLst>
                  <a:path extrusionOk="0" h="66" w="155">
                    <a:moveTo>
                      <a:pt x="114" y="0"/>
                    </a:moveTo>
                    <a:lnTo>
                      <a:pt x="0" y="0"/>
                    </a:lnTo>
                    <a:lnTo>
                      <a:pt x="0" y="0"/>
                    </a:lnTo>
                    <a:lnTo>
                      <a:pt x="6" y="6"/>
                    </a:lnTo>
                    <a:lnTo>
                      <a:pt x="6" y="18"/>
                    </a:lnTo>
                    <a:lnTo>
                      <a:pt x="0" y="24"/>
                    </a:lnTo>
                    <a:lnTo>
                      <a:pt x="78" y="60"/>
                    </a:lnTo>
                    <a:lnTo>
                      <a:pt x="96" y="42"/>
                    </a:lnTo>
                    <a:lnTo>
                      <a:pt x="155" y="66"/>
                    </a:lnTo>
                    <a:lnTo>
                      <a:pt x="126" y="24"/>
                    </a:lnTo>
                    <a:lnTo>
                      <a:pt x="149" y="0"/>
                    </a:lnTo>
                    <a:lnTo>
                      <a:pt x="114" y="0"/>
                    </a:lnTo>
                    <a:lnTo>
                      <a:pt x="114"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31" name="Google Shape;231;p31"/>
              <p:cNvSpPr/>
              <p:nvPr/>
            </p:nvSpPr>
            <p:spPr>
              <a:xfrm>
                <a:off x="2486" y="3859"/>
                <a:ext cx="42" cy="81"/>
              </a:xfrm>
              <a:custGeom>
                <a:rect b="b" l="l" r="r" t="t"/>
                <a:pathLst>
                  <a:path extrusionOk="0" h="72" w="42">
                    <a:moveTo>
                      <a:pt x="6" y="36"/>
                    </a:moveTo>
                    <a:lnTo>
                      <a:pt x="0" y="18"/>
                    </a:lnTo>
                    <a:lnTo>
                      <a:pt x="12" y="6"/>
                    </a:lnTo>
                    <a:lnTo>
                      <a:pt x="0" y="6"/>
                    </a:lnTo>
                    <a:lnTo>
                      <a:pt x="12" y="6"/>
                    </a:lnTo>
                    <a:lnTo>
                      <a:pt x="24" y="6"/>
                    </a:lnTo>
                    <a:lnTo>
                      <a:pt x="36" y="6"/>
                    </a:lnTo>
                    <a:lnTo>
                      <a:pt x="42" y="0"/>
                    </a:lnTo>
                    <a:lnTo>
                      <a:pt x="30" y="18"/>
                    </a:lnTo>
                    <a:lnTo>
                      <a:pt x="42" y="48"/>
                    </a:lnTo>
                    <a:lnTo>
                      <a:pt x="12" y="72"/>
                    </a:lnTo>
                    <a:lnTo>
                      <a:pt x="6" y="36"/>
                    </a:lnTo>
                    <a:lnTo>
                      <a:pt x="6" y="3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232" name="Google Shape;232;p31"/>
            <p:cNvSpPr/>
            <p:nvPr/>
          </p:nvSpPr>
          <p:spPr>
            <a:xfrm>
              <a:off x="0" y="3792"/>
              <a:ext cx="3976" cy="535"/>
            </a:xfrm>
            <a:custGeom>
              <a:rect b="b" l="l" r="r" t="t"/>
              <a:pathLst>
                <a:path extrusionOk="0" h="527" w="3976">
                  <a:moveTo>
                    <a:pt x="3976" y="527"/>
                  </a:moveTo>
                  <a:lnTo>
                    <a:pt x="3970" y="527"/>
                  </a:lnTo>
                  <a:lnTo>
                    <a:pt x="3844" y="509"/>
                  </a:lnTo>
                  <a:lnTo>
                    <a:pt x="2487" y="305"/>
                  </a:lnTo>
                  <a:lnTo>
                    <a:pt x="2039" y="36"/>
                  </a:lnTo>
                  <a:lnTo>
                    <a:pt x="1907" y="24"/>
                  </a:lnTo>
                  <a:lnTo>
                    <a:pt x="1883" y="54"/>
                  </a:lnTo>
                  <a:lnTo>
                    <a:pt x="1859" y="54"/>
                  </a:lnTo>
                  <a:lnTo>
                    <a:pt x="1830" y="30"/>
                  </a:lnTo>
                  <a:lnTo>
                    <a:pt x="1704" y="102"/>
                  </a:lnTo>
                  <a:lnTo>
                    <a:pt x="1608" y="126"/>
                  </a:lnTo>
                  <a:lnTo>
                    <a:pt x="1561" y="132"/>
                  </a:lnTo>
                  <a:lnTo>
                    <a:pt x="1495" y="102"/>
                  </a:lnTo>
                  <a:lnTo>
                    <a:pt x="1357" y="126"/>
                  </a:lnTo>
                  <a:lnTo>
                    <a:pt x="1285" y="24"/>
                  </a:lnTo>
                  <a:lnTo>
                    <a:pt x="1280" y="18"/>
                  </a:lnTo>
                  <a:lnTo>
                    <a:pt x="1262" y="12"/>
                  </a:lnTo>
                  <a:lnTo>
                    <a:pt x="1238" y="6"/>
                  </a:lnTo>
                  <a:lnTo>
                    <a:pt x="1220" y="0"/>
                  </a:lnTo>
                  <a:lnTo>
                    <a:pt x="1196" y="0"/>
                  </a:lnTo>
                  <a:lnTo>
                    <a:pt x="1166" y="0"/>
                  </a:lnTo>
                  <a:lnTo>
                    <a:pt x="1142" y="0"/>
                  </a:lnTo>
                  <a:lnTo>
                    <a:pt x="1136" y="0"/>
                  </a:lnTo>
                  <a:lnTo>
                    <a:pt x="1130" y="0"/>
                  </a:lnTo>
                  <a:lnTo>
                    <a:pt x="1124" y="6"/>
                  </a:lnTo>
                  <a:lnTo>
                    <a:pt x="1118" y="12"/>
                  </a:lnTo>
                  <a:lnTo>
                    <a:pt x="1100" y="18"/>
                  </a:lnTo>
                  <a:lnTo>
                    <a:pt x="1088" y="18"/>
                  </a:lnTo>
                  <a:lnTo>
                    <a:pt x="1070" y="24"/>
                  </a:lnTo>
                  <a:lnTo>
                    <a:pt x="1052" y="30"/>
                  </a:lnTo>
                  <a:lnTo>
                    <a:pt x="1034" y="36"/>
                  </a:lnTo>
                  <a:lnTo>
                    <a:pt x="1028" y="42"/>
                  </a:lnTo>
                  <a:lnTo>
                    <a:pt x="969" y="60"/>
                  </a:lnTo>
                  <a:lnTo>
                    <a:pt x="921" y="72"/>
                  </a:lnTo>
                  <a:lnTo>
                    <a:pt x="855" y="48"/>
                  </a:lnTo>
                  <a:lnTo>
                    <a:pt x="825" y="48"/>
                  </a:lnTo>
                  <a:lnTo>
                    <a:pt x="759" y="72"/>
                  </a:lnTo>
                  <a:lnTo>
                    <a:pt x="735" y="72"/>
                  </a:lnTo>
                  <a:lnTo>
                    <a:pt x="706" y="60"/>
                  </a:lnTo>
                  <a:lnTo>
                    <a:pt x="640" y="60"/>
                  </a:lnTo>
                  <a:lnTo>
                    <a:pt x="544" y="72"/>
                  </a:lnTo>
                  <a:lnTo>
                    <a:pt x="389" y="18"/>
                  </a:lnTo>
                  <a:lnTo>
                    <a:pt x="323" y="60"/>
                  </a:lnTo>
                  <a:lnTo>
                    <a:pt x="317" y="60"/>
                  </a:lnTo>
                  <a:lnTo>
                    <a:pt x="305" y="72"/>
                  </a:lnTo>
                  <a:lnTo>
                    <a:pt x="287" y="78"/>
                  </a:lnTo>
                  <a:lnTo>
                    <a:pt x="263" y="90"/>
                  </a:lnTo>
                  <a:lnTo>
                    <a:pt x="203" y="120"/>
                  </a:lnTo>
                  <a:lnTo>
                    <a:pt x="149" y="150"/>
                  </a:lnTo>
                  <a:lnTo>
                    <a:pt x="78" y="168"/>
                  </a:lnTo>
                  <a:lnTo>
                    <a:pt x="0" y="180"/>
                  </a:lnTo>
                  <a:lnTo>
                    <a:pt x="0" y="527"/>
                  </a:lnTo>
                  <a:lnTo>
                    <a:pt x="1010" y="527"/>
                  </a:lnTo>
                  <a:lnTo>
                    <a:pt x="3725" y="527"/>
                  </a:lnTo>
                  <a:lnTo>
                    <a:pt x="3976" y="527"/>
                  </a:lnTo>
                  <a:lnTo>
                    <a:pt x="3976" y="527"/>
                  </a:lnTo>
                  <a:close/>
                </a:path>
              </a:pathLst>
            </a:custGeom>
            <a:gradFill>
              <a:gsLst>
                <a:gs pos="0">
                  <a:srgbClr val="918C87"/>
                </a:gs>
                <a:gs pos="100000">
                  <a:schemeClr val="lt2"/>
                </a:gs>
              </a:gsLst>
              <a:lin ang="5400012"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grpSp>
        <p:nvGrpSpPr>
          <p:cNvPr id="233" name="Google Shape;233;p31"/>
          <p:cNvGrpSpPr/>
          <p:nvPr/>
        </p:nvGrpSpPr>
        <p:grpSpPr>
          <a:xfrm>
            <a:off x="627062" y="6021387"/>
            <a:ext cx="5684837" cy="849312"/>
            <a:chOff x="395" y="3793"/>
            <a:chExt cx="3581" cy="535"/>
          </a:xfrm>
        </p:grpSpPr>
        <p:sp>
          <p:nvSpPr>
            <p:cNvPr id="234" name="Google Shape;234;p31"/>
            <p:cNvSpPr/>
            <p:nvPr/>
          </p:nvSpPr>
          <p:spPr>
            <a:xfrm>
              <a:off x="1196" y="3793"/>
              <a:ext cx="365" cy="291"/>
            </a:xfrm>
            <a:custGeom>
              <a:rect b="b" l="l" r="r" t="t"/>
              <a:pathLst>
                <a:path extrusionOk="0" h="287" w="365">
                  <a:moveTo>
                    <a:pt x="24" y="24"/>
                  </a:moveTo>
                  <a:lnTo>
                    <a:pt x="0" y="60"/>
                  </a:lnTo>
                  <a:lnTo>
                    <a:pt x="66" y="108"/>
                  </a:lnTo>
                  <a:lnTo>
                    <a:pt x="143" y="180"/>
                  </a:lnTo>
                  <a:lnTo>
                    <a:pt x="191" y="168"/>
                  </a:lnTo>
                  <a:lnTo>
                    <a:pt x="341" y="287"/>
                  </a:lnTo>
                  <a:lnTo>
                    <a:pt x="305" y="174"/>
                  </a:lnTo>
                  <a:lnTo>
                    <a:pt x="365" y="132"/>
                  </a:lnTo>
                  <a:lnTo>
                    <a:pt x="359" y="126"/>
                  </a:lnTo>
                  <a:lnTo>
                    <a:pt x="335" y="114"/>
                  </a:lnTo>
                  <a:lnTo>
                    <a:pt x="299" y="90"/>
                  </a:lnTo>
                  <a:lnTo>
                    <a:pt x="257" y="72"/>
                  </a:lnTo>
                  <a:lnTo>
                    <a:pt x="215" y="54"/>
                  </a:lnTo>
                  <a:lnTo>
                    <a:pt x="173" y="36"/>
                  </a:lnTo>
                  <a:lnTo>
                    <a:pt x="143" y="24"/>
                  </a:lnTo>
                  <a:lnTo>
                    <a:pt x="131" y="18"/>
                  </a:lnTo>
                  <a:lnTo>
                    <a:pt x="107" y="18"/>
                  </a:lnTo>
                  <a:lnTo>
                    <a:pt x="95" y="18"/>
                  </a:lnTo>
                  <a:lnTo>
                    <a:pt x="72" y="12"/>
                  </a:lnTo>
                  <a:lnTo>
                    <a:pt x="66" y="12"/>
                  </a:lnTo>
                  <a:lnTo>
                    <a:pt x="54" y="6"/>
                  </a:lnTo>
                  <a:lnTo>
                    <a:pt x="42" y="0"/>
                  </a:lnTo>
                  <a:lnTo>
                    <a:pt x="30" y="0"/>
                  </a:lnTo>
                  <a:lnTo>
                    <a:pt x="24" y="24"/>
                  </a:lnTo>
                  <a:lnTo>
                    <a:pt x="24" y="2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35" name="Google Shape;235;p31"/>
            <p:cNvSpPr/>
            <p:nvPr/>
          </p:nvSpPr>
          <p:spPr>
            <a:xfrm>
              <a:off x="1943" y="3829"/>
              <a:ext cx="2033" cy="499"/>
            </a:xfrm>
            <a:custGeom>
              <a:rect b="b" l="l" r="r" t="t"/>
              <a:pathLst>
                <a:path extrusionOk="0" h="499" w="2033">
                  <a:moveTo>
                    <a:pt x="186" y="18"/>
                  </a:moveTo>
                  <a:lnTo>
                    <a:pt x="138" y="6"/>
                  </a:lnTo>
                  <a:lnTo>
                    <a:pt x="96" y="0"/>
                  </a:lnTo>
                  <a:lnTo>
                    <a:pt x="36" y="0"/>
                  </a:lnTo>
                  <a:lnTo>
                    <a:pt x="12" y="25"/>
                  </a:lnTo>
                  <a:lnTo>
                    <a:pt x="0" y="128"/>
                  </a:lnTo>
                  <a:lnTo>
                    <a:pt x="60" y="104"/>
                  </a:lnTo>
                  <a:lnTo>
                    <a:pt x="90" y="134"/>
                  </a:lnTo>
                  <a:lnTo>
                    <a:pt x="150" y="153"/>
                  </a:lnTo>
                  <a:lnTo>
                    <a:pt x="209" y="273"/>
                  </a:lnTo>
                  <a:lnTo>
                    <a:pt x="401" y="359"/>
                  </a:lnTo>
                  <a:lnTo>
                    <a:pt x="777" y="359"/>
                  </a:lnTo>
                  <a:lnTo>
                    <a:pt x="2033" y="499"/>
                  </a:lnTo>
                  <a:lnTo>
                    <a:pt x="2033" y="499"/>
                  </a:lnTo>
                  <a:lnTo>
                    <a:pt x="1991" y="493"/>
                  </a:lnTo>
                  <a:lnTo>
                    <a:pt x="676" y="243"/>
                  </a:lnTo>
                  <a:lnTo>
                    <a:pt x="514" y="159"/>
                  </a:lnTo>
                  <a:lnTo>
                    <a:pt x="425" y="110"/>
                  </a:lnTo>
                  <a:lnTo>
                    <a:pt x="365" y="92"/>
                  </a:lnTo>
                  <a:lnTo>
                    <a:pt x="281" y="61"/>
                  </a:lnTo>
                  <a:lnTo>
                    <a:pt x="186" y="18"/>
                  </a:lnTo>
                  <a:lnTo>
                    <a:pt x="186" y="1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36" name="Google Shape;236;p31"/>
            <p:cNvSpPr/>
            <p:nvPr/>
          </p:nvSpPr>
          <p:spPr>
            <a:xfrm>
              <a:off x="1830" y="3823"/>
              <a:ext cx="71" cy="61"/>
            </a:xfrm>
            <a:custGeom>
              <a:rect b="b" l="l" r="r" t="t"/>
              <a:pathLst>
                <a:path extrusionOk="0" h="60" w="71">
                  <a:moveTo>
                    <a:pt x="0" y="18"/>
                  </a:moveTo>
                  <a:lnTo>
                    <a:pt x="6" y="18"/>
                  </a:lnTo>
                  <a:lnTo>
                    <a:pt x="12" y="12"/>
                  </a:lnTo>
                  <a:lnTo>
                    <a:pt x="6" y="6"/>
                  </a:lnTo>
                  <a:lnTo>
                    <a:pt x="0" y="0"/>
                  </a:lnTo>
                  <a:lnTo>
                    <a:pt x="29" y="18"/>
                  </a:lnTo>
                  <a:lnTo>
                    <a:pt x="53" y="18"/>
                  </a:lnTo>
                  <a:lnTo>
                    <a:pt x="59" y="30"/>
                  </a:lnTo>
                  <a:lnTo>
                    <a:pt x="65" y="42"/>
                  </a:lnTo>
                  <a:lnTo>
                    <a:pt x="71" y="54"/>
                  </a:lnTo>
                  <a:lnTo>
                    <a:pt x="71" y="60"/>
                  </a:lnTo>
                  <a:lnTo>
                    <a:pt x="59" y="54"/>
                  </a:lnTo>
                  <a:lnTo>
                    <a:pt x="47" y="42"/>
                  </a:lnTo>
                  <a:lnTo>
                    <a:pt x="23" y="30"/>
                  </a:lnTo>
                  <a:lnTo>
                    <a:pt x="23" y="36"/>
                  </a:lnTo>
                  <a:lnTo>
                    <a:pt x="18" y="42"/>
                  </a:lnTo>
                  <a:lnTo>
                    <a:pt x="12" y="48"/>
                  </a:lnTo>
                  <a:lnTo>
                    <a:pt x="6" y="48"/>
                  </a:lnTo>
                  <a:lnTo>
                    <a:pt x="6" y="48"/>
                  </a:lnTo>
                  <a:lnTo>
                    <a:pt x="6" y="36"/>
                  </a:lnTo>
                  <a:lnTo>
                    <a:pt x="0" y="18"/>
                  </a:lnTo>
                  <a:lnTo>
                    <a:pt x="0" y="1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37" name="Google Shape;237;p31"/>
            <p:cNvSpPr/>
            <p:nvPr/>
          </p:nvSpPr>
          <p:spPr>
            <a:xfrm>
              <a:off x="855" y="3842"/>
              <a:ext cx="161" cy="164"/>
            </a:xfrm>
            <a:custGeom>
              <a:rect b="b" l="l" r="r" t="t"/>
              <a:pathLst>
                <a:path extrusionOk="0" h="162" w="161">
                  <a:moveTo>
                    <a:pt x="30" y="0"/>
                  </a:moveTo>
                  <a:lnTo>
                    <a:pt x="48" y="6"/>
                  </a:lnTo>
                  <a:lnTo>
                    <a:pt x="72" y="6"/>
                  </a:lnTo>
                  <a:lnTo>
                    <a:pt x="114" y="12"/>
                  </a:lnTo>
                  <a:lnTo>
                    <a:pt x="96" y="54"/>
                  </a:lnTo>
                  <a:lnTo>
                    <a:pt x="96" y="60"/>
                  </a:lnTo>
                  <a:lnTo>
                    <a:pt x="102" y="72"/>
                  </a:lnTo>
                  <a:lnTo>
                    <a:pt x="108" y="84"/>
                  </a:lnTo>
                  <a:lnTo>
                    <a:pt x="120" y="96"/>
                  </a:lnTo>
                  <a:lnTo>
                    <a:pt x="143" y="114"/>
                  </a:lnTo>
                  <a:lnTo>
                    <a:pt x="155" y="138"/>
                  </a:lnTo>
                  <a:lnTo>
                    <a:pt x="161" y="156"/>
                  </a:lnTo>
                  <a:lnTo>
                    <a:pt x="161" y="162"/>
                  </a:lnTo>
                  <a:lnTo>
                    <a:pt x="96" y="102"/>
                  </a:lnTo>
                  <a:lnTo>
                    <a:pt x="30" y="54"/>
                  </a:lnTo>
                  <a:lnTo>
                    <a:pt x="0" y="0"/>
                  </a:lnTo>
                  <a:lnTo>
                    <a:pt x="30" y="0"/>
                  </a:lnTo>
                  <a:lnTo>
                    <a:pt x="3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38" name="Google Shape;238;p31"/>
            <p:cNvSpPr/>
            <p:nvPr/>
          </p:nvSpPr>
          <p:spPr>
            <a:xfrm>
              <a:off x="706" y="3854"/>
              <a:ext cx="59" cy="61"/>
            </a:xfrm>
            <a:custGeom>
              <a:rect b="b" l="l" r="r" t="t"/>
              <a:pathLst>
                <a:path extrusionOk="0" h="60" w="59">
                  <a:moveTo>
                    <a:pt x="59" y="6"/>
                  </a:moveTo>
                  <a:lnTo>
                    <a:pt x="41" y="30"/>
                  </a:lnTo>
                  <a:lnTo>
                    <a:pt x="41" y="36"/>
                  </a:lnTo>
                  <a:lnTo>
                    <a:pt x="47" y="42"/>
                  </a:lnTo>
                  <a:lnTo>
                    <a:pt x="53" y="54"/>
                  </a:lnTo>
                  <a:lnTo>
                    <a:pt x="53" y="60"/>
                  </a:lnTo>
                  <a:lnTo>
                    <a:pt x="47" y="54"/>
                  </a:lnTo>
                  <a:lnTo>
                    <a:pt x="35" y="48"/>
                  </a:lnTo>
                  <a:lnTo>
                    <a:pt x="23" y="36"/>
                  </a:lnTo>
                  <a:lnTo>
                    <a:pt x="17" y="30"/>
                  </a:lnTo>
                  <a:lnTo>
                    <a:pt x="0" y="0"/>
                  </a:lnTo>
                  <a:lnTo>
                    <a:pt x="59" y="6"/>
                  </a:lnTo>
                  <a:lnTo>
                    <a:pt x="59" y="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39" name="Google Shape;239;p31"/>
            <p:cNvSpPr/>
            <p:nvPr/>
          </p:nvSpPr>
          <p:spPr>
            <a:xfrm>
              <a:off x="395" y="3811"/>
              <a:ext cx="245" cy="207"/>
            </a:xfrm>
            <a:custGeom>
              <a:rect b="b" l="l" r="r" t="t"/>
              <a:pathLst>
                <a:path extrusionOk="0" h="204" w="245">
                  <a:moveTo>
                    <a:pt x="233" y="36"/>
                  </a:moveTo>
                  <a:lnTo>
                    <a:pt x="245" y="42"/>
                  </a:lnTo>
                  <a:lnTo>
                    <a:pt x="209" y="84"/>
                  </a:lnTo>
                  <a:lnTo>
                    <a:pt x="143" y="132"/>
                  </a:lnTo>
                  <a:lnTo>
                    <a:pt x="167" y="156"/>
                  </a:lnTo>
                  <a:lnTo>
                    <a:pt x="179" y="204"/>
                  </a:lnTo>
                  <a:lnTo>
                    <a:pt x="77" y="132"/>
                  </a:lnTo>
                  <a:lnTo>
                    <a:pt x="47" y="84"/>
                  </a:lnTo>
                  <a:lnTo>
                    <a:pt x="89" y="66"/>
                  </a:lnTo>
                  <a:lnTo>
                    <a:pt x="59" y="36"/>
                  </a:lnTo>
                  <a:lnTo>
                    <a:pt x="0" y="12"/>
                  </a:lnTo>
                  <a:lnTo>
                    <a:pt x="0" y="0"/>
                  </a:lnTo>
                  <a:lnTo>
                    <a:pt x="6" y="0"/>
                  </a:lnTo>
                  <a:lnTo>
                    <a:pt x="12" y="0"/>
                  </a:lnTo>
                  <a:lnTo>
                    <a:pt x="47" y="6"/>
                  </a:lnTo>
                  <a:lnTo>
                    <a:pt x="77" y="6"/>
                  </a:lnTo>
                  <a:lnTo>
                    <a:pt x="83" y="6"/>
                  </a:lnTo>
                  <a:lnTo>
                    <a:pt x="89" y="6"/>
                  </a:lnTo>
                  <a:lnTo>
                    <a:pt x="101" y="12"/>
                  </a:lnTo>
                  <a:lnTo>
                    <a:pt x="125" y="12"/>
                  </a:lnTo>
                  <a:lnTo>
                    <a:pt x="143" y="18"/>
                  </a:lnTo>
                  <a:lnTo>
                    <a:pt x="149" y="18"/>
                  </a:lnTo>
                  <a:lnTo>
                    <a:pt x="149" y="18"/>
                  </a:lnTo>
                  <a:lnTo>
                    <a:pt x="203" y="24"/>
                  </a:lnTo>
                  <a:lnTo>
                    <a:pt x="233" y="36"/>
                  </a:lnTo>
                  <a:lnTo>
                    <a:pt x="233" y="3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240" name="Google Shape;240;p31"/>
          <p:cNvSpPr txBox="1"/>
          <p:nvPr>
            <p:ph type="title"/>
          </p:nvPr>
        </p:nvSpPr>
        <p:spPr>
          <a:xfrm>
            <a:off x="457200" y="228600"/>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241" name="Google Shape;241;p31"/>
          <p:cNvSpPr txBox="1"/>
          <p:nvPr>
            <p:ph idx="1" type="body"/>
          </p:nvPr>
        </p:nvSpPr>
        <p:spPr>
          <a:xfrm>
            <a:off x="457200" y="1600200"/>
            <a:ext cx="8229600" cy="4495800"/>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2"/>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2"/>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2"/>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2"/>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2"/>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2"/>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2"/>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242" name="Google Shape;242;p31"/>
          <p:cNvSpPr txBox="1"/>
          <p:nvPr>
            <p:ph idx="10" type="dt"/>
          </p:nvPr>
        </p:nvSpPr>
        <p:spPr>
          <a:xfrm>
            <a:off x="457200" y="6248400"/>
            <a:ext cx="21336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2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43" name="Google Shape;243;p31"/>
          <p:cNvSpPr txBox="1"/>
          <p:nvPr>
            <p:ph idx="11" type="ftr"/>
          </p:nvPr>
        </p:nvSpPr>
        <p:spPr>
          <a:xfrm>
            <a:off x="3124200" y="6248400"/>
            <a:ext cx="2895600" cy="4572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0"/>
              </a:spcBef>
              <a:spcAft>
                <a:spcPts val="0"/>
              </a:spcAft>
              <a:buSzPts val="1400"/>
              <a:buNone/>
              <a:defRPr b="0" i="0" sz="12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44" name="Google Shape;244;p31"/>
          <p:cNvSpPr txBox="1"/>
          <p:nvPr>
            <p:ph idx="12" type="sldNum"/>
          </p:nvPr>
        </p:nvSpPr>
        <p:spPr>
          <a:xfrm>
            <a:off x="6553200" y="6248400"/>
            <a:ext cx="2133600" cy="4572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65"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251" name="Shape 251"/>
        <p:cNvGrpSpPr/>
        <p:nvPr/>
      </p:nvGrpSpPr>
      <p:grpSpPr>
        <a:xfrm>
          <a:off x="0" y="0"/>
          <a:ext cx="0" cy="0"/>
          <a:chOff x="0" y="0"/>
          <a:chExt cx="0" cy="0"/>
        </a:xfrm>
      </p:grpSpPr>
      <p:sp>
        <p:nvSpPr>
          <p:cNvPr id="252" name="Google Shape;252;p33"/>
          <p:cNvSpPr txBox="1"/>
          <p:nvPr>
            <p:ph type="title"/>
          </p:nvPr>
        </p:nvSpPr>
        <p:spPr>
          <a:xfrm>
            <a:off x="457200" y="292100"/>
            <a:ext cx="8229600" cy="13842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253" name="Google Shape;253;p33"/>
          <p:cNvSpPr txBox="1"/>
          <p:nvPr>
            <p:ph idx="1" type="body"/>
          </p:nvPr>
        </p:nvSpPr>
        <p:spPr>
          <a:xfrm>
            <a:off x="457200" y="1905000"/>
            <a:ext cx="8229600" cy="4114800"/>
          </a:xfrm>
          <a:prstGeom prst="rect">
            <a:avLst/>
          </a:prstGeom>
          <a:noFill/>
          <a:ln>
            <a:noFill/>
          </a:ln>
        </p:spPr>
        <p:txBody>
          <a:bodyPr anchorCtr="0" anchor="t" bIns="45700" lIns="91425" spcFirstLastPara="1" rIns="91425" wrap="square" tIns="45700">
            <a:noAutofit/>
          </a:bodyPr>
          <a:lstStyle>
            <a:lvl1pPr indent="-472440" lvl="0" marL="457200" marR="0" rtl="0" algn="l">
              <a:lnSpc>
                <a:spcPct val="100000"/>
              </a:lnSpc>
              <a:spcBef>
                <a:spcPts val="640"/>
              </a:spcBef>
              <a:spcAft>
                <a:spcPts val="0"/>
              </a:spcAft>
              <a:buClr>
                <a:schemeClr val="hlink"/>
              </a:buClr>
              <a:buSzPts val="3840"/>
              <a:buFont typeface="Tahoma"/>
              <a:buChar char="•"/>
              <a:defRPr b="0" i="0" sz="3200" u="none" cap="none" strike="noStrike">
                <a:solidFill>
                  <a:schemeClr val="dk1"/>
                </a:solidFill>
                <a:latin typeface="Tahoma"/>
                <a:ea typeface="Tahoma"/>
                <a:cs typeface="Tahoma"/>
                <a:sym typeface="Tahoma"/>
              </a:defRPr>
            </a:lvl1pPr>
            <a:lvl2pPr indent="-406400" lvl="1" marL="914400" marR="0" rtl="0" algn="l">
              <a:lnSpc>
                <a:spcPct val="100000"/>
              </a:lnSpc>
              <a:spcBef>
                <a:spcPts val="560"/>
              </a:spcBef>
              <a:spcAft>
                <a:spcPts val="0"/>
              </a:spcAft>
              <a:buClr>
                <a:schemeClr val="dk1"/>
              </a:buClr>
              <a:buSzPts val="2800"/>
              <a:buFont typeface="Tahoma"/>
              <a:buChar char="–"/>
              <a:defRPr b="0" i="0" sz="2800" u="none" cap="none" strike="noStrike">
                <a:solidFill>
                  <a:schemeClr val="dk1"/>
                </a:solidFill>
                <a:latin typeface="Tahoma"/>
                <a:ea typeface="Tahoma"/>
                <a:cs typeface="Tahoma"/>
                <a:sym typeface="Tahoma"/>
              </a:defRPr>
            </a:lvl2pPr>
            <a:lvl3pPr indent="-411480" lvl="2" marL="1371600" marR="0" rtl="0" algn="l">
              <a:lnSpc>
                <a:spcPct val="100000"/>
              </a:lnSpc>
              <a:spcBef>
                <a:spcPts val="480"/>
              </a:spcBef>
              <a:spcAft>
                <a:spcPts val="0"/>
              </a:spcAft>
              <a:buClr>
                <a:schemeClr val="hlink"/>
              </a:buClr>
              <a:buSzPts val="2880"/>
              <a:buFont typeface="Tahoma"/>
              <a:buChar char="•"/>
              <a:defRPr b="0" i="0" sz="2400" u="none" cap="none" strike="noStrike">
                <a:solidFill>
                  <a:schemeClr val="dk1"/>
                </a:solidFill>
                <a:latin typeface="Tahoma"/>
                <a:ea typeface="Tahoma"/>
                <a:cs typeface="Tahoma"/>
                <a:sym typeface="Tahoma"/>
              </a:defRPr>
            </a:lvl3pPr>
            <a:lvl4pPr indent="-355600" lvl="3" marL="1828800" marR="0" rtl="0" algn="l">
              <a:lnSpc>
                <a:spcPct val="100000"/>
              </a:lnSpc>
              <a:spcBef>
                <a:spcPts val="400"/>
              </a:spcBef>
              <a:spcAft>
                <a:spcPts val="0"/>
              </a:spcAft>
              <a:buClr>
                <a:schemeClr val="dk1"/>
              </a:buClr>
              <a:buSzPts val="2000"/>
              <a:buFont typeface="Tahoma"/>
              <a:buChar char="–"/>
              <a:defRPr b="0" i="0" sz="2000" u="none" cap="none" strike="noStrike">
                <a:solidFill>
                  <a:schemeClr val="dk1"/>
                </a:solidFill>
                <a:latin typeface="Tahoma"/>
                <a:ea typeface="Tahoma"/>
                <a:cs typeface="Tahoma"/>
                <a:sym typeface="Tahoma"/>
              </a:defRPr>
            </a:lvl4pPr>
            <a:lvl5pPr indent="-330200" lvl="4" marL="2286000" marR="0" rtl="0" algn="l">
              <a:lnSpc>
                <a:spcPct val="100000"/>
              </a:lnSpc>
              <a:spcBef>
                <a:spcPts val="400"/>
              </a:spcBef>
              <a:spcAft>
                <a:spcPts val="0"/>
              </a:spcAft>
              <a:buClr>
                <a:schemeClr val="hlink"/>
              </a:buClr>
              <a:buSzPts val="1600"/>
              <a:buFont typeface="Noto Sans Symbols"/>
              <a:buChar char="❖"/>
              <a:defRPr b="0" i="0" sz="2000" u="none" cap="none" strike="noStrike">
                <a:solidFill>
                  <a:schemeClr val="dk1"/>
                </a:solidFill>
                <a:latin typeface="Tahoma"/>
                <a:ea typeface="Tahoma"/>
                <a:cs typeface="Tahoma"/>
                <a:sym typeface="Tahoma"/>
              </a:defRPr>
            </a:lvl5pPr>
            <a:lvl6pPr indent="-330200" lvl="5" marL="2743200" marR="0" rtl="0" algn="l">
              <a:lnSpc>
                <a:spcPct val="100000"/>
              </a:lnSpc>
              <a:spcBef>
                <a:spcPts val="400"/>
              </a:spcBef>
              <a:spcAft>
                <a:spcPts val="0"/>
              </a:spcAft>
              <a:buClr>
                <a:schemeClr val="hlink"/>
              </a:buClr>
              <a:buSzPts val="1600"/>
              <a:buFont typeface="Noto Sans Symbols"/>
              <a:buChar char="❖"/>
              <a:defRPr b="0" i="0" sz="2000" u="none" cap="none" strike="noStrike">
                <a:solidFill>
                  <a:schemeClr val="dk1"/>
                </a:solidFill>
                <a:latin typeface="Tahoma"/>
                <a:ea typeface="Tahoma"/>
                <a:cs typeface="Tahoma"/>
                <a:sym typeface="Tahoma"/>
              </a:defRPr>
            </a:lvl6pPr>
            <a:lvl7pPr indent="-330200" lvl="6" marL="3200400" marR="0" rtl="0" algn="l">
              <a:lnSpc>
                <a:spcPct val="100000"/>
              </a:lnSpc>
              <a:spcBef>
                <a:spcPts val="400"/>
              </a:spcBef>
              <a:spcAft>
                <a:spcPts val="0"/>
              </a:spcAft>
              <a:buClr>
                <a:schemeClr val="hlink"/>
              </a:buClr>
              <a:buSzPts val="1600"/>
              <a:buFont typeface="Noto Sans Symbols"/>
              <a:buChar char="❖"/>
              <a:defRPr b="0" i="0" sz="2000" u="none" cap="none" strike="noStrike">
                <a:solidFill>
                  <a:schemeClr val="dk1"/>
                </a:solidFill>
                <a:latin typeface="Tahoma"/>
                <a:ea typeface="Tahoma"/>
                <a:cs typeface="Tahoma"/>
                <a:sym typeface="Tahoma"/>
              </a:defRPr>
            </a:lvl7pPr>
            <a:lvl8pPr indent="-330200" lvl="7" marL="3657600" marR="0" rtl="0" algn="l">
              <a:lnSpc>
                <a:spcPct val="100000"/>
              </a:lnSpc>
              <a:spcBef>
                <a:spcPts val="400"/>
              </a:spcBef>
              <a:spcAft>
                <a:spcPts val="0"/>
              </a:spcAft>
              <a:buClr>
                <a:schemeClr val="hlink"/>
              </a:buClr>
              <a:buSzPts val="1600"/>
              <a:buFont typeface="Noto Sans Symbols"/>
              <a:buChar char="❖"/>
              <a:defRPr b="0" i="0" sz="2000" u="none" cap="none" strike="noStrike">
                <a:solidFill>
                  <a:schemeClr val="dk1"/>
                </a:solidFill>
                <a:latin typeface="Tahoma"/>
                <a:ea typeface="Tahoma"/>
                <a:cs typeface="Tahoma"/>
                <a:sym typeface="Tahoma"/>
              </a:defRPr>
            </a:lvl8pPr>
            <a:lvl9pPr indent="-330200" lvl="8" marL="4114800" marR="0" rtl="0" algn="l">
              <a:lnSpc>
                <a:spcPct val="100000"/>
              </a:lnSpc>
              <a:spcBef>
                <a:spcPts val="400"/>
              </a:spcBef>
              <a:spcAft>
                <a:spcPts val="0"/>
              </a:spcAft>
              <a:buClr>
                <a:schemeClr val="hlink"/>
              </a:buClr>
              <a:buSzPts val="1600"/>
              <a:buFont typeface="Noto Sans Symbols"/>
              <a:buChar char="❖"/>
              <a:defRPr b="0" i="0" sz="2000" u="none" cap="none" strike="noStrike">
                <a:solidFill>
                  <a:schemeClr val="dk1"/>
                </a:solidFill>
                <a:latin typeface="Tahoma"/>
                <a:ea typeface="Tahoma"/>
                <a:cs typeface="Tahoma"/>
                <a:sym typeface="Tahoma"/>
              </a:defRPr>
            </a:lvl9pPr>
          </a:lstStyle>
          <a:p/>
        </p:txBody>
      </p:sp>
      <p:sp>
        <p:nvSpPr>
          <p:cNvPr id="254" name="Google Shape;254;p33"/>
          <p:cNvSpPr txBox="1"/>
          <p:nvPr>
            <p:ph idx="10" type="dt"/>
          </p:nvPr>
        </p:nvSpPr>
        <p:spPr>
          <a:xfrm>
            <a:off x="457200" y="6245225"/>
            <a:ext cx="2133600" cy="4764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4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55" name="Google Shape;255;p33"/>
          <p:cNvSpPr txBox="1"/>
          <p:nvPr>
            <p:ph idx="11" type="ftr"/>
          </p:nvPr>
        </p:nvSpPr>
        <p:spPr>
          <a:xfrm>
            <a:off x="3124200" y="6245225"/>
            <a:ext cx="2895600" cy="4764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0"/>
              </a:spcBef>
              <a:spcAft>
                <a:spcPts val="0"/>
              </a:spcAft>
              <a:buSzPts val="1400"/>
              <a:buNone/>
              <a:defRPr b="0" i="0" sz="14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56" name="Google Shape;256;p33"/>
          <p:cNvSpPr txBox="1"/>
          <p:nvPr>
            <p:ph idx="12" type="sldNum"/>
          </p:nvPr>
        </p:nvSpPr>
        <p:spPr>
          <a:xfrm>
            <a:off x="6553200" y="6245225"/>
            <a:ext cx="2133600" cy="4764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 accent1="accent1" accent2="accent2" accent3="accent3" accent4="accent4" accent5="accent5" accent6="accent6" bg1="lt1" bg2="dk2" tx1="dk1" tx2="lt2" folHlink="folHlink" hlink="hlink"/>
  <p:sldLayoutIdLst>
    <p:sldLayoutId id="2147483666"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3" name="Shape 263"/>
        <p:cNvGrpSpPr/>
        <p:nvPr/>
      </p:nvGrpSpPr>
      <p:grpSpPr>
        <a:xfrm>
          <a:off x="0" y="0"/>
          <a:ext cx="0" cy="0"/>
          <a:chOff x="0" y="0"/>
          <a:chExt cx="0" cy="0"/>
        </a:xfrm>
      </p:grpSpPr>
      <p:sp>
        <p:nvSpPr>
          <p:cNvPr id="264" name="Google Shape;264;p35"/>
          <p:cNvSpPr txBox="1"/>
          <p:nvPr>
            <p:ph idx="10" type="dt"/>
          </p:nvPr>
        </p:nvSpPr>
        <p:spPr>
          <a:xfrm>
            <a:off x="457200" y="6251575"/>
            <a:ext cx="2133600" cy="4764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2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65" name="Google Shape;265;p35"/>
          <p:cNvSpPr txBox="1"/>
          <p:nvPr>
            <p:ph idx="12" type="sldNum"/>
          </p:nvPr>
        </p:nvSpPr>
        <p:spPr>
          <a:xfrm>
            <a:off x="6553200" y="6248400"/>
            <a:ext cx="2133600" cy="4764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200"/>
              <a:buFont typeface="Arial"/>
              <a:buNone/>
              <a:defRPr b="0" i="0" sz="12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grpSp>
        <p:nvGrpSpPr>
          <p:cNvPr id="266" name="Google Shape;266;p35"/>
          <p:cNvGrpSpPr/>
          <p:nvPr/>
        </p:nvGrpSpPr>
        <p:grpSpPr>
          <a:xfrm>
            <a:off x="0" y="0"/>
            <a:ext cx="9136062" cy="6850062"/>
            <a:chOff x="0" y="0"/>
            <a:chExt cx="5755" cy="4315"/>
          </a:xfrm>
        </p:grpSpPr>
        <p:grpSp>
          <p:nvGrpSpPr>
            <p:cNvPr id="267" name="Google Shape;267;p35"/>
            <p:cNvGrpSpPr/>
            <p:nvPr/>
          </p:nvGrpSpPr>
          <p:grpSpPr>
            <a:xfrm>
              <a:off x="1728" y="2230"/>
              <a:ext cx="4027" cy="2085"/>
              <a:chOff x="1728" y="2230"/>
              <a:chExt cx="4027" cy="2085"/>
            </a:xfrm>
          </p:grpSpPr>
          <p:sp>
            <p:nvSpPr>
              <p:cNvPr id="268" name="Google Shape;268;p35"/>
              <p:cNvSpPr/>
              <p:nvPr/>
            </p:nvSpPr>
            <p:spPr>
              <a:xfrm>
                <a:off x="1728" y="2644"/>
                <a:ext cx="2882" cy="1671"/>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rgbClr val="003092"/>
                  </a:gs>
                  <a:gs pos="100000">
                    <a:schemeClr val="lt1"/>
                  </a:gs>
                </a:gsLst>
                <a:lin ang="10800025"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69" name="Google Shape;269;p35"/>
              <p:cNvSpPr/>
              <p:nvPr/>
            </p:nvSpPr>
            <p:spPr>
              <a:xfrm>
                <a:off x="4170" y="2671"/>
                <a:ext cx="1259" cy="811"/>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rgbClr val="003092"/>
                  </a:gs>
                  <a:gs pos="100000">
                    <a:schemeClr val="lt1"/>
                  </a:gs>
                </a:gsLst>
                <a:lin ang="13500032"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70" name="Google Shape;270;p35"/>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lt1"/>
                  </a:gs>
                </a:gsLst>
                <a:lin ang="5400012"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71" name="Google Shape;271;p35"/>
              <p:cNvSpPr/>
              <p:nvPr/>
            </p:nvSpPr>
            <p:spPr>
              <a:xfrm>
                <a:off x="2748" y="2230"/>
                <a:ext cx="3007" cy="2085"/>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lnTo>
                      <a:pt x="1427" y="441"/>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72" name="Google Shape;272;p35"/>
              <p:cNvSpPr/>
              <p:nvPr/>
            </p:nvSpPr>
            <p:spPr>
              <a:xfrm>
                <a:off x="4501" y="2317"/>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chemeClr val="lt1"/>
                  </a:gs>
                  <a:gs pos="100000">
                    <a:srgbClr val="003090"/>
                  </a:gs>
                </a:gsLst>
                <a:lin ang="13500032"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273" name="Google Shape;273;p35"/>
            <p:cNvSpPr/>
            <p:nvPr/>
          </p:nvSpPr>
          <p:spPr>
            <a:xfrm>
              <a:off x="3322" y="1341"/>
              <a:ext cx="1825" cy="1539"/>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chemeClr val="lt1"/>
                </a:gs>
                <a:gs pos="100000">
                  <a:srgbClr val="002F8D"/>
                </a:gs>
              </a:gsLst>
              <a:lin ang="13500032"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74" name="Google Shape;274;p35"/>
            <p:cNvSpPr/>
            <p:nvPr/>
          </p:nvSpPr>
          <p:spPr>
            <a:xfrm>
              <a:off x="0" y="0"/>
              <a:ext cx="5754" cy="1777"/>
            </a:xfrm>
            <a:custGeom>
              <a:rect b="b" l="l" r="r" t="t"/>
              <a:pathLst>
                <a:path extrusionOk="0" h="1906" w="5740">
                  <a:moveTo>
                    <a:pt x="0" y="0"/>
                  </a:moveTo>
                  <a:lnTo>
                    <a:pt x="0" y="1906"/>
                  </a:lnTo>
                  <a:lnTo>
                    <a:pt x="5740" y="1906"/>
                  </a:lnTo>
                  <a:lnTo>
                    <a:pt x="5740" y="0"/>
                  </a:lnTo>
                  <a:lnTo>
                    <a:pt x="0" y="0"/>
                  </a:lnTo>
                  <a:lnTo>
                    <a:pt x="0" y="0"/>
                  </a:lnTo>
                  <a:close/>
                </a:path>
              </a:pathLst>
            </a:custGeom>
            <a:gradFill>
              <a:gsLst>
                <a:gs pos="0">
                  <a:schemeClr val="lt2"/>
                </a:gs>
                <a:gs pos="100000">
                  <a:schemeClr val="lt1"/>
                </a:gs>
              </a:gsLst>
              <a:lin ang="5400012"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275" name="Google Shape;275;p3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1" i="0" sz="4400" u="none" cap="none" strike="noStrike">
                <a:solidFill>
                  <a:schemeClr val="dk2"/>
                </a:solidFill>
                <a:latin typeface="Garamond"/>
                <a:ea typeface="Garamond"/>
                <a:cs typeface="Garamond"/>
                <a:sym typeface="Garamond"/>
              </a:defRPr>
            </a:lvl1pPr>
            <a:lvl2pPr lvl="1" marR="0" rtl="0" algn="ctr">
              <a:lnSpc>
                <a:spcPct val="100000"/>
              </a:lnSpc>
              <a:spcBef>
                <a:spcPts val="0"/>
              </a:spcBef>
              <a:spcAft>
                <a:spcPts val="0"/>
              </a:spcAft>
              <a:buSzPts val="1400"/>
              <a:buNone/>
              <a:defRPr b="1" i="0" sz="4400" u="none" cap="none" strike="noStrike">
                <a:solidFill>
                  <a:schemeClr val="dk2"/>
                </a:solidFill>
                <a:latin typeface="Garamond"/>
                <a:ea typeface="Garamond"/>
                <a:cs typeface="Garamond"/>
                <a:sym typeface="Garamond"/>
              </a:defRPr>
            </a:lvl2pPr>
            <a:lvl3pPr lvl="2" marR="0" rtl="0" algn="ctr">
              <a:lnSpc>
                <a:spcPct val="100000"/>
              </a:lnSpc>
              <a:spcBef>
                <a:spcPts val="0"/>
              </a:spcBef>
              <a:spcAft>
                <a:spcPts val="0"/>
              </a:spcAft>
              <a:buSzPts val="1400"/>
              <a:buNone/>
              <a:defRPr b="1" i="0" sz="4400" u="none" cap="none" strike="noStrike">
                <a:solidFill>
                  <a:schemeClr val="dk2"/>
                </a:solidFill>
                <a:latin typeface="Garamond"/>
                <a:ea typeface="Garamond"/>
                <a:cs typeface="Garamond"/>
                <a:sym typeface="Garamond"/>
              </a:defRPr>
            </a:lvl3pPr>
            <a:lvl4pPr lvl="3" marR="0" rtl="0" algn="ctr">
              <a:lnSpc>
                <a:spcPct val="100000"/>
              </a:lnSpc>
              <a:spcBef>
                <a:spcPts val="0"/>
              </a:spcBef>
              <a:spcAft>
                <a:spcPts val="0"/>
              </a:spcAft>
              <a:buSzPts val="1400"/>
              <a:buNone/>
              <a:defRPr b="1" i="0" sz="4400" u="none" cap="none" strike="noStrike">
                <a:solidFill>
                  <a:schemeClr val="dk2"/>
                </a:solidFill>
                <a:latin typeface="Garamond"/>
                <a:ea typeface="Garamond"/>
                <a:cs typeface="Garamond"/>
                <a:sym typeface="Garamond"/>
              </a:defRPr>
            </a:lvl4pPr>
            <a:lvl5pPr lvl="4" marR="0" rtl="0" algn="ctr">
              <a:lnSpc>
                <a:spcPct val="100000"/>
              </a:lnSpc>
              <a:spcBef>
                <a:spcPts val="0"/>
              </a:spcBef>
              <a:spcAft>
                <a:spcPts val="0"/>
              </a:spcAft>
              <a:buSzPts val="1400"/>
              <a:buNone/>
              <a:defRPr b="1" i="0" sz="4400" u="none" cap="none" strike="noStrike">
                <a:solidFill>
                  <a:schemeClr val="dk2"/>
                </a:solidFill>
                <a:latin typeface="Garamond"/>
                <a:ea typeface="Garamond"/>
                <a:cs typeface="Garamond"/>
                <a:sym typeface="Garamond"/>
              </a:defRPr>
            </a:lvl5pPr>
            <a:lvl6pPr lvl="5" marR="0" rtl="0" algn="ctr">
              <a:lnSpc>
                <a:spcPct val="100000"/>
              </a:lnSpc>
              <a:spcBef>
                <a:spcPts val="0"/>
              </a:spcBef>
              <a:spcAft>
                <a:spcPts val="0"/>
              </a:spcAft>
              <a:buSzPts val="1400"/>
              <a:buNone/>
              <a:defRPr b="1" i="0" sz="4400" u="none" cap="none" strike="noStrike">
                <a:solidFill>
                  <a:schemeClr val="dk2"/>
                </a:solidFill>
                <a:latin typeface="Garamond"/>
                <a:ea typeface="Garamond"/>
                <a:cs typeface="Garamond"/>
                <a:sym typeface="Garamond"/>
              </a:defRPr>
            </a:lvl6pPr>
            <a:lvl7pPr lvl="6" marR="0" rtl="0" algn="ctr">
              <a:lnSpc>
                <a:spcPct val="100000"/>
              </a:lnSpc>
              <a:spcBef>
                <a:spcPts val="0"/>
              </a:spcBef>
              <a:spcAft>
                <a:spcPts val="0"/>
              </a:spcAft>
              <a:buSzPts val="1400"/>
              <a:buNone/>
              <a:defRPr b="1" i="0" sz="4400" u="none" cap="none" strike="noStrike">
                <a:solidFill>
                  <a:schemeClr val="dk2"/>
                </a:solidFill>
                <a:latin typeface="Garamond"/>
                <a:ea typeface="Garamond"/>
                <a:cs typeface="Garamond"/>
                <a:sym typeface="Garamond"/>
              </a:defRPr>
            </a:lvl7pPr>
            <a:lvl8pPr lvl="7" marR="0" rtl="0" algn="ctr">
              <a:lnSpc>
                <a:spcPct val="100000"/>
              </a:lnSpc>
              <a:spcBef>
                <a:spcPts val="0"/>
              </a:spcBef>
              <a:spcAft>
                <a:spcPts val="0"/>
              </a:spcAft>
              <a:buSzPts val="1400"/>
              <a:buNone/>
              <a:defRPr b="1" i="0" sz="4400" u="none" cap="none" strike="noStrike">
                <a:solidFill>
                  <a:schemeClr val="dk2"/>
                </a:solidFill>
                <a:latin typeface="Garamond"/>
                <a:ea typeface="Garamond"/>
                <a:cs typeface="Garamond"/>
                <a:sym typeface="Garamond"/>
              </a:defRPr>
            </a:lvl8pPr>
            <a:lvl9pPr lvl="8" marR="0" rtl="0" algn="ctr">
              <a:lnSpc>
                <a:spcPct val="100000"/>
              </a:lnSpc>
              <a:spcBef>
                <a:spcPts val="0"/>
              </a:spcBef>
              <a:spcAft>
                <a:spcPts val="0"/>
              </a:spcAft>
              <a:buSzPts val="1400"/>
              <a:buNone/>
              <a:defRPr b="1" i="0" sz="4400" u="none" cap="none" strike="noStrike">
                <a:solidFill>
                  <a:schemeClr val="dk2"/>
                </a:solidFill>
                <a:latin typeface="Garamond"/>
                <a:ea typeface="Garamond"/>
                <a:cs typeface="Garamond"/>
                <a:sym typeface="Garamond"/>
              </a:defRPr>
            </a:lvl9pPr>
          </a:lstStyle>
          <a:p/>
        </p:txBody>
      </p:sp>
      <p:sp>
        <p:nvSpPr>
          <p:cNvPr id="276" name="Google Shape;276;p35"/>
          <p:cNvSpPr txBox="1"/>
          <p:nvPr>
            <p:ph idx="11" type="ftr"/>
          </p:nvPr>
        </p:nvSpPr>
        <p:spPr>
          <a:xfrm>
            <a:off x="3124200" y="6248400"/>
            <a:ext cx="2895600" cy="4764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0"/>
              </a:spcBef>
              <a:spcAft>
                <a:spcPts val="0"/>
              </a:spcAft>
              <a:buSzPts val="1400"/>
              <a:buNone/>
              <a:defRPr b="0" i="0" sz="12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77" name="Google Shape;277;p35"/>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lvl1pPr indent="-370840" lvl="0" marL="457200" marR="0" rtl="0" algn="l">
              <a:lnSpc>
                <a:spcPct val="100000"/>
              </a:lnSpc>
              <a:spcBef>
                <a:spcPts val="640"/>
              </a:spcBef>
              <a:spcAft>
                <a:spcPts val="0"/>
              </a:spcAft>
              <a:buClr>
                <a:schemeClr val="hlink"/>
              </a:buClr>
              <a:buSzPts val="2240"/>
              <a:buFont typeface="Noto Sans Symbols"/>
              <a:buChar char="■"/>
              <a:defRPr b="0" i="0" sz="3200" u="none" cap="none" strike="noStrike">
                <a:solidFill>
                  <a:schemeClr val="dk1"/>
                </a:solidFill>
                <a:latin typeface="Garamond"/>
                <a:ea typeface="Garamond"/>
                <a:cs typeface="Garamond"/>
                <a:sym typeface="Garamond"/>
              </a:defRPr>
            </a:lvl1pPr>
            <a:lvl2pPr indent="-353060" lvl="1" marL="914400" marR="0" rtl="0" algn="l">
              <a:lnSpc>
                <a:spcPct val="100000"/>
              </a:lnSpc>
              <a:spcBef>
                <a:spcPts val="560"/>
              </a:spcBef>
              <a:spcAft>
                <a:spcPts val="0"/>
              </a:spcAft>
              <a:buClr>
                <a:schemeClr val="accent2"/>
              </a:buClr>
              <a:buSzPts val="1960"/>
              <a:buFont typeface="Noto Sans Symbols"/>
              <a:buChar char="■"/>
              <a:defRPr b="0" i="0" sz="2800" u="none" cap="none" strike="noStrike">
                <a:solidFill>
                  <a:schemeClr val="dk1"/>
                </a:solidFill>
                <a:latin typeface="Garamond"/>
                <a:ea typeface="Garamond"/>
                <a:cs typeface="Garamond"/>
                <a:sym typeface="Garamond"/>
              </a:defRPr>
            </a:lvl2pPr>
            <a:lvl3pPr indent="-335280" lvl="2" marL="1371600" marR="0" rtl="0" algn="l">
              <a:lnSpc>
                <a:spcPct val="100000"/>
              </a:lnSpc>
              <a:spcBef>
                <a:spcPts val="480"/>
              </a:spcBef>
              <a:spcAft>
                <a:spcPts val="0"/>
              </a:spcAft>
              <a:buClr>
                <a:schemeClr val="dk2"/>
              </a:buClr>
              <a:buSzPts val="1680"/>
              <a:buFont typeface="Noto Sans Symbols"/>
              <a:buChar char="■"/>
              <a:defRPr b="0" i="0" sz="2400" u="none" cap="none" strike="noStrike">
                <a:solidFill>
                  <a:schemeClr val="dk1"/>
                </a:solidFill>
                <a:latin typeface="Garamond"/>
                <a:ea typeface="Garamond"/>
                <a:cs typeface="Garamond"/>
                <a:sym typeface="Garamond"/>
              </a:defRPr>
            </a:lvl3pPr>
            <a:lvl4pPr indent="-317500" lvl="3" marL="1828800" marR="0" rtl="0" algn="l">
              <a:lnSpc>
                <a:spcPct val="100000"/>
              </a:lnSpc>
              <a:spcBef>
                <a:spcPts val="400"/>
              </a:spcBef>
              <a:spcAft>
                <a:spcPts val="0"/>
              </a:spcAft>
              <a:buClr>
                <a:schemeClr val="accent2"/>
              </a:buClr>
              <a:buSzPts val="1400"/>
              <a:buFont typeface="Noto Sans Symbols"/>
              <a:buChar char="■"/>
              <a:defRPr b="0" i="0" sz="2000" u="none" cap="none" strike="noStrike">
                <a:solidFill>
                  <a:schemeClr val="dk1"/>
                </a:solidFill>
                <a:latin typeface="Garamond"/>
                <a:ea typeface="Garamond"/>
                <a:cs typeface="Garamond"/>
                <a:sym typeface="Garamond"/>
              </a:defRPr>
            </a:lvl4pPr>
            <a:lvl5pPr indent="-317500" lvl="4" marL="2286000" marR="0" rtl="0" algn="l">
              <a:lnSpc>
                <a:spcPct val="100000"/>
              </a:lnSpc>
              <a:spcBef>
                <a:spcPts val="400"/>
              </a:spcBef>
              <a:spcAft>
                <a:spcPts val="0"/>
              </a:spcAft>
              <a:buClr>
                <a:schemeClr val="hlink"/>
              </a:buClr>
              <a:buSzPts val="1400"/>
              <a:buFont typeface="Noto Sans Symbols"/>
              <a:buChar char="■"/>
              <a:defRPr b="0" i="0" sz="2000" u="none" cap="none" strike="noStrike">
                <a:solidFill>
                  <a:schemeClr val="dk1"/>
                </a:solidFill>
                <a:latin typeface="Garamond"/>
                <a:ea typeface="Garamond"/>
                <a:cs typeface="Garamond"/>
                <a:sym typeface="Garamond"/>
              </a:defRPr>
            </a:lvl5pPr>
            <a:lvl6pPr indent="-317500" lvl="5" marL="2743200" marR="0" rtl="0" algn="l">
              <a:lnSpc>
                <a:spcPct val="100000"/>
              </a:lnSpc>
              <a:spcBef>
                <a:spcPts val="400"/>
              </a:spcBef>
              <a:spcAft>
                <a:spcPts val="0"/>
              </a:spcAft>
              <a:buClr>
                <a:schemeClr val="hlink"/>
              </a:buClr>
              <a:buSzPts val="1400"/>
              <a:buFont typeface="Noto Sans Symbols"/>
              <a:buChar char="■"/>
              <a:defRPr b="0" i="0" sz="2000" u="none" cap="none" strike="noStrike">
                <a:solidFill>
                  <a:schemeClr val="dk1"/>
                </a:solidFill>
                <a:latin typeface="Garamond"/>
                <a:ea typeface="Garamond"/>
                <a:cs typeface="Garamond"/>
                <a:sym typeface="Garamond"/>
              </a:defRPr>
            </a:lvl6pPr>
            <a:lvl7pPr indent="-317500" lvl="6" marL="3200400" marR="0" rtl="0" algn="l">
              <a:lnSpc>
                <a:spcPct val="100000"/>
              </a:lnSpc>
              <a:spcBef>
                <a:spcPts val="400"/>
              </a:spcBef>
              <a:spcAft>
                <a:spcPts val="0"/>
              </a:spcAft>
              <a:buClr>
                <a:schemeClr val="hlink"/>
              </a:buClr>
              <a:buSzPts val="1400"/>
              <a:buFont typeface="Noto Sans Symbols"/>
              <a:buChar char="■"/>
              <a:defRPr b="0" i="0" sz="2000" u="none" cap="none" strike="noStrike">
                <a:solidFill>
                  <a:schemeClr val="dk1"/>
                </a:solidFill>
                <a:latin typeface="Garamond"/>
                <a:ea typeface="Garamond"/>
                <a:cs typeface="Garamond"/>
                <a:sym typeface="Garamond"/>
              </a:defRPr>
            </a:lvl7pPr>
            <a:lvl8pPr indent="-317500" lvl="7" marL="3657600" marR="0" rtl="0" algn="l">
              <a:lnSpc>
                <a:spcPct val="100000"/>
              </a:lnSpc>
              <a:spcBef>
                <a:spcPts val="400"/>
              </a:spcBef>
              <a:spcAft>
                <a:spcPts val="0"/>
              </a:spcAft>
              <a:buClr>
                <a:schemeClr val="hlink"/>
              </a:buClr>
              <a:buSzPts val="1400"/>
              <a:buFont typeface="Noto Sans Symbols"/>
              <a:buChar char="■"/>
              <a:defRPr b="0" i="0" sz="2000" u="none" cap="none" strike="noStrike">
                <a:solidFill>
                  <a:schemeClr val="dk1"/>
                </a:solidFill>
                <a:latin typeface="Garamond"/>
                <a:ea typeface="Garamond"/>
                <a:cs typeface="Garamond"/>
                <a:sym typeface="Garamond"/>
              </a:defRPr>
            </a:lvl8pPr>
            <a:lvl9pPr indent="-317500" lvl="8" marL="4114800" marR="0" rtl="0" algn="l">
              <a:lnSpc>
                <a:spcPct val="100000"/>
              </a:lnSpc>
              <a:spcBef>
                <a:spcPts val="400"/>
              </a:spcBef>
              <a:spcAft>
                <a:spcPts val="0"/>
              </a:spcAft>
              <a:buClr>
                <a:schemeClr val="hlink"/>
              </a:buClr>
              <a:buSzPts val="1400"/>
              <a:buFont typeface="Noto Sans Symbols"/>
              <a:buChar char="■"/>
              <a:defRPr b="0" i="0" sz="2000" u="none" cap="none" strike="noStrike">
                <a:solidFill>
                  <a:schemeClr val="dk1"/>
                </a:solidFill>
                <a:latin typeface="Garamond"/>
                <a:ea typeface="Garamond"/>
                <a:cs typeface="Garamond"/>
                <a:sym typeface="Garamond"/>
              </a:defRPr>
            </a:lvl9pPr>
          </a:lstStyle>
          <a:p/>
        </p:txBody>
      </p:sp>
    </p:spTree>
  </p:cSld>
  <p:clrMap accent1="accent1" accent2="accent2" accent3="accent3" accent4="accent4" accent5="accent5" accent6="accent6" bg1="lt1" bg2="dk2" tx1="dk1" tx2="lt2" folHlink="folHlink" hlink="hlink"/>
  <p:sldLayoutIdLst>
    <p:sldLayoutId id="2147483667"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565867"/>
            </a:gs>
          </a:gsLst>
          <a:lin ang="5400012" scaled="0"/>
        </a:gradFill>
      </p:bgPr>
    </p:bg>
    <p:spTree>
      <p:nvGrpSpPr>
        <p:cNvPr id="284" name="Shape 284"/>
        <p:cNvGrpSpPr/>
        <p:nvPr/>
      </p:nvGrpSpPr>
      <p:grpSpPr>
        <a:xfrm>
          <a:off x="0" y="0"/>
          <a:ext cx="0" cy="0"/>
          <a:chOff x="0" y="0"/>
          <a:chExt cx="0" cy="0"/>
        </a:xfrm>
      </p:grpSpPr>
      <p:grpSp>
        <p:nvGrpSpPr>
          <p:cNvPr id="285" name="Google Shape;285;p37"/>
          <p:cNvGrpSpPr/>
          <p:nvPr/>
        </p:nvGrpSpPr>
        <p:grpSpPr>
          <a:xfrm>
            <a:off x="3997" y="1422400"/>
            <a:ext cx="9143178" cy="5435600"/>
            <a:chOff x="3" y="896"/>
            <a:chExt cx="5759" cy="3424"/>
          </a:xfrm>
        </p:grpSpPr>
        <p:grpSp>
          <p:nvGrpSpPr>
            <p:cNvPr id="286" name="Google Shape;286;p37"/>
            <p:cNvGrpSpPr/>
            <p:nvPr/>
          </p:nvGrpSpPr>
          <p:grpSpPr>
            <a:xfrm>
              <a:off x="20" y="896"/>
              <a:ext cx="5742" cy="3424"/>
              <a:chOff x="20" y="896"/>
              <a:chExt cx="5742" cy="3424"/>
            </a:xfrm>
          </p:grpSpPr>
          <p:sp>
            <p:nvSpPr>
              <p:cNvPr id="287" name="Google Shape;287;p37"/>
              <p:cNvSpPr/>
              <p:nvPr/>
            </p:nvSpPr>
            <p:spPr>
              <a:xfrm>
                <a:off x="1399" y="1116"/>
                <a:ext cx="2815" cy="2110"/>
              </a:xfrm>
              <a:custGeom>
                <a:rect b="b" l="l" r="r" t="t"/>
                <a:pathLst>
                  <a:path extrusionOk="0" h="2110" w="2815">
                    <a:moveTo>
                      <a:pt x="950" y="85"/>
                    </a:moveTo>
                    <a:lnTo>
                      <a:pt x="628" y="438"/>
                    </a:lnTo>
                    <a:lnTo>
                      <a:pt x="66" y="471"/>
                    </a:lnTo>
                    <a:lnTo>
                      <a:pt x="0" y="627"/>
                    </a:lnTo>
                    <a:lnTo>
                      <a:pt x="372" y="1026"/>
                    </a:lnTo>
                    <a:lnTo>
                      <a:pt x="611" y="902"/>
                    </a:lnTo>
                    <a:lnTo>
                      <a:pt x="992" y="1085"/>
                    </a:lnTo>
                    <a:lnTo>
                      <a:pt x="1116" y="1339"/>
                    </a:lnTo>
                    <a:lnTo>
                      <a:pt x="1083" y="1450"/>
                    </a:lnTo>
                    <a:lnTo>
                      <a:pt x="1124" y="1659"/>
                    </a:lnTo>
                    <a:lnTo>
                      <a:pt x="1149" y="1999"/>
                    </a:lnTo>
                    <a:lnTo>
                      <a:pt x="1463" y="2110"/>
                    </a:lnTo>
                    <a:lnTo>
                      <a:pt x="1686" y="2025"/>
                    </a:lnTo>
                    <a:lnTo>
                      <a:pt x="1603" y="1777"/>
                    </a:lnTo>
                    <a:lnTo>
                      <a:pt x="1991" y="1555"/>
                    </a:lnTo>
                    <a:lnTo>
                      <a:pt x="2281" y="1542"/>
                    </a:lnTo>
                    <a:lnTo>
                      <a:pt x="2446" y="1359"/>
                    </a:lnTo>
                    <a:lnTo>
                      <a:pt x="2361" y="1001"/>
                    </a:lnTo>
                    <a:lnTo>
                      <a:pt x="2606" y="893"/>
                    </a:lnTo>
                    <a:lnTo>
                      <a:pt x="2815" y="454"/>
                    </a:lnTo>
                    <a:lnTo>
                      <a:pt x="2518" y="0"/>
                    </a:lnTo>
                  </a:path>
                </a:pathLst>
              </a:custGeom>
              <a:noFill/>
              <a:ln cap="flat" cmpd="sng" w="15225">
                <a:solidFill>
                  <a:schemeClr val="lt2"/>
                </a:solidFill>
                <a:prstDash val="solid"/>
                <a:miter lim="524288"/>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88" name="Google Shape;288;p37"/>
              <p:cNvSpPr/>
              <p:nvPr/>
            </p:nvSpPr>
            <p:spPr>
              <a:xfrm>
                <a:off x="672" y="1116"/>
                <a:ext cx="3966" cy="2366"/>
              </a:xfrm>
              <a:custGeom>
                <a:rect b="b" l="l" r="r" t="t"/>
                <a:pathLst>
                  <a:path extrusionOk="0" h="2366" w="3966">
                    <a:moveTo>
                      <a:pt x="1423" y="65"/>
                    </a:moveTo>
                    <a:lnTo>
                      <a:pt x="1148" y="262"/>
                    </a:lnTo>
                    <a:lnTo>
                      <a:pt x="934" y="216"/>
                    </a:lnTo>
                    <a:lnTo>
                      <a:pt x="529" y="314"/>
                    </a:lnTo>
                    <a:lnTo>
                      <a:pt x="174" y="327"/>
                    </a:lnTo>
                    <a:lnTo>
                      <a:pt x="0" y="628"/>
                    </a:lnTo>
                    <a:lnTo>
                      <a:pt x="91" y="726"/>
                    </a:lnTo>
                    <a:lnTo>
                      <a:pt x="231" y="654"/>
                    </a:lnTo>
                    <a:lnTo>
                      <a:pt x="430" y="687"/>
                    </a:lnTo>
                    <a:lnTo>
                      <a:pt x="504" y="850"/>
                    </a:lnTo>
                    <a:lnTo>
                      <a:pt x="347" y="1020"/>
                    </a:lnTo>
                    <a:lnTo>
                      <a:pt x="529" y="1144"/>
                    </a:lnTo>
                    <a:lnTo>
                      <a:pt x="727" y="1105"/>
                    </a:lnTo>
                    <a:lnTo>
                      <a:pt x="901" y="1216"/>
                    </a:lnTo>
                    <a:lnTo>
                      <a:pt x="1256" y="1229"/>
                    </a:lnTo>
                    <a:lnTo>
                      <a:pt x="1611" y="1425"/>
                    </a:lnTo>
                    <a:lnTo>
                      <a:pt x="1694" y="1673"/>
                    </a:lnTo>
                    <a:lnTo>
                      <a:pt x="1619" y="2118"/>
                    </a:lnTo>
                    <a:lnTo>
                      <a:pt x="1694" y="2268"/>
                    </a:lnTo>
                    <a:lnTo>
                      <a:pt x="2132" y="2242"/>
                    </a:lnTo>
                    <a:lnTo>
                      <a:pt x="2289" y="2366"/>
                    </a:lnTo>
                    <a:lnTo>
                      <a:pt x="2594" y="2046"/>
                    </a:lnTo>
                    <a:lnTo>
                      <a:pt x="2537" y="1817"/>
                    </a:lnTo>
                    <a:lnTo>
                      <a:pt x="2818" y="1673"/>
                    </a:lnTo>
                    <a:lnTo>
                      <a:pt x="3016" y="1719"/>
                    </a:lnTo>
                    <a:lnTo>
                      <a:pt x="3280" y="1615"/>
                    </a:lnTo>
                    <a:lnTo>
                      <a:pt x="3405" y="1174"/>
                    </a:lnTo>
                    <a:lnTo>
                      <a:pt x="3643" y="922"/>
                    </a:lnTo>
                    <a:lnTo>
                      <a:pt x="3966" y="896"/>
                    </a:lnTo>
                    <a:lnTo>
                      <a:pt x="3908" y="733"/>
                    </a:lnTo>
                    <a:lnTo>
                      <a:pt x="3669" y="563"/>
                    </a:lnTo>
                    <a:lnTo>
                      <a:pt x="3817" y="210"/>
                    </a:lnTo>
                    <a:lnTo>
                      <a:pt x="3590" y="0"/>
                    </a:lnTo>
                  </a:path>
                </a:pathLst>
              </a:custGeom>
              <a:noFill/>
              <a:ln cap="flat" cmpd="sng" w="16500">
                <a:solidFill>
                  <a:schemeClr val="lt2"/>
                </a:solidFill>
                <a:prstDash val="solid"/>
                <a:miter lim="524288"/>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89" name="Google Shape;289;p37"/>
              <p:cNvSpPr/>
              <p:nvPr/>
            </p:nvSpPr>
            <p:spPr>
              <a:xfrm>
                <a:off x="20" y="1069"/>
                <a:ext cx="5732" cy="3107"/>
              </a:xfrm>
              <a:custGeom>
                <a:rect b="b" l="l" r="r" t="t"/>
                <a:pathLst>
                  <a:path extrusionOk="0" h="3107" w="5732">
                    <a:moveTo>
                      <a:pt x="81" y="0"/>
                    </a:moveTo>
                    <a:lnTo>
                      <a:pt x="133" y="328"/>
                    </a:lnTo>
                    <a:lnTo>
                      <a:pt x="0" y="666"/>
                    </a:lnTo>
                    <a:lnTo>
                      <a:pt x="83" y="1221"/>
                    </a:lnTo>
                    <a:lnTo>
                      <a:pt x="413" y="1515"/>
                    </a:lnTo>
                    <a:lnTo>
                      <a:pt x="881" y="1700"/>
                    </a:lnTo>
                    <a:lnTo>
                      <a:pt x="1440" y="1651"/>
                    </a:lnTo>
                    <a:lnTo>
                      <a:pt x="1755" y="1940"/>
                    </a:lnTo>
                    <a:lnTo>
                      <a:pt x="1653" y="2126"/>
                    </a:lnTo>
                    <a:lnTo>
                      <a:pt x="1136" y="2142"/>
                    </a:lnTo>
                    <a:lnTo>
                      <a:pt x="911" y="2021"/>
                    </a:lnTo>
                    <a:lnTo>
                      <a:pt x="739" y="2142"/>
                    </a:lnTo>
                    <a:lnTo>
                      <a:pt x="954" y="2524"/>
                    </a:lnTo>
                    <a:lnTo>
                      <a:pt x="973" y="2905"/>
                    </a:lnTo>
                    <a:lnTo>
                      <a:pt x="1511" y="3107"/>
                    </a:lnTo>
                    <a:lnTo>
                      <a:pt x="1644" y="2922"/>
                    </a:lnTo>
                    <a:lnTo>
                      <a:pt x="2077" y="2797"/>
                    </a:lnTo>
                    <a:lnTo>
                      <a:pt x="2610" y="2962"/>
                    </a:lnTo>
                    <a:lnTo>
                      <a:pt x="3222" y="2812"/>
                    </a:lnTo>
                    <a:lnTo>
                      <a:pt x="3443" y="2922"/>
                    </a:lnTo>
                    <a:lnTo>
                      <a:pt x="3861" y="2648"/>
                    </a:lnTo>
                    <a:lnTo>
                      <a:pt x="4125" y="2311"/>
                    </a:lnTo>
                    <a:lnTo>
                      <a:pt x="4369" y="2318"/>
                    </a:lnTo>
                    <a:lnTo>
                      <a:pt x="4554" y="2445"/>
                    </a:lnTo>
                    <a:lnTo>
                      <a:pt x="5015" y="2142"/>
                    </a:lnTo>
                    <a:lnTo>
                      <a:pt x="5404" y="2185"/>
                    </a:lnTo>
                    <a:lnTo>
                      <a:pt x="5732" y="2069"/>
                    </a:lnTo>
                  </a:path>
                </a:pathLst>
              </a:custGeom>
              <a:noFill/>
              <a:ln cap="flat" cmpd="sng" w="16500">
                <a:solidFill>
                  <a:schemeClr val="lt2"/>
                </a:solidFill>
                <a:prstDash val="solid"/>
                <a:miter lim="524288"/>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90" name="Google Shape;290;p37"/>
              <p:cNvSpPr/>
              <p:nvPr/>
            </p:nvSpPr>
            <p:spPr>
              <a:xfrm>
                <a:off x="242" y="1145"/>
                <a:ext cx="5512" cy="2760"/>
              </a:xfrm>
              <a:custGeom>
                <a:rect b="b" l="l" r="r" t="t"/>
                <a:pathLst>
                  <a:path extrusionOk="0" h="2760" w="5512">
                    <a:moveTo>
                      <a:pt x="240" y="0"/>
                    </a:moveTo>
                    <a:lnTo>
                      <a:pt x="0" y="336"/>
                    </a:lnTo>
                    <a:lnTo>
                      <a:pt x="82" y="821"/>
                    </a:lnTo>
                    <a:lnTo>
                      <a:pt x="243" y="873"/>
                    </a:lnTo>
                    <a:lnTo>
                      <a:pt x="473" y="1087"/>
                    </a:lnTo>
                    <a:lnTo>
                      <a:pt x="557" y="1441"/>
                    </a:lnTo>
                    <a:lnTo>
                      <a:pt x="839" y="1499"/>
                    </a:lnTo>
                    <a:lnTo>
                      <a:pt x="1258" y="1349"/>
                    </a:lnTo>
                    <a:lnTo>
                      <a:pt x="1307" y="1493"/>
                    </a:lnTo>
                    <a:lnTo>
                      <a:pt x="1621" y="1513"/>
                    </a:lnTo>
                    <a:lnTo>
                      <a:pt x="1862" y="1865"/>
                    </a:lnTo>
                    <a:lnTo>
                      <a:pt x="1668" y="2166"/>
                    </a:lnTo>
                    <a:lnTo>
                      <a:pt x="1308" y="2217"/>
                    </a:lnTo>
                    <a:lnTo>
                      <a:pt x="992" y="2172"/>
                    </a:lnTo>
                    <a:lnTo>
                      <a:pt x="903" y="2244"/>
                    </a:lnTo>
                    <a:lnTo>
                      <a:pt x="1008" y="2415"/>
                    </a:lnTo>
                    <a:lnTo>
                      <a:pt x="992" y="2538"/>
                    </a:lnTo>
                    <a:lnTo>
                      <a:pt x="1137" y="2760"/>
                    </a:lnTo>
                    <a:lnTo>
                      <a:pt x="1661" y="2623"/>
                    </a:lnTo>
                    <a:lnTo>
                      <a:pt x="1725" y="2492"/>
                    </a:lnTo>
                    <a:lnTo>
                      <a:pt x="1895" y="2551"/>
                    </a:lnTo>
                    <a:lnTo>
                      <a:pt x="2338" y="2448"/>
                    </a:lnTo>
                    <a:lnTo>
                      <a:pt x="2443" y="2714"/>
                    </a:lnTo>
                    <a:lnTo>
                      <a:pt x="2870" y="2541"/>
                    </a:lnTo>
                    <a:lnTo>
                      <a:pt x="3264" y="2591"/>
                    </a:lnTo>
                    <a:lnTo>
                      <a:pt x="3522" y="2427"/>
                    </a:lnTo>
                    <a:lnTo>
                      <a:pt x="3594" y="2081"/>
                    </a:lnTo>
                    <a:lnTo>
                      <a:pt x="4013" y="2087"/>
                    </a:lnTo>
                    <a:lnTo>
                      <a:pt x="4070" y="1924"/>
                    </a:lnTo>
                    <a:lnTo>
                      <a:pt x="4239" y="1931"/>
                    </a:lnTo>
                    <a:lnTo>
                      <a:pt x="4465" y="2094"/>
                    </a:lnTo>
                    <a:lnTo>
                      <a:pt x="4836" y="1814"/>
                    </a:lnTo>
                    <a:lnTo>
                      <a:pt x="5225" y="1785"/>
                    </a:lnTo>
                    <a:lnTo>
                      <a:pt x="5367" y="1571"/>
                    </a:lnTo>
                    <a:lnTo>
                      <a:pt x="5512" y="1585"/>
                    </a:lnTo>
                  </a:path>
                </a:pathLst>
              </a:custGeom>
              <a:noFill/>
              <a:ln cap="flat" cmpd="sng" w="15225">
                <a:solidFill>
                  <a:schemeClr val="lt2"/>
                </a:solidFill>
                <a:prstDash val="solid"/>
                <a:miter lim="524288"/>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91" name="Google Shape;291;p37"/>
              <p:cNvSpPr/>
              <p:nvPr/>
            </p:nvSpPr>
            <p:spPr>
              <a:xfrm>
                <a:off x="4840" y="984"/>
                <a:ext cx="790" cy="1189"/>
              </a:xfrm>
              <a:custGeom>
                <a:rect b="b" l="l" r="r" t="t"/>
                <a:pathLst>
                  <a:path extrusionOk="0" h="1189" w="790">
                    <a:moveTo>
                      <a:pt x="139" y="0"/>
                    </a:moveTo>
                    <a:lnTo>
                      <a:pt x="210" y="233"/>
                    </a:lnTo>
                    <a:lnTo>
                      <a:pt x="159" y="643"/>
                    </a:lnTo>
                    <a:lnTo>
                      <a:pt x="454" y="771"/>
                    </a:lnTo>
                    <a:lnTo>
                      <a:pt x="605" y="1046"/>
                    </a:lnTo>
                    <a:lnTo>
                      <a:pt x="790" y="1189"/>
                    </a:lnTo>
                    <a:lnTo>
                      <a:pt x="540" y="1111"/>
                    </a:lnTo>
                    <a:lnTo>
                      <a:pt x="363" y="883"/>
                    </a:lnTo>
                    <a:lnTo>
                      <a:pt x="139" y="852"/>
                    </a:lnTo>
                    <a:lnTo>
                      <a:pt x="0" y="499"/>
                    </a:lnTo>
                    <a:lnTo>
                      <a:pt x="48" y="209"/>
                    </a:lnTo>
                  </a:path>
                </a:pathLst>
              </a:custGeom>
              <a:noFill/>
              <a:ln cap="flat" cmpd="sng" w="15225">
                <a:solidFill>
                  <a:schemeClr val="lt2"/>
                </a:solidFill>
                <a:prstDash val="solid"/>
                <a:miter lim="524288"/>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92" name="Google Shape;292;p37"/>
              <p:cNvSpPr/>
              <p:nvPr/>
            </p:nvSpPr>
            <p:spPr>
              <a:xfrm>
                <a:off x="5173" y="896"/>
                <a:ext cx="579" cy="1117"/>
              </a:xfrm>
              <a:custGeom>
                <a:rect b="b" l="l" r="r" t="t"/>
                <a:pathLst>
                  <a:path extrusionOk="0" h="1117" w="579">
                    <a:moveTo>
                      <a:pt x="0" y="0"/>
                    </a:moveTo>
                    <a:lnTo>
                      <a:pt x="128" y="328"/>
                    </a:lnTo>
                    <a:lnTo>
                      <a:pt x="9" y="659"/>
                    </a:lnTo>
                    <a:lnTo>
                      <a:pt x="40" y="763"/>
                    </a:lnTo>
                    <a:lnTo>
                      <a:pt x="234" y="739"/>
                    </a:lnTo>
                    <a:lnTo>
                      <a:pt x="344" y="1055"/>
                    </a:lnTo>
                    <a:lnTo>
                      <a:pt x="579" y="1117"/>
                    </a:lnTo>
                  </a:path>
                </a:pathLst>
              </a:custGeom>
              <a:noFill/>
              <a:ln cap="flat" cmpd="sng" w="16500">
                <a:solidFill>
                  <a:schemeClr val="lt2"/>
                </a:solidFill>
                <a:prstDash val="solid"/>
                <a:miter lim="524288"/>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93" name="Google Shape;293;p37"/>
              <p:cNvSpPr/>
              <p:nvPr/>
            </p:nvSpPr>
            <p:spPr>
              <a:xfrm>
                <a:off x="3291" y="968"/>
                <a:ext cx="2471" cy="2396"/>
              </a:xfrm>
              <a:custGeom>
                <a:rect b="b" l="l" r="r" t="t"/>
                <a:pathLst>
                  <a:path extrusionOk="0" h="2396" w="2471">
                    <a:moveTo>
                      <a:pt x="1118" y="0"/>
                    </a:moveTo>
                    <a:lnTo>
                      <a:pt x="1179" y="225"/>
                    </a:lnTo>
                    <a:lnTo>
                      <a:pt x="1393" y="339"/>
                    </a:lnTo>
                    <a:lnTo>
                      <a:pt x="1404" y="548"/>
                    </a:lnTo>
                    <a:lnTo>
                      <a:pt x="1342" y="732"/>
                    </a:lnTo>
                    <a:lnTo>
                      <a:pt x="1434" y="925"/>
                    </a:lnTo>
                    <a:lnTo>
                      <a:pt x="1455" y="1109"/>
                    </a:lnTo>
                    <a:lnTo>
                      <a:pt x="1311" y="1142"/>
                    </a:lnTo>
                    <a:lnTo>
                      <a:pt x="926" y="1384"/>
                    </a:lnTo>
                    <a:lnTo>
                      <a:pt x="975" y="1456"/>
                    </a:lnTo>
                    <a:lnTo>
                      <a:pt x="956" y="1624"/>
                    </a:lnTo>
                    <a:lnTo>
                      <a:pt x="782" y="1817"/>
                    </a:lnTo>
                    <a:lnTo>
                      <a:pt x="539" y="1978"/>
                    </a:lnTo>
                    <a:lnTo>
                      <a:pt x="152" y="2026"/>
                    </a:lnTo>
                    <a:lnTo>
                      <a:pt x="19" y="2251"/>
                    </a:lnTo>
                    <a:lnTo>
                      <a:pt x="0" y="2396"/>
                    </a:lnTo>
                    <a:lnTo>
                      <a:pt x="213" y="2179"/>
                    </a:lnTo>
                    <a:lnTo>
                      <a:pt x="629" y="2090"/>
                    </a:lnTo>
                    <a:lnTo>
                      <a:pt x="894" y="1906"/>
                    </a:lnTo>
                    <a:lnTo>
                      <a:pt x="1230" y="1986"/>
                    </a:lnTo>
                    <a:lnTo>
                      <a:pt x="1668" y="1906"/>
                    </a:lnTo>
                    <a:lnTo>
                      <a:pt x="1983" y="1745"/>
                    </a:lnTo>
                    <a:lnTo>
                      <a:pt x="2014" y="1600"/>
                    </a:lnTo>
                    <a:lnTo>
                      <a:pt x="2237" y="1496"/>
                    </a:lnTo>
                    <a:lnTo>
                      <a:pt x="2359" y="1552"/>
                    </a:lnTo>
                    <a:lnTo>
                      <a:pt x="2471" y="1479"/>
                    </a:lnTo>
                  </a:path>
                </a:pathLst>
              </a:custGeom>
              <a:noFill/>
              <a:ln cap="flat" cmpd="sng" w="16500">
                <a:solidFill>
                  <a:schemeClr val="lt2"/>
                </a:solidFill>
                <a:prstDash val="solid"/>
                <a:miter lim="524288"/>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94" name="Google Shape;294;p37"/>
              <p:cNvSpPr/>
              <p:nvPr/>
            </p:nvSpPr>
            <p:spPr>
              <a:xfrm>
                <a:off x="2366" y="1067"/>
                <a:ext cx="1399" cy="1349"/>
              </a:xfrm>
              <a:custGeom>
                <a:rect b="b" l="l" r="r" t="t"/>
                <a:pathLst>
                  <a:path extrusionOk="0" h="1349" w="1399">
                    <a:moveTo>
                      <a:pt x="620" y="155"/>
                    </a:moveTo>
                    <a:lnTo>
                      <a:pt x="421" y="155"/>
                    </a:lnTo>
                    <a:lnTo>
                      <a:pt x="205" y="507"/>
                    </a:lnTo>
                    <a:lnTo>
                      <a:pt x="0" y="673"/>
                    </a:lnTo>
                    <a:lnTo>
                      <a:pt x="487" y="783"/>
                    </a:lnTo>
                    <a:lnTo>
                      <a:pt x="425" y="1009"/>
                    </a:lnTo>
                    <a:lnTo>
                      <a:pt x="617" y="1086"/>
                    </a:lnTo>
                    <a:lnTo>
                      <a:pt x="498" y="1349"/>
                    </a:lnTo>
                    <a:lnTo>
                      <a:pt x="961" y="1035"/>
                    </a:lnTo>
                    <a:lnTo>
                      <a:pt x="926" y="776"/>
                    </a:lnTo>
                    <a:lnTo>
                      <a:pt x="1181" y="749"/>
                    </a:lnTo>
                    <a:lnTo>
                      <a:pt x="1399" y="601"/>
                    </a:lnTo>
                    <a:lnTo>
                      <a:pt x="1315" y="416"/>
                    </a:lnTo>
                    <a:lnTo>
                      <a:pt x="1341" y="196"/>
                    </a:lnTo>
                    <a:lnTo>
                      <a:pt x="1171" y="164"/>
                    </a:lnTo>
                    <a:lnTo>
                      <a:pt x="928" y="0"/>
                    </a:lnTo>
                    <a:lnTo>
                      <a:pt x="620" y="155"/>
                    </a:lnTo>
                    <a:close/>
                  </a:path>
                </a:pathLst>
              </a:custGeom>
              <a:noFill/>
              <a:ln cap="flat" cmpd="sng" w="17775">
                <a:solidFill>
                  <a:schemeClr val="lt2"/>
                </a:solidFill>
                <a:prstDash val="solid"/>
                <a:miter lim="524288"/>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95" name="Google Shape;295;p37"/>
              <p:cNvSpPr/>
              <p:nvPr/>
            </p:nvSpPr>
            <p:spPr>
              <a:xfrm>
                <a:off x="4275" y="2031"/>
                <a:ext cx="1256" cy="810"/>
              </a:xfrm>
              <a:custGeom>
                <a:rect b="b" l="l" r="r" t="t"/>
                <a:pathLst>
                  <a:path extrusionOk="0" h="810" w="1256">
                    <a:moveTo>
                      <a:pt x="719" y="183"/>
                    </a:moveTo>
                    <a:lnTo>
                      <a:pt x="760" y="33"/>
                    </a:lnTo>
                    <a:lnTo>
                      <a:pt x="884" y="0"/>
                    </a:lnTo>
                    <a:lnTo>
                      <a:pt x="983" y="78"/>
                    </a:lnTo>
                    <a:lnTo>
                      <a:pt x="1082" y="248"/>
                    </a:lnTo>
                    <a:lnTo>
                      <a:pt x="1256" y="229"/>
                    </a:lnTo>
                    <a:lnTo>
                      <a:pt x="1248" y="359"/>
                    </a:lnTo>
                    <a:lnTo>
                      <a:pt x="1016" y="431"/>
                    </a:lnTo>
                    <a:lnTo>
                      <a:pt x="879" y="417"/>
                    </a:lnTo>
                    <a:lnTo>
                      <a:pt x="719" y="481"/>
                    </a:lnTo>
                    <a:lnTo>
                      <a:pt x="591" y="633"/>
                    </a:lnTo>
                    <a:lnTo>
                      <a:pt x="423" y="537"/>
                    </a:lnTo>
                    <a:lnTo>
                      <a:pt x="256" y="810"/>
                    </a:lnTo>
                    <a:lnTo>
                      <a:pt x="66" y="764"/>
                    </a:lnTo>
                    <a:lnTo>
                      <a:pt x="0" y="601"/>
                    </a:lnTo>
                    <a:lnTo>
                      <a:pt x="157" y="483"/>
                    </a:lnTo>
                    <a:lnTo>
                      <a:pt x="248" y="281"/>
                    </a:lnTo>
                    <a:lnTo>
                      <a:pt x="438" y="150"/>
                    </a:lnTo>
                    <a:lnTo>
                      <a:pt x="719" y="189"/>
                    </a:lnTo>
                  </a:path>
                </a:pathLst>
              </a:custGeom>
              <a:noFill/>
              <a:ln cap="flat" cmpd="sng" w="17775">
                <a:solidFill>
                  <a:schemeClr val="lt2"/>
                </a:solidFill>
                <a:prstDash val="solid"/>
                <a:miter lim="524288"/>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96" name="Google Shape;296;p37"/>
              <p:cNvSpPr/>
              <p:nvPr/>
            </p:nvSpPr>
            <p:spPr>
              <a:xfrm>
                <a:off x="2914" y="3476"/>
                <a:ext cx="2848" cy="788"/>
              </a:xfrm>
              <a:custGeom>
                <a:rect b="b" l="l" r="r" t="t"/>
                <a:pathLst>
                  <a:path extrusionOk="0" h="788" w="2848">
                    <a:moveTo>
                      <a:pt x="2838" y="16"/>
                    </a:moveTo>
                    <a:lnTo>
                      <a:pt x="2493" y="0"/>
                    </a:lnTo>
                    <a:lnTo>
                      <a:pt x="2278" y="81"/>
                    </a:lnTo>
                    <a:lnTo>
                      <a:pt x="1936" y="44"/>
                    </a:lnTo>
                    <a:lnTo>
                      <a:pt x="1739" y="354"/>
                    </a:lnTo>
                    <a:lnTo>
                      <a:pt x="1600" y="212"/>
                    </a:lnTo>
                    <a:lnTo>
                      <a:pt x="1352" y="308"/>
                    </a:lnTo>
                    <a:lnTo>
                      <a:pt x="1445" y="515"/>
                    </a:lnTo>
                    <a:lnTo>
                      <a:pt x="1072" y="412"/>
                    </a:lnTo>
                    <a:lnTo>
                      <a:pt x="888" y="540"/>
                    </a:lnTo>
                    <a:lnTo>
                      <a:pt x="0" y="660"/>
                    </a:lnTo>
                    <a:lnTo>
                      <a:pt x="288" y="788"/>
                    </a:lnTo>
                    <a:lnTo>
                      <a:pt x="1040" y="676"/>
                    </a:lnTo>
                    <a:lnTo>
                      <a:pt x="1272" y="748"/>
                    </a:lnTo>
                    <a:lnTo>
                      <a:pt x="2096" y="691"/>
                    </a:lnTo>
                    <a:lnTo>
                      <a:pt x="2320" y="748"/>
                    </a:lnTo>
                    <a:lnTo>
                      <a:pt x="2456" y="596"/>
                    </a:lnTo>
                    <a:lnTo>
                      <a:pt x="2712" y="716"/>
                    </a:lnTo>
                    <a:lnTo>
                      <a:pt x="2716" y="339"/>
                    </a:lnTo>
                    <a:lnTo>
                      <a:pt x="2848" y="258"/>
                    </a:lnTo>
                  </a:path>
                </a:pathLst>
              </a:custGeom>
              <a:noFill/>
              <a:ln cap="flat" cmpd="sng" w="17775">
                <a:solidFill>
                  <a:schemeClr val="lt2"/>
                </a:solidFill>
                <a:prstDash val="solid"/>
                <a:miter lim="524288"/>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97" name="Google Shape;297;p37"/>
              <p:cNvSpPr/>
              <p:nvPr/>
            </p:nvSpPr>
            <p:spPr>
              <a:xfrm>
                <a:off x="5443" y="922"/>
                <a:ext cx="319" cy="854"/>
              </a:xfrm>
              <a:custGeom>
                <a:rect b="b" l="l" r="r" t="t"/>
                <a:pathLst>
                  <a:path extrusionOk="0" h="854" w="319">
                    <a:moveTo>
                      <a:pt x="0" y="0"/>
                    </a:moveTo>
                    <a:lnTo>
                      <a:pt x="106" y="313"/>
                    </a:lnTo>
                    <a:lnTo>
                      <a:pt x="106" y="634"/>
                    </a:lnTo>
                    <a:lnTo>
                      <a:pt x="268" y="854"/>
                    </a:lnTo>
                    <a:lnTo>
                      <a:pt x="278" y="577"/>
                    </a:lnTo>
                    <a:lnTo>
                      <a:pt x="238" y="400"/>
                    </a:lnTo>
                    <a:lnTo>
                      <a:pt x="319" y="240"/>
                    </a:lnTo>
                  </a:path>
                </a:pathLst>
              </a:custGeom>
              <a:noFill/>
              <a:ln cap="flat" cmpd="sng" w="17775">
                <a:solidFill>
                  <a:schemeClr val="lt2"/>
                </a:solidFill>
                <a:prstDash val="solid"/>
                <a:miter lim="524288"/>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98" name="Google Shape;298;p37"/>
              <p:cNvSpPr/>
              <p:nvPr/>
            </p:nvSpPr>
            <p:spPr>
              <a:xfrm>
                <a:off x="4954" y="3568"/>
                <a:ext cx="646" cy="392"/>
              </a:xfrm>
              <a:custGeom>
                <a:rect b="b" l="l" r="r" t="t"/>
                <a:pathLst>
                  <a:path extrusionOk="0" h="392" w="646">
                    <a:moveTo>
                      <a:pt x="504" y="0"/>
                    </a:moveTo>
                    <a:lnTo>
                      <a:pt x="320" y="61"/>
                    </a:lnTo>
                    <a:lnTo>
                      <a:pt x="238" y="109"/>
                    </a:lnTo>
                    <a:lnTo>
                      <a:pt x="144" y="216"/>
                    </a:lnTo>
                    <a:lnTo>
                      <a:pt x="0" y="392"/>
                    </a:lnTo>
                    <a:lnTo>
                      <a:pt x="360" y="263"/>
                    </a:lnTo>
                    <a:lnTo>
                      <a:pt x="432" y="182"/>
                    </a:lnTo>
                    <a:lnTo>
                      <a:pt x="646" y="142"/>
                    </a:lnTo>
                    <a:lnTo>
                      <a:pt x="504" y="0"/>
                    </a:lnTo>
                    <a:close/>
                  </a:path>
                </a:pathLst>
              </a:custGeom>
              <a:noFill/>
              <a:ln cap="flat" cmpd="sng" w="17775">
                <a:solidFill>
                  <a:schemeClr val="lt2"/>
                </a:solidFill>
                <a:prstDash val="solid"/>
                <a:miter lim="524288"/>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99" name="Google Shape;299;p37"/>
              <p:cNvSpPr/>
              <p:nvPr/>
            </p:nvSpPr>
            <p:spPr>
              <a:xfrm>
                <a:off x="50" y="2400"/>
                <a:ext cx="2736" cy="1920"/>
              </a:xfrm>
              <a:custGeom>
                <a:rect b="b" l="l" r="r" t="t"/>
                <a:pathLst>
                  <a:path extrusionOk="0" h="1920" w="2736">
                    <a:moveTo>
                      <a:pt x="0" y="0"/>
                    </a:moveTo>
                    <a:lnTo>
                      <a:pt x="96" y="336"/>
                    </a:lnTo>
                    <a:lnTo>
                      <a:pt x="384" y="384"/>
                    </a:lnTo>
                    <a:lnTo>
                      <a:pt x="576" y="720"/>
                    </a:lnTo>
                    <a:lnTo>
                      <a:pt x="528" y="960"/>
                    </a:lnTo>
                    <a:lnTo>
                      <a:pt x="672" y="1104"/>
                    </a:lnTo>
                    <a:lnTo>
                      <a:pt x="576" y="1392"/>
                    </a:lnTo>
                    <a:lnTo>
                      <a:pt x="624" y="1632"/>
                    </a:lnTo>
                    <a:lnTo>
                      <a:pt x="1488" y="1872"/>
                    </a:lnTo>
                    <a:lnTo>
                      <a:pt x="1680" y="1728"/>
                    </a:lnTo>
                    <a:lnTo>
                      <a:pt x="2208" y="1728"/>
                    </a:lnTo>
                    <a:lnTo>
                      <a:pt x="2304" y="1632"/>
                    </a:lnTo>
                    <a:lnTo>
                      <a:pt x="2736" y="1872"/>
                    </a:lnTo>
                    <a:lnTo>
                      <a:pt x="2640" y="1920"/>
                    </a:lnTo>
                    <a:lnTo>
                      <a:pt x="2304" y="1824"/>
                    </a:lnTo>
                    <a:lnTo>
                      <a:pt x="2160" y="1872"/>
                    </a:lnTo>
                    <a:lnTo>
                      <a:pt x="1632" y="1920"/>
                    </a:lnTo>
                    <a:lnTo>
                      <a:pt x="1440" y="1920"/>
                    </a:lnTo>
                    <a:lnTo>
                      <a:pt x="480" y="1824"/>
                    </a:lnTo>
                    <a:lnTo>
                      <a:pt x="192" y="1872"/>
                    </a:lnTo>
                    <a:lnTo>
                      <a:pt x="96" y="1680"/>
                    </a:lnTo>
                    <a:lnTo>
                      <a:pt x="288" y="1440"/>
                    </a:lnTo>
                    <a:lnTo>
                      <a:pt x="336" y="1104"/>
                    </a:lnTo>
                    <a:lnTo>
                      <a:pt x="144" y="864"/>
                    </a:lnTo>
                    <a:lnTo>
                      <a:pt x="240" y="624"/>
                    </a:lnTo>
                    <a:lnTo>
                      <a:pt x="48" y="528"/>
                    </a:lnTo>
                    <a:lnTo>
                      <a:pt x="0" y="0"/>
                    </a:lnTo>
                    <a:close/>
                  </a:path>
                </a:pathLst>
              </a:custGeom>
              <a:noFill/>
              <a:ln cap="flat" cmpd="sng" w="9525">
                <a:solidFill>
                  <a:schemeClr val="lt2"/>
                </a:solidFill>
                <a:prstDash val="solid"/>
                <a:miter lim="524288"/>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grpSp>
          <p:nvGrpSpPr>
            <p:cNvPr id="300" name="Google Shape;300;p37"/>
            <p:cNvGrpSpPr/>
            <p:nvPr/>
          </p:nvGrpSpPr>
          <p:grpSpPr>
            <a:xfrm>
              <a:off x="3" y="2430"/>
              <a:ext cx="1516" cy="1479"/>
              <a:chOff x="3" y="2430"/>
              <a:chExt cx="1516" cy="1479"/>
            </a:xfrm>
          </p:grpSpPr>
          <p:sp>
            <p:nvSpPr>
              <p:cNvPr id="301" name="Google Shape;301;p37"/>
              <p:cNvSpPr/>
              <p:nvPr/>
            </p:nvSpPr>
            <p:spPr>
              <a:xfrm>
                <a:off x="120" y="3856"/>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02" name="Google Shape;302;p37"/>
              <p:cNvSpPr/>
              <p:nvPr/>
            </p:nvSpPr>
            <p:spPr>
              <a:xfrm>
                <a:off x="91" y="3853"/>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03" name="Google Shape;303;p37"/>
              <p:cNvSpPr/>
              <p:nvPr/>
            </p:nvSpPr>
            <p:spPr>
              <a:xfrm>
                <a:off x="64" y="3848"/>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04" name="Google Shape;304;p37"/>
              <p:cNvSpPr/>
              <p:nvPr/>
            </p:nvSpPr>
            <p:spPr>
              <a:xfrm>
                <a:off x="255" y="3856"/>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05" name="Google Shape;305;p37"/>
              <p:cNvSpPr/>
              <p:nvPr/>
            </p:nvSpPr>
            <p:spPr>
              <a:xfrm>
                <a:off x="228" y="3861"/>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06" name="Google Shape;306;p37"/>
              <p:cNvSpPr/>
              <p:nvPr/>
            </p:nvSpPr>
            <p:spPr>
              <a:xfrm>
                <a:off x="201" y="3861"/>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07" name="Google Shape;307;p37"/>
              <p:cNvSpPr/>
              <p:nvPr/>
            </p:nvSpPr>
            <p:spPr>
              <a:xfrm>
                <a:off x="171" y="3859"/>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08" name="Google Shape;308;p37"/>
              <p:cNvSpPr/>
              <p:nvPr/>
            </p:nvSpPr>
            <p:spPr>
              <a:xfrm>
                <a:off x="403" y="3839"/>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09" name="Google Shape;309;p37"/>
              <p:cNvSpPr/>
              <p:nvPr/>
            </p:nvSpPr>
            <p:spPr>
              <a:xfrm>
                <a:off x="372" y="3842"/>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10" name="Google Shape;310;p37"/>
              <p:cNvSpPr/>
              <p:nvPr/>
            </p:nvSpPr>
            <p:spPr>
              <a:xfrm>
                <a:off x="344" y="3848"/>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11" name="Google Shape;311;p37"/>
              <p:cNvSpPr/>
              <p:nvPr/>
            </p:nvSpPr>
            <p:spPr>
              <a:xfrm>
                <a:off x="313" y="3853"/>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12" name="Google Shape;312;p37"/>
              <p:cNvSpPr/>
              <p:nvPr/>
            </p:nvSpPr>
            <p:spPr>
              <a:xfrm>
                <a:off x="547" y="3802"/>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13" name="Google Shape;313;p37"/>
              <p:cNvSpPr/>
              <p:nvPr/>
            </p:nvSpPr>
            <p:spPr>
              <a:xfrm>
                <a:off x="519" y="3807"/>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14" name="Google Shape;314;p37"/>
              <p:cNvSpPr/>
              <p:nvPr/>
            </p:nvSpPr>
            <p:spPr>
              <a:xfrm>
                <a:off x="489" y="3821"/>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15" name="Google Shape;315;p37"/>
              <p:cNvSpPr/>
              <p:nvPr/>
            </p:nvSpPr>
            <p:spPr>
              <a:xfrm>
                <a:off x="460" y="3824"/>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16" name="Google Shape;316;p37"/>
              <p:cNvSpPr/>
              <p:nvPr/>
            </p:nvSpPr>
            <p:spPr>
              <a:xfrm>
                <a:off x="687" y="3736"/>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17" name="Google Shape;317;p37"/>
              <p:cNvSpPr/>
              <p:nvPr/>
            </p:nvSpPr>
            <p:spPr>
              <a:xfrm>
                <a:off x="657" y="3754"/>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18" name="Google Shape;318;p37"/>
              <p:cNvSpPr/>
              <p:nvPr/>
            </p:nvSpPr>
            <p:spPr>
              <a:xfrm>
                <a:off x="630" y="3765"/>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19" name="Google Shape;319;p37"/>
              <p:cNvSpPr/>
              <p:nvPr/>
            </p:nvSpPr>
            <p:spPr>
              <a:xfrm>
                <a:off x="602" y="3777"/>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20" name="Google Shape;320;p37"/>
              <p:cNvSpPr/>
              <p:nvPr/>
            </p:nvSpPr>
            <p:spPr>
              <a:xfrm>
                <a:off x="818" y="3659"/>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21" name="Google Shape;321;p37"/>
              <p:cNvSpPr/>
              <p:nvPr/>
            </p:nvSpPr>
            <p:spPr>
              <a:xfrm>
                <a:off x="791" y="3675"/>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22" name="Google Shape;322;p37"/>
              <p:cNvSpPr/>
              <p:nvPr/>
            </p:nvSpPr>
            <p:spPr>
              <a:xfrm>
                <a:off x="764" y="3693"/>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23" name="Google Shape;323;p37"/>
              <p:cNvSpPr/>
              <p:nvPr/>
            </p:nvSpPr>
            <p:spPr>
              <a:xfrm>
                <a:off x="740" y="3708"/>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24" name="Google Shape;324;p37"/>
              <p:cNvSpPr/>
              <p:nvPr/>
            </p:nvSpPr>
            <p:spPr>
              <a:xfrm>
                <a:off x="934" y="3567"/>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25" name="Google Shape;325;p37"/>
              <p:cNvSpPr/>
              <p:nvPr/>
            </p:nvSpPr>
            <p:spPr>
              <a:xfrm>
                <a:off x="910" y="3586"/>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26" name="Google Shape;326;p37"/>
              <p:cNvSpPr/>
              <p:nvPr/>
            </p:nvSpPr>
            <p:spPr>
              <a:xfrm>
                <a:off x="931" y="3603"/>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27" name="Google Shape;327;p37"/>
              <p:cNvSpPr/>
              <p:nvPr/>
            </p:nvSpPr>
            <p:spPr>
              <a:xfrm>
                <a:off x="900" y="3623"/>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28" name="Google Shape;328;p37"/>
              <p:cNvSpPr/>
              <p:nvPr/>
            </p:nvSpPr>
            <p:spPr>
              <a:xfrm>
                <a:off x="1033" y="3459"/>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29" name="Google Shape;329;p37"/>
              <p:cNvSpPr/>
              <p:nvPr/>
            </p:nvSpPr>
            <p:spPr>
              <a:xfrm>
                <a:off x="1015" y="3483"/>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30" name="Google Shape;330;p37"/>
              <p:cNvSpPr/>
              <p:nvPr/>
            </p:nvSpPr>
            <p:spPr>
              <a:xfrm>
                <a:off x="997" y="3503"/>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31" name="Google Shape;331;p37"/>
              <p:cNvSpPr/>
              <p:nvPr/>
            </p:nvSpPr>
            <p:spPr>
              <a:xfrm>
                <a:off x="976" y="3528"/>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32" name="Google Shape;332;p37"/>
              <p:cNvSpPr/>
              <p:nvPr/>
            </p:nvSpPr>
            <p:spPr>
              <a:xfrm>
                <a:off x="1116" y="3346"/>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33" name="Google Shape;333;p37"/>
              <p:cNvSpPr/>
              <p:nvPr/>
            </p:nvSpPr>
            <p:spPr>
              <a:xfrm>
                <a:off x="1102" y="3370"/>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34" name="Google Shape;334;p37"/>
              <p:cNvSpPr/>
              <p:nvPr/>
            </p:nvSpPr>
            <p:spPr>
              <a:xfrm>
                <a:off x="1090" y="3392"/>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35" name="Google Shape;335;p37"/>
              <p:cNvSpPr/>
              <p:nvPr/>
            </p:nvSpPr>
            <p:spPr>
              <a:xfrm>
                <a:off x="1068" y="3413"/>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36" name="Google Shape;336;p37"/>
              <p:cNvSpPr/>
              <p:nvPr/>
            </p:nvSpPr>
            <p:spPr>
              <a:xfrm>
                <a:off x="1173" y="3220"/>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37" name="Google Shape;337;p37"/>
              <p:cNvSpPr/>
              <p:nvPr/>
            </p:nvSpPr>
            <p:spPr>
              <a:xfrm>
                <a:off x="1163" y="3244"/>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38" name="Google Shape;338;p37"/>
              <p:cNvSpPr/>
              <p:nvPr/>
            </p:nvSpPr>
            <p:spPr>
              <a:xfrm>
                <a:off x="1156" y="3268"/>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39" name="Google Shape;339;p37"/>
              <p:cNvSpPr/>
              <p:nvPr/>
            </p:nvSpPr>
            <p:spPr>
              <a:xfrm>
                <a:off x="1143" y="3296"/>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40" name="Google Shape;340;p37"/>
              <p:cNvSpPr/>
              <p:nvPr/>
            </p:nvSpPr>
            <p:spPr>
              <a:xfrm>
                <a:off x="1211" y="3100"/>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41" name="Google Shape;341;p37"/>
              <p:cNvSpPr/>
              <p:nvPr/>
            </p:nvSpPr>
            <p:spPr>
              <a:xfrm>
                <a:off x="1201" y="3123"/>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42" name="Google Shape;342;p37"/>
              <p:cNvSpPr/>
              <p:nvPr/>
            </p:nvSpPr>
            <p:spPr>
              <a:xfrm>
                <a:off x="1200" y="3148"/>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43" name="Google Shape;343;p37"/>
              <p:cNvSpPr/>
              <p:nvPr/>
            </p:nvSpPr>
            <p:spPr>
              <a:xfrm>
                <a:off x="1189" y="3171"/>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44" name="Google Shape;344;p37"/>
              <p:cNvSpPr/>
              <p:nvPr/>
            </p:nvSpPr>
            <p:spPr>
              <a:xfrm>
                <a:off x="1219" y="2974"/>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45" name="Google Shape;345;p37"/>
              <p:cNvSpPr/>
              <p:nvPr/>
            </p:nvSpPr>
            <p:spPr>
              <a:xfrm>
                <a:off x="1220" y="2998"/>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46" name="Google Shape;346;p37"/>
              <p:cNvSpPr/>
              <p:nvPr/>
            </p:nvSpPr>
            <p:spPr>
              <a:xfrm>
                <a:off x="1220" y="3022"/>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47" name="Google Shape;347;p37"/>
              <p:cNvSpPr/>
              <p:nvPr/>
            </p:nvSpPr>
            <p:spPr>
              <a:xfrm>
                <a:off x="1219" y="3045"/>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48" name="Google Shape;348;p37"/>
              <p:cNvSpPr/>
              <p:nvPr/>
            </p:nvSpPr>
            <p:spPr>
              <a:xfrm>
                <a:off x="1207" y="2857"/>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49" name="Google Shape;349;p37"/>
              <p:cNvSpPr/>
              <p:nvPr/>
            </p:nvSpPr>
            <p:spPr>
              <a:xfrm>
                <a:off x="1213" y="2877"/>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50" name="Google Shape;350;p37"/>
              <p:cNvSpPr/>
              <p:nvPr/>
            </p:nvSpPr>
            <p:spPr>
              <a:xfrm>
                <a:off x="1216" y="2901"/>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51" name="Google Shape;351;p37"/>
              <p:cNvSpPr/>
              <p:nvPr/>
            </p:nvSpPr>
            <p:spPr>
              <a:xfrm>
                <a:off x="1219" y="2926"/>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52" name="Google Shape;352;p37"/>
              <p:cNvSpPr/>
              <p:nvPr/>
            </p:nvSpPr>
            <p:spPr>
              <a:xfrm>
                <a:off x="1167" y="2746"/>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53" name="Google Shape;353;p37"/>
              <p:cNvSpPr/>
              <p:nvPr/>
            </p:nvSpPr>
            <p:spPr>
              <a:xfrm>
                <a:off x="1177" y="2769"/>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54" name="Google Shape;354;p37"/>
              <p:cNvSpPr/>
              <p:nvPr/>
            </p:nvSpPr>
            <p:spPr>
              <a:xfrm>
                <a:off x="1185" y="2792"/>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55" name="Google Shape;355;p37"/>
              <p:cNvSpPr/>
              <p:nvPr/>
            </p:nvSpPr>
            <p:spPr>
              <a:xfrm>
                <a:off x="1195" y="2812"/>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56" name="Google Shape;356;p37"/>
              <p:cNvSpPr/>
              <p:nvPr/>
            </p:nvSpPr>
            <p:spPr>
              <a:xfrm>
                <a:off x="1105" y="2652"/>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57" name="Google Shape;357;p37"/>
              <p:cNvSpPr/>
              <p:nvPr/>
            </p:nvSpPr>
            <p:spPr>
              <a:xfrm>
                <a:off x="1117" y="2668"/>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58" name="Google Shape;358;p37"/>
              <p:cNvSpPr/>
              <p:nvPr/>
            </p:nvSpPr>
            <p:spPr>
              <a:xfrm>
                <a:off x="1132" y="2689"/>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59" name="Google Shape;359;p37"/>
              <p:cNvSpPr/>
              <p:nvPr/>
            </p:nvSpPr>
            <p:spPr>
              <a:xfrm>
                <a:off x="1145" y="2706"/>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60" name="Google Shape;360;p37"/>
              <p:cNvSpPr/>
              <p:nvPr/>
            </p:nvSpPr>
            <p:spPr>
              <a:xfrm>
                <a:off x="1021" y="2568"/>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61" name="Google Shape;361;p37"/>
              <p:cNvSpPr/>
              <p:nvPr/>
            </p:nvSpPr>
            <p:spPr>
              <a:xfrm>
                <a:off x="1042" y="2587"/>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62" name="Google Shape;362;p37"/>
              <p:cNvSpPr/>
              <p:nvPr/>
            </p:nvSpPr>
            <p:spPr>
              <a:xfrm>
                <a:off x="1057" y="2604"/>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63" name="Google Shape;363;p37"/>
              <p:cNvSpPr/>
              <p:nvPr/>
            </p:nvSpPr>
            <p:spPr>
              <a:xfrm>
                <a:off x="1074" y="2619"/>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64" name="Google Shape;364;p37"/>
              <p:cNvSpPr/>
              <p:nvPr/>
            </p:nvSpPr>
            <p:spPr>
              <a:xfrm>
                <a:off x="486" y="2563"/>
                <a:ext cx="180" cy="151"/>
              </a:xfrm>
              <a:custGeom>
                <a:rect b="b" l="l" r="r" t="t"/>
                <a:pathLst>
                  <a:path extrusionOk="0" h="151" w="180">
                    <a:moveTo>
                      <a:pt x="0" y="144"/>
                    </a:moveTo>
                    <a:lnTo>
                      <a:pt x="28" y="147"/>
                    </a:lnTo>
                    <a:lnTo>
                      <a:pt x="64" y="46"/>
                    </a:lnTo>
                    <a:lnTo>
                      <a:pt x="94" y="151"/>
                    </a:lnTo>
                    <a:lnTo>
                      <a:pt x="129" y="151"/>
                    </a:lnTo>
                    <a:lnTo>
                      <a:pt x="180" y="9"/>
                    </a:lnTo>
                    <a:lnTo>
                      <a:pt x="148" y="10"/>
                    </a:lnTo>
                    <a:lnTo>
                      <a:pt x="112" y="112"/>
                    </a:lnTo>
                    <a:lnTo>
                      <a:pt x="79" y="0"/>
                    </a:lnTo>
                    <a:lnTo>
                      <a:pt x="48" y="0"/>
                    </a:lnTo>
                    <a:lnTo>
                      <a:pt x="0" y="14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65" name="Google Shape;365;p37"/>
              <p:cNvSpPr/>
              <p:nvPr/>
            </p:nvSpPr>
            <p:spPr>
              <a:xfrm rot="6242175">
                <a:off x="-167" y="3166"/>
                <a:ext cx="1237"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66" name="Google Shape;366;p37"/>
              <p:cNvSpPr/>
              <p:nvPr/>
            </p:nvSpPr>
            <p:spPr>
              <a:xfrm>
                <a:off x="5" y="3119"/>
                <a:ext cx="90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67" name="Google Shape;367;p37"/>
              <p:cNvSpPr/>
              <p:nvPr/>
            </p:nvSpPr>
            <p:spPr>
              <a:xfrm>
                <a:off x="917" y="2505"/>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68" name="Google Shape;368;p37"/>
              <p:cNvSpPr/>
              <p:nvPr/>
            </p:nvSpPr>
            <p:spPr>
              <a:xfrm>
                <a:off x="940" y="2518"/>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69" name="Google Shape;369;p37"/>
              <p:cNvSpPr/>
              <p:nvPr/>
            </p:nvSpPr>
            <p:spPr>
              <a:xfrm>
                <a:off x="965" y="2532"/>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70" name="Google Shape;370;p37"/>
              <p:cNvSpPr/>
              <p:nvPr/>
            </p:nvSpPr>
            <p:spPr>
              <a:xfrm>
                <a:off x="982" y="2541"/>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71" name="Google Shape;371;p37"/>
              <p:cNvSpPr/>
              <p:nvPr/>
            </p:nvSpPr>
            <p:spPr>
              <a:xfrm>
                <a:off x="802" y="2461"/>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72" name="Google Shape;372;p37"/>
              <p:cNvSpPr/>
              <p:nvPr/>
            </p:nvSpPr>
            <p:spPr>
              <a:xfrm>
                <a:off x="829" y="2469"/>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73" name="Google Shape;373;p37"/>
              <p:cNvSpPr/>
              <p:nvPr/>
            </p:nvSpPr>
            <p:spPr>
              <a:xfrm>
                <a:off x="851" y="2478"/>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74" name="Google Shape;374;p37"/>
              <p:cNvSpPr/>
              <p:nvPr/>
            </p:nvSpPr>
            <p:spPr>
              <a:xfrm>
                <a:off x="874" y="2487"/>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75" name="Google Shape;375;p37"/>
              <p:cNvSpPr/>
              <p:nvPr/>
            </p:nvSpPr>
            <p:spPr>
              <a:xfrm>
                <a:off x="670" y="2435"/>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76" name="Google Shape;376;p37"/>
              <p:cNvSpPr/>
              <p:nvPr/>
            </p:nvSpPr>
            <p:spPr>
              <a:xfrm>
                <a:off x="697" y="2441"/>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77" name="Google Shape;377;p37"/>
              <p:cNvSpPr/>
              <p:nvPr/>
            </p:nvSpPr>
            <p:spPr>
              <a:xfrm>
                <a:off x="727" y="2446"/>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78" name="Google Shape;378;p37"/>
              <p:cNvSpPr/>
              <p:nvPr/>
            </p:nvSpPr>
            <p:spPr>
              <a:xfrm>
                <a:off x="754" y="2448"/>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79" name="Google Shape;379;p37"/>
              <p:cNvSpPr/>
              <p:nvPr/>
            </p:nvSpPr>
            <p:spPr>
              <a:xfrm>
                <a:off x="527" y="2433"/>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80" name="Google Shape;380;p37"/>
              <p:cNvSpPr/>
              <p:nvPr/>
            </p:nvSpPr>
            <p:spPr>
              <a:xfrm>
                <a:off x="557" y="2433"/>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81" name="Google Shape;381;p37"/>
              <p:cNvSpPr/>
              <p:nvPr/>
            </p:nvSpPr>
            <p:spPr>
              <a:xfrm>
                <a:off x="587" y="2430"/>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82" name="Google Shape;382;p37"/>
              <p:cNvSpPr/>
              <p:nvPr/>
            </p:nvSpPr>
            <p:spPr>
              <a:xfrm>
                <a:off x="617" y="2431"/>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83" name="Google Shape;383;p37"/>
              <p:cNvSpPr/>
              <p:nvPr/>
            </p:nvSpPr>
            <p:spPr>
              <a:xfrm>
                <a:off x="382" y="2453"/>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84" name="Google Shape;384;p37"/>
              <p:cNvSpPr/>
              <p:nvPr/>
            </p:nvSpPr>
            <p:spPr>
              <a:xfrm>
                <a:off x="414" y="2449"/>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85" name="Google Shape;385;p37"/>
              <p:cNvSpPr/>
              <p:nvPr/>
            </p:nvSpPr>
            <p:spPr>
              <a:xfrm>
                <a:off x="446" y="2444"/>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86" name="Google Shape;386;p37"/>
              <p:cNvSpPr/>
              <p:nvPr/>
            </p:nvSpPr>
            <p:spPr>
              <a:xfrm>
                <a:off x="476" y="2439"/>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87" name="Google Shape;387;p37"/>
              <p:cNvSpPr/>
              <p:nvPr/>
            </p:nvSpPr>
            <p:spPr>
              <a:xfrm>
                <a:off x="239" y="2495"/>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88" name="Google Shape;388;p37"/>
              <p:cNvSpPr/>
              <p:nvPr/>
            </p:nvSpPr>
            <p:spPr>
              <a:xfrm>
                <a:off x="270" y="2485"/>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89" name="Google Shape;389;p37"/>
              <p:cNvSpPr/>
              <p:nvPr/>
            </p:nvSpPr>
            <p:spPr>
              <a:xfrm>
                <a:off x="298" y="2475"/>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90" name="Google Shape;390;p37"/>
              <p:cNvSpPr/>
              <p:nvPr/>
            </p:nvSpPr>
            <p:spPr>
              <a:xfrm>
                <a:off x="326" y="2467"/>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91" name="Google Shape;391;p37"/>
              <p:cNvSpPr/>
              <p:nvPr/>
            </p:nvSpPr>
            <p:spPr>
              <a:xfrm>
                <a:off x="49" y="2584"/>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92" name="Google Shape;392;p37"/>
              <p:cNvSpPr/>
              <p:nvPr/>
            </p:nvSpPr>
            <p:spPr>
              <a:xfrm>
                <a:off x="106" y="2552"/>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93" name="Google Shape;393;p37"/>
              <p:cNvSpPr/>
              <p:nvPr/>
            </p:nvSpPr>
            <p:spPr>
              <a:xfrm>
                <a:off x="131" y="2538"/>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94" name="Google Shape;394;p37"/>
              <p:cNvSpPr/>
              <p:nvPr/>
            </p:nvSpPr>
            <p:spPr>
              <a:xfrm>
                <a:off x="158" y="2528"/>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95" name="Google Shape;395;p37"/>
              <p:cNvSpPr/>
              <p:nvPr/>
            </p:nvSpPr>
            <p:spPr>
              <a:xfrm>
                <a:off x="186" y="2515"/>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96" name="Google Shape;396;p37"/>
              <p:cNvSpPr/>
              <p:nvPr/>
            </p:nvSpPr>
            <p:spPr>
              <a:xfrm>
                <a:off x="3" y="3384"/>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97" name="Google Shape;397;p37"/>
              <p:cNvSpPr/>
              <p:nvPr/>
            </p:nvSpPr>
            <p:spPr>
              <a:xfrm rot="5400000">
                <a:off x="416" y="3533"/>
                <a:ext cx="30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98" name="Google Shape;398;p37"/>
              <p:cNvSpPr/>
              <p:nvPr/>
            </p:nvSpPr>
            <p:spPr>
              <a:xfrm rot="5400000">
                <a:off x="-60" y="2853"/>
                <a:ext cx="30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99" name="Google Shape;399;p37"/>
              <p:cNvSpPr/>
              <p:nvPr/>
            </p:nvSpPr>
            <p:spPr>
              <a:xfrm rot="-2700000">
                <a:off x="659" y="2786"/>
                <a:ext cx="424"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00" name="Google Shape;400;p37"/>
              <p:cNvSpPr/>
              <p:nvPr/>
            </p:nvSpPr>
            <p:spPr>
              <a:xfrm>
                <a:off x="285" y="3854"/>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01" name="Google Shape;401;p37"/>
              <p:cNvSpPr/>
              <p:nvPr/>
            </p:nvSpPr>
            <p:spPr>
              <a:xfrm>
                <a:off x="148" y="3856"/>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02" name="Google Shape;402;p37"/>
              <p:cNvSpPr/>
              <p:nvPr/>
            </p:nvSpPr>
            <p:spPr>
              <a:xfrm>
                <a:off x="430" y="3833"/>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03" name="Google Shape;403;p37"/>
              <p:cNvSpPr/>
              <p:nvPr/>
            </p:nvSpPr>
            <p:spPr>
              <a:xfrm>
                <a:off x="577" y="3788"/>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04" name="Google Shape;404;p37"/>
              <p:cNvSpPr/>
              <p:nvPr/>
            </p:nvSpPr>
            <p:spPr>
              <a:xfrm>
                <a:off x="711" y="3722"/>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05" name="Google Shape;405;p37"/>
              <p:cNvSpPr/>
              <p:nvPr/>
            </p:nvSpPr>
            <p:spPr>
              <a:xfrm>
                <a:off x="842" y="3639"/>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06" name="Google Shape;406;p37"/>
              <p:cNvSpPr/>
              <p:nvPr/>
            </p:nvSpPr>
            <p:spPr>
              <a:xfrm>
                <a:off x="953" y="3546"/>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07" name="Google Shape;407;p37"/>
              <p:cNvSpPr/>
              <p:nvPr/>
            </p:nvSpPr>
            <p:spPr>
              <a:xfrm>
                <a:off x="76" y="2572"/>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08" name="Google Shape;408;p37"/>
              <p:cNvSpPr/>
              <p:nvPr/>
            </p:nvSpPr>
            <p:spPr>
              <a:xfrm>
                <a:off x="216" y="2504"/>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09" name="Google Shape;409;p37"/>
              <p:cNvSpPr/>
              <p:nvPr/>
            </p:nvSpPr>
            <p:spPr>
              <a:xfrm>
                <a:off x="502" y="2438"/>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10" name="Google Shape;410;p37"/>
              <p:cNvSpPr/>
              <p:nvPr/>
            </p:nvSpPr>
            <p:spPr>
              <a:xfrm>
                <a:off x="643" y="2435"/>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11" name="Google Shape;411;p37"/>
              <p:cNvSpPr/>
              <p:nvPr/>
            </p:nvSpPr>
            <p:spPr>
              <a:xfrm>
                <a:off x="775" y="2457"/>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12" name="Google Shape;412;p37"/>
              <p:cNvSpPr/>
              <p:nvPr/>
            </p:nvSpPr>
            <p:spPr>
              <a:xfrm>
                <a:off x="899" y="2499"/>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13" name="Google Shape;413;p37"/>
              <p:cNvSpPr/>
              <p:nvPr/>
            </p:nvSpPr>
            <p:spPr>
              <a:xfrm>
                <a:off x="1003" y="2557"/>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14" name="Google Shape;414;p37"/>
              <p:cNvSpPr/>
              <p:nvPr/>
            </p:nvSpPr>
            <p:spPr>
              <a:xfrm>
                <a:off x="1089" y="2638"/>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15" name="Google Shape;415;p37"/>
              <p:cNvSpPr/>
              <p:nvPr/>
            </p:nvSpPr>
            <p:spPr>
              <a:xfrm>
                <a:off x="1155" y="2729"/>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16" name="Google Shape;416;p37"/>
              <p:cNvSpPr/>
              <p:nvPr/>
            </p:nvSpPr>
            <p:spPr>
              <a:xfrm>
                <a:off x="1201" y="2834"/>
                <a:ext cx="30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17" name="Google Shape;417;p37"/>
              <p:cNvSpPr/>
              <p:nvPr/>
            </p:nvSpPr>
            <p:spPr>
              <a:xfrm>
                <a:off x="1219" y="2949"/>
                <a:ext cx="30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18" name="Google Shape;418;p37"/>
              <p:cNvSpPr/>
              <p:nvPr/>
            </p:nvSpPr>
            <p:spPr>
              <a:xfrm>
                <a:off x="1213" y="3073"/>
                <a:ext cx="30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19" name="Google Shape;419;p37"/>
              <p:cNvSpPr/>
              <p:nvPr/>
            </p:nvSpPr>
            <p:spPr>
              <a:xfrm>
                <a:off x="1129" y="3323"/>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20" name="Google Shape;420;p37"/>
              <p:cNvSpPr/>
              <p:nvPr/>
            </p:nvSpPr>
            <p:spPr>
              <a:xfrm>
                <a:off x="1050" y="3436"/>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21" name="Google Shape;421;p37"/>
              <p:cNvSpPr/>
              <p:nvPr/>
            </p:nvSpPr>
            <p:spPr>
              <a:xfrm>
                <a:off x="850" y="3136"/>
                <a:ext cx="204" cy="120"/>
              </a:xfrm>
              <a:custGeom>
                <a:rect b="b" l="l" r="r" t="t"/>
                <a:pathLst>
                  <a:path extrusionOk="0" h="120" w="204">
                    <a:moveTo>
                      <a:pt x="168" y="120"/>
                    </a:moveTo>
                    <a:lnTo>
                      <a:pt x="204" y="12"/>
                    </a:lnTo>
                    <a:lnTo>
                      <a:pt x="42" y="0"/>
                    </a:lnTo>
                    <a:lnTo>
                      <a:pt x="0" y="108"/>
                    </a:lnTo>
                    <a:lnTo>
                      <a:pt x="30" y="114"/>
                    </a:lnTo>
                    <a:lnTo>
                      <a:pt x="60" y="30"/>
                    </a:lnTo>
                    <a:lnTo>
                      <a:pt x="102" y="36"/>
                    </a:lnTo>
                    <a:lnTo>
                      <a:pt x="78" y="108"/>
                    </a:lnTo>
                    <a:lnTo>
                      <a:pt x="102" y="108"/>
                    </a:lnTo>
                    <a:lnTo>
                      <a:pt x="132" y="36"/>
                    </a:lnTo>
                    <a:lnTo>
                      <a:pt x="162" y="36"/>
                    </a:lnTo>
                    <a:lnTo>
                      <a:pt x="138" y="114"/>
                    </a:lnTo>
                    <a:lnTo>
                      <a:pt x="168" y="12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22" name="Google Shape;422;p37"/>
              <p:cNvSpPr/>
              <p:nvPr/>
            </p:nvSpPr>
            <p:spPr>
              <a:xfrm>
                <a:off x="19" y="2722"/>
                <a:ext cx="90" cy="78"/>
              </a:xfrm>
              <a:custGeom>
                <a:rect b="b" l="l" r="r" t="t"/>
                <a:pathLst>
                  <a:path extrusionOk="0" h="78" w="90">
                    <a:moveTo>
                      <a:pt x="66" y="36"/>
                    </a:moveTo>
                    <a:lnTo>
                      <a:pt x="66" y="36"/>
                    </a:lnTo>
                    <a:lnTo>
                      <a:pt x="18" y="24"/>
                    </a:lnTo>
                    <a:lnTo>
                      <a:pt x="0" y="30"/>
                    </a:lnTo>
                    <a:lnTo>
                      <a:pt x="36" y="78"/>
                    </a:lnTo>
                    <a:lnTo>
                      <a:pt x="48" y="72"/>
                    </a:lnTo>
                    <a:lnTo>
                      <a:pt x="24" y="36"/>
                    </a:lnTo>
                    <a:lnTo>
                      <a:pt x="24" y="36"/>
                    </a:lnTo>
                    <a:lnTo>
                      <a:pt x="72" y="54"/>
                    </a:lnTo>
                    <a:lnTo>
                      <a:pt x="90" y="42"/>
                    </a:lnTo>
                    <a:lnTo>
                      <a:pt x="54" y="0"/>
                    </a:lnTo>
                    <a:lnTo>
                      <a:pt x="42" y="6"/>
                    </a:lnTo>
                    <a:lnTo>
                      <a:pt x="66" y="3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23" name="Google Shape;423;p37"/>
              <p:cNvSpPr/>
              <p:nvPr/>
            </p:nvSpPr>
            <p:spPr>
              <a:xfrm>
                <a:off x="97" y="2651"/>
                <a:ext cx="101" cy="89"/>
              </a:xfrm>
              <a:custGeom>
                <a:rect b="b" l="l" r="r" t="t"/>
                <a:pathLst>
                  <a:path extrusionOk="0" h="89" w="101">
                    <a:moveTo>
                      <a:pt x="54" y="89"/>
                    </a:moveTo>
                    <a:lnTo>
                      <a:pt x="65" y="83"/>
                    </a:lnTo>
                    <a:lnTo>
                      <a:pt x="48" y="35"/>
                    </a:lnTo>
                    <a:lnTo>
                      <a:pt x="89" y="65"/>
                    </a:lnTo>
                    <a:lnTo>
                      <a:pt x="101" y="59"/>
                    </a:lnTo>
                    <a:lnTo>
                      <a:pt x="83" y="0"/>
                    </a:lnTo>
                    <a:lnTo>
                      <a:pt x="71" y="12"/>
                    </a:lnTo>
                    <a:lnTo>
                      <a:pt x="83" y="41"/>
                    </a:lnTo>
                    <a:lnTo>
                      <a:pt x="48" y="23"/>
                    </a:lnTo>
                    <a:lnTo>
                      <a:pt x="36" y="29"/>
                    </a:lnTo>
                    <a:lnTo>
                      <a:pt x="45" y="68"/>
                    </a:lnTo>
                    <a:lnTo>
                      <a:pt x="18" y="41"/>
                    </a:lnTo>
                    <a:lnTo>
                      <a:pt x="0" y="53"/>
                    </a:lnTo>
                    <a:lnTo>
                      <a:pt x="54" y="89"/>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24" name="Google Shape;424;p37"/>
              <p:cNvSpPr/>
              <p:nvPr/>
            </p:nvSpPr>
            <p:spPr>
              <a:xfrm>
                <a:off x="677" y="3502"/>
                <a:ext cx="83" cy="78"/>
              </a:xfrm>
              <a:custGeom>
                <a:rect b="b" l="l" r="r" t="t"/>
                <a:pathLst>
                  <a:path extrusionOk="0" h="78" w="83">
                    <a:moveTo>
                      <a:pt x="36" y="78"/>
                    </a:moveTo>
                    <a:lnTo>
                      <a:pt x="83" y="48"/>
                    </a:lnTo>
                    <a:lnTo>
                      <a:pt x="54" y="0"/>
                    </a:lnTo>
                    <a:lnTo>
                      <a:pt x="0" y="30"/>
                    </a:lnTo>
                    <a:lnTo>
                      <a:pt x="6" y="36"/>
                    </a:lnTo>
                    <a:lnTo>
                      <a:pt x="42" y="18"/>
                    </a:lnTo>
                    <a:lnTo>
                      <a:pt x="54" y="30"/>
                    </a:lnTo>
                    <a:lnTo>
                      <a:pt x="24" y="48"/>
                    </a:lnTo>
                    <a:lnTo>
                      <a:pt x="30" y="54"/>
                    </a:lnTo>
                    <a:lnTo>
                      <a:pt x="60" y="36"/>
                    </a:lnTo>
                    <a:lnTo>
                      <a:pt x="66" y="48"/>
                    </a:lnTo>
                    <a:lnTo>
                      <a:pt x="30" y="66"/>
                    </a:lnTo>
                    <a:lnTo>
                      <a:pt x="36" y="7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25" name="Google Shape;425;p37"/>
              <p:cNvSpPr/>
              <p:nvPr/>
            </p:nvSpPr>
            <p:spPr>
              <a:xfrm>
                <a:off x="940" y="2782"/>
                <a:ext cx="90" cy="72"/>
              </a:xfrm>
              <a:custGeom>
                <a:rect b="b" l="l" r="r" t="t"/>
                <a:pathLst>
                  <a:path extrusionOk="0" h="72" w="90">
                    <a:moveTo>
                      <a:pt x="90" y="30"/>
                    </a:moveTo>
                    <a:lnTo>
                      <a:pt x="66" y="0"/>
                    </a:lnTo>
                    <a:lnTo>
                      <a:pt x="0" y="36"/>
                    </a:lnTo>
                    <a:lnTo>
                      <a:pt x="24" y="72"/>
                    </a:lnTo>
                    <a:lnTo>
                      <a:pt x="36" y="66"/>
                    </a:lnTo>
                    <a:lnTo>
                      <a:pt x="18" y="42"/>
                    </a:lnTo>
                    <a:lnTo>
                      <a:pt x="36" y="30"/>
                    </a:lnTo>
                    <a:lnTo>
                      <a:pt x="54" y="54"/>
                    </a:lnTo>
                    <a:lnTo>
                      <a:pt x="60" y="48"/>
                    </a:lnTo>
                    <a:lnTo>
                      <a:pt x="48" y="24"/>
                    </a:lnTo>
                    <a:lnTo>
                      <a:pt x="60" y="12"/>
                    </a:lnTo>
                    <a:lnTo>
                      <a:pt x="78" y="42"/>
                    </a:lnTo>
                    <a:lnTo>
                      <a:pt x="90" y="3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26" name="Google Shape;426;p37"/>
              <p:cNvSpPr/>
              <p:nvPr/>
            </p:nvSpPr>
            <p:spPr>
              <a:xfrm>
                <a:off x="898" y="2716"/>
                <a:ext cx="90" cy="84"/>
              </a:xfrm>
              <a:custGeom>
                <a:rect b="b" l="l" r="r" t="t"/>
                <a:pathLst>
                  <a:path extrusionOk="0" h="84" w="90">
                    <a:moveTo>
                      <a:pt x="42" y="60"/>
                    </a:moveTo>
                    <a:lnTo>
                      <a:pt x="42" y="60"/>
                    </a:lnTo>
                    <a:lnTo>
                      <a:pt x="72" y="12"/>
                    </a:lnTo>
                    <a:lnTo>
                      <a:pt x="66" y="0"/>
                    </a:lnTo>
                    <a:lnTo>
                      <a:pt x="0" y="42"/>
                    </a:lnTo>
                    <a:lnTo>
                      <a:pt x="6" y="54"/>
                    </a:lnTo>
                    <a:lnTo>
                      <a:pt x="54" y="24"/>
                    </a:lnTo>
                    <a:lnTo>
                      <a:pt x="54" y="24"/>
                    </a:lnTo>
                    <a:lnTo>
                      <a:pt x="18" y="72"/>
                    </a:lnTo>
                    <a:lnTo>
                      <a:pt x="24" y="84"/>
                    </a:lnTo>
                    <a:lnTo>
                      <a:pt x="90" y="42"/>
                    </a:lnTo>
                    <a:lnTo>
                      <a:pt x="84" y="30"/>
                    </a:lnTo>
                    <a:lnTo>
                      <a:pt x="42" y="6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27" name="Google Shape;427;p37"/>
              <p:cNvSpPr/>
              <p:nvPr/>
            </p:nvSpPr>
            <p:spPr>
              <a:xfrm>
                <a:off x="7" y="3837"/>
                <a:ext cx="6" cy="12"/>
              </a:xfrm>
              <a:custGeom>
                <a:rect b="b" l="l" r="r" t="t"/>
                <a:pathLst>
                  <a:path extrusionOk="0" h="12" w="6">
                    <a:moveTo>
                      <a:pt x="6" y="0"/>
                    </a:moveTo>
                    <a:lnTo>
                      <a:pt x="6" y="0"/>
                    </a:lnTo>
                    <a:lnTo>
                      <a:pt x="0" y="0"/>
                    </a:lnTo>
                    <a:lnTo>
                      <a:pt x="0" y="0"/>
                    </a:lnTo>
                    <a:lnTo>
                      <a:pt x="0" y="12"/>
                    </a:lnTo>
                    <a:lnTo>
                      <a:pt x="6" y="0"/>
                    </a:lnTo>
                    <a:lnTo>
                      <a:pt x="6"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28" name="Google Shape;428;p37"/>
              <p:cNvSpPr/>
              <p:nvPr/>
            </p:nvSpPr>
            <p:spPr>
              <a:xfrm>
                <a:off x="7" y="2555"/>
                <a:ext cx="30" cy="48"/>
              </a:xfrm>
              <a:custGeom>
                <a:rect b="b" l="l" r="r" t="t"/>
                <a:pathLst>
                  <a:path extrusionOk="0" h="48" w="30">
                    <a:moveTo>
                      <a:pt x="18" y="48"/>
                    </a:moveTo>
                    <a:lnTo>
                      <a:pt x="18" y="48"/>
                    </a:lnTo>
                    <a:lnTo>
                      <a:pt x="30" y="42"/>
                    </a:lnTo>
                    <a:lnTo>
                      <a:pt x="0" y="0"/>
                    </a:lnTo>
                    <a:lnTo>
                      <a:pt x="0" y="24"/>
                    </a:lnTo>
                    <a:lnTo>
                      <a:pt x="18" y="48"/>
                    </a:lnTo>
                    <a:lnTo>
                      <a:pt x="18" y="4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29" name="Google Shape;429;p37"/>
              <p:cNvSpPr/>
              <p:nvPr/>
            </p:nvSpPr>
            <p:spPr>
              <a:xfrm>
                <a:off x="7" y="3843"/>
                <a:ext cx="36" cy="66"/>
              </a:xfrm>
              <a:custGeom>
                <a:rect b="b" l="l" r="r" t="t"/>
                <a:pathLst>
                  <a:path extrusionOk="0" h="66" w="36">
                    <a:moveTo>
                      <a:pt x="36" y="0"/>
                    </a:moveTo>
                    <a:lnTo>
                      <a:pt x="24" y="0"/>
                    </a:lnTo>
                    <a:lnTo>
                      <a:pt x="24" y="0"/>
                    </a:lnTo>
                    <a:lnTo>
                      <a:pt x="0" y="36"/>
                    </a:lnTo>
                    <a:lnTo>
                      <a:pt x="0" y="66"/>
                    </a:lnTo>
                    <a:lnTo>
                      <a:pt x="36" y="0"/>
                    </a:lnTo>
                    <a:lnTo>
                      <a:pt x="36"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30" name="Google Shape;430;p37"/>
              <p:cNvSpPr/>
              <p:nvPr/>
            </p:nvSpPr>
            <p:spPr>
              <a:xfrm>
                <a:off x="1178" y="3195"/>
                <a:ext cx="30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31" name="Google Shape;431;p37"/>
              <p:cNvSpPr/>
              <p:nvPr/>
            </p:nvSpPr>
            <p:spPr>
              <a:xfrm>
                <a:off x="358" y="2461"/>
                <a:ext cx="0" cy="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32" name="Google Shape;432;p37"/>
              <p:cNvSpPr/>
              <p:nvPr/>
            </p:nvSpPr>
            <p:spPr>
              <a:xfrm>
                <a:off x="139" y="3573"/>
                <a:ext cx="144" cy="154"/>
              </a:xfrm>
              <a:custGeom>
                <a:rect b="b" l="l" r="r" t="t"/>
                <a:pathLst>
                  <a:path extrusionOk="0" h="154" w="144">
                    <a:moveTo>
                      <a:pt x="0" y="102"/>
                    </a:moveTo>
                    <a:cubicBezTo>
                      <a:pt x="6" y="140"/>
                      <a:pt x="25" y="154"/>
                      <a:pt x="59" y="154"/>
                    </a:cubicBezTo>
                    <a:cubicBezTo>
                      <a:pt x="111" y="152"/>
                      <a:pt x="106" y="130"/>
                      <a:pt x="117" y="120"/>
                    </a:cubicBezTo>
                    <a:cubicBezTo>
                      <a:pt x="119" y="61"/>
                      <a:pt x="84" y="84"/>
                      <a:pt x="62" y="55"/>
                    </a:cubicBezTo>
                    <a:cubicBezTo>
                      <a:pt x="59" y="42"/>
                      <a:pt x="78" y="11"/>
                      <a:pt x="104" y="34"/>
                    </a:cubicBezTo>
                    <a:cubicBezTo>
                      <a:pt x="108" y="41"/>
                      <a:pt x="111" y="51"/>
                      <a:pt x="117" y="53"/>
                    </a:cubicBezTo>
                    <a:cubicBezTo>
                      <a:pt x="123" y="55"/>
                      <a:pt x="144" y="55"/>
                      <a:pt x="141" y="47"/>
                    </a:cubicBezTo>
                    <a:cubicBezTo>
                      <a:pt x="138" y="39"/>
                      <a:pt x="126" y="5"/>
                      <a:pt x="97" y="2"/>
                    </a:cubicBezTo>
                    <a:cubicBezTo>
                      <a:pt x="77" y="0"/>
                      <a:pt x="48" y="0"/>
                      <a:pt x="36" y="33"/>
                    </a:cubicBezTo>
                    <a:cubicBezTo>
                      <a:pt x="15" y="89"/>
                      <a:pt x="83" y="79"/>
                      <a:pt x="90" y="107"/>
                    </a:cubicBezTo>
                    <a:cubicBezTo>
                      <a:pt x="96" y="130"/>
                      <a:pt x="34" y="147"/>
                      <a:pt x="28" y="101"/>
                    </a:cubicBezTo>
                    <a:cubicBezTo>
                      <a:pt x="12" y="104"/>
                      <a:pt x="15" y="98"/>
                      <a:pt x="0" y="102"/>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33" name="Google Shape;433;p37"/>
              <p:cNvSpPr/>
              <p:nvPr/>
            </p:nvSpPr>
            <p:spPr>
              <a:xfrm rot="-2880767">
                <a:off x="618" y="3550"/>
                <a:ext cx="68" cy="69"/>
              </a:xfrm>
              <a:custGeom>
                <a:rect b="b" l="l" r="r" t="t"/>
                <a:pathLst>
                  <a:path extrusionOk="0" h="154" w="144">
                    <a:moveTo>
                      <a:pt x="0" y="102"/>
                    </a:moveTo>
                    <a:cubicBezTo>
                      <a:pt x="6" y="140"/>
                      <a:pt x="25" y="154"/>
                      <a:pt x="59" y="154"/>
                    </a:cubicBezTo>
                    <a:cubicBezTo>
                      <a:pt x="111" y="152"/>
                      <a:pt x="106" y="130"/>
                      <a:pt x="117" y="120"/>
                    </a:cubicBezTo>
                    <a:cubicBezTo>
                      <a:pt x="113" y="47"/>
                      <a:pt x="84" y="84"/>
                      <a:pt x="62" y="55"/>
                    </a:cubicBezTo>
                    <a:cubicBezTo>
                      <a:pt x="59" y="42"/>
                      <a:pt x="78" y="11"/>
                      <a:pt x="104" y="34"/>
                    </a:cubicBezTo>
                    <a:cubicBezTo>
                      <a:pt x="108" y="41"/>
                      <a:pt x="111" y="51"/>
                      <a:pt x="117" y="53"/>
                    </a:cubicBezTo>
                    <a:cubicBezTo>
                      <a:pt x="123" y="55"/>
                      <a:pt x="144" y="55"/>
                      <a:pt x="141" y="47"/>
                    </a:cubicBezTo>
                    <a:cubicBezTo>
                      <a:pt x="138" y="39"/>
                      <a:pt x="126" y="5"/>
                      <a:pt x="97" y="2"/>
                    </a:cubicBezTo>
                    <a:cubicBezTo>
                      <a:pt x="77" y="0"/>
                      <a:pt x="48" y="0"/>
                      <a:pt x="36" y="33"/>
                    </a:cubicBezTo>
                    <a:cubicBezTo>
                      <a:pt x="15" y="89"/>
                      <a:pt x="83" y="79"/>
                      <a:pt x="90" y="107"/>
                    </a:cubicBezTo>
                    <a:cubicBezTo>
                      <a:pt x="96" y="130"/>
                      <a:pt x="34" y="147"/>
                      <a:pt x="28" y="101"/>
                    </a:cubicBezTo>
                    <a:cubicBezTo>
                      <a:pt x="12" y="104"/>
                      <a:pt x="15" y="98"/>
                      <a:pt x="0" y="102"/>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34" name="Google Shape;434;p37"/>
              <p:cNvSpPr/>
              <p:nvPr/>
            </p:nvSpPr>
            <p:spPr>
              <a:xfrm>
                <a:off x="235" y="2503"/>
                <a:ext cx="348" cy="1272"/>
              </a:xfrm>
              <a:custGeom>
                <a:rect b="b" l="l" r="r" t="t"/>
                <a:pathLst>
                  <a:path extrusionOk="0" h="1272" w="348">
                    <a:moveTo>
                      <a:pt x="0" y="0"/>
                    </a:moveTo>
                    <a:lnTo>
                      <a:pt x="287" y="582"/>
                    </a:lnTo>
                    <a:lnTo>
                      <a:pt x="348" y="1272"/>
                    </a:lnTo>
                    <a:lnTo>
                      <a:pt x="54" y="676"/>
                    </a:lnTo>
                    <a:lnTo>
                      <a:pt x="0" y="0"/>
                    </a:lnTo>
                    <a:close/>
                  </a:path>
                </a:pathLst>
              </a:custGeom>
              <a:gradFill>
                <a:gsLst>
                  <a:gs pos="0">
                    <a:srgbClr val="595B69"/>
                  </a:gs>
                  <a:gs pos="100000">
                    <a:schemeClr val="lt2"/>
                  </a:gs>
                </a:gsLst>
                <a:lin ang="8100019"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35" name="Google Shape;435;p37"/>
              <p:cNvSpPr/>
              <p:nvPr/>
            </p:nvSpPr>
            <p:spPr>
              <a:xfrm>
                <a:off x="268" y="3111"/>
                <a:ext cx="300" cy="300"/>
              </a:xfrm>
              <a:prstGeom prst="ellipse">
                <a:avLst/>
              </a:prstGeom>
              <a:gradFill>
                <a:gsLst>
                  <a:gs pos="0">
                    <a:srgbClr val="575966"/>
                  </a:gs>
                  <a:gs pos="50000">
                    <a:schemeClr val="lt2"/>
                  </a:gs>
                  <a:gs pos="100000">
                    <a:srgbClr val="575966"/>
                  </a:gs>
                </a:gsLst>
                <a:lin ang="8100019"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grpSp>
      <p:sp>
        <p:nvSpPr>
          <p:cNvPr id="436" name="Google Shape;436;p37"/>
          <p:cNvSpPr txBox="1"/>
          <p:nvPr>
            <p:ph type="title"/>
          </p:nvPr>
        </p:nvSpPr>
        <p:spPr>
          <a:xfrm>
            <a:off x="301625" y="228600"/>
            <a:ext cx="85407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ctr">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ctr">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ctr">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ctr">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ctr">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ctr">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ctr">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ctr">
              <a:lnSpc>
                <a:spcPct val="100000"/>
              </a:lnSpc>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437" name="Google Shape;437;p37"/>
          <p:cNvSpPr txBox="1"/>
          <p:nvPr>
            <p:ph idx="10" type="dt"/>
          </p:nvPr>
        </p:nvSpPr>
        <p:spPr>
          <a:xfrm>
            <a:off x="301625" y="6245225"/>
            <a:ext cx="2289300" cy="4764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0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38" name="Google Shape;438;p37"/>
          <p:cNvSpPr txBox="1"/>
          <p:nvPr>
            <p:ph idx="11" type="ftr"/>
          </p:nvPr>
        </p:nvSpPr>
        <p:spPr>
          <a:xfrm>
            <a:off x="3124200" y="6245225"/>
            <a:ext cx="2895600" cy="4764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SzPts val="1400"/>
              <a:buNone/>
              <a:defRPr b="0" i="0" sz="10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39" name="Google Shape;439;p37"/>
          <p:cNvSpPr txBox="1"/>
          <p:nvPr>
            <p:ph idx="12" type="sldNum"/>
          </p:nvPr>
        </p:nvSpPr>
        <p:spPr>
          <a:xfrm>
            <a:off x="6553200" y="6245225"/>
            <a:ext cx="2289300" cy="4764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
        <p:nvSpPr>
          <p:cNvPr id="440" name="Google Shape;440;p37"/>
          <p:cNvSpPr txBox="1"/>
          <p:nvPr>
            <p:ph idx="1" type="body"/>
          </p:nvPr>
        </p:nvSpPr>
        <p:spPr>
          <a:xfrm>
            <a:off x="301625" y="1600200"/>
            <a:ext cx="8540700" cy="4499100"/>
          </a:xfrm>
          <a:prstGeom prst="rect">
            <a:avLst/>
          </a:prstGeom>
          <a:noFill/>
          <a:ln>
            <a:noFill/>
          </a:ln>
        </p:spPr>
        <p:txBody>
          <a:bodyPr anchorCtr="0" anchor="t" bIns="45700" lIns="91425" spcFirstLastPara="1" rIns="91425" wrap="square" tIns="45700">
            <a:noAutofit/>
          </a:bodyPr>
          <a:lstStyle>
            <a:lvl1pPr indent="-391160" lvl="0" marL="457200" marR="0" rtl="0" algn="l">
              <a:lnSpc>
                <a:spcPct val="100000"/>
              </a:lnSpc>
              <a:spcBef>
                <a:spcPts val="640"/>
              </a:spcBef>
              <a:spcAft>
                <a:spcPts val="0"/>
              </a:spcAft>
              <a:buClr>
                <a:schemeClr val="hlink"/>
              </a:buClr>
              <a:buSzPts val="2560"/>
              <a:buFont typeface="Arial"/>
              <a:buChar char="►"/>
              <a:defRPr b="0" i="0" sz="3200" u="none" cap="none" strike="noStrike">
                <a:solidFill>
                  <a:schemeClr val="dk1"/>
                </a:solidFill>
                <a:latin typeface="Tahoma"/>
                <a:ea typeface="Tahoma"/>
                <a:cs typeface="Tahoma"/>
                <a:sym typeface="Tahoma"/>
              </a:defRPr>
            </a:lvl1pPr>
            <a:lvl2pPr indent="-406400" lvl="1" marL="914400" marR="0" rtl="0" algn="l">
              <a:lnSpc>
                <a:spcPct val="100000"/>
              </a:lnSpc>
              <a:spcBef>
                <a:spcPts val="560"/>
              </a:spcBef>
              <a:spcAft>
                <a:spcPts val="0"/>
              </a:spcAft>
              <a:buClr>
                <a:schemeClr val="folHlink"/>
              </a:buClr>
              <a:buSzPts val="2800"/>
              <a:buFont typeface="Noto Sans Symbols"/>
              <a:buChar char="▪"/>
              <a:defRPr b="0" i="0" sz="2800" u="none" cap="none" strike="noStrike">
                <a:solidFill>
                  <a:schemeClr val="dk1"/>
                </a:solidFill>
                <a:latin typeface="Tahoma"/>
                <a:ea typeface="Tahoma"/>
                <a:cs typeface="Tahoma"/>
                <a:sym typeface="Tahoma"/>
              </a:defRPr>
            </a:lvl2pPr>
            <a:lvl3pPr indent="-350519" lvl="2" marL="1371600" marR="0" rtl="0" algn="l">
              <a:lnSpc>
                <a:spcPct val="100000"/>
              </a:lnSpc>
              <a:spcBef>
                <a:spcPts val="480"/>
              </a:spcBef>
              <a:spcAft>
                <a:spcPts val="0"/>
              </a:spcAft>
              <a:buClr>
                <a:schemeClr val="hlink"/>
              </a:buClr>
              <a:buSzPts val="1920"/>
              <a:buFont typeface="Arial"/>
              <a:buChar char="►"/>
              <a:defRPr b="0" i="0" sz="2400" u="none" cap="none" strike="noStrike">
                <a:solidFill>
                  <a:schemeClr val="dk1"/>
                </a:solidFill>
                <a:latin typeface="Tahoma"/>
                <a:ea typeface="Tahoma"/>
                <a:cs typeface="Tahoma"/>
                <a:sym typeface="Tahoma"/>
              </a:defRPr>
            </a:lvl3pPr>
            <a:lvl4pPr indent="-355600" lvl="3" marL="1828800" marR="0" rtl="0" algn="l">
              <a:lnSpc>
                <a:spcPct val="100000"/>
              </a:lnSpc>
              <a:spcBef>
                <a:spcPts val="400"/>
              </a:spcBef>
              <a:spcAft>
                <a:spcPts val="0"/>
              </a:spcAft>
              <a:buClr>
                <a:schemeClr val="folHlink"/>
              </a:buClr>
              <a:buSzPts val="2000"/>
              <a:buFont typeface="Noto Sans Symbols"/>
              <a:buChar char="▪"/>
              <a:defRPr b="0" i="0" sz="2000" u="none" cap="none" strike="noStrike">
                <a:solidFill>
                  <a:schemeClr val="dk1"/>
                </a:solidFill>
                <a:latin typeface="Tahoma"/>
                <a:ea typeface="Tahoma"/>
                <a:cs typeface="Tahoma"/>
                <a:sym typeface="Tahoma"/>
              </a:defRPr>
            </a:lvl4pPr>
            <a:lvl5pPr indent="-330200" lvl="4" marL="2286000" marR="0" rtl="0" algn="l">
              <a:lnSpc>
                <a:spcPct val="100000"/>
              </a:lnSpc>
              <a:spcBef>
                <a:spcPts val="400"/>
              </a:spcBef>
              <a:spcAft>
                <a:spcPts val="0"/>
              </a:spcAft>
              <a:buClr>
                <a:schemeClr val="hlink"/>
              </a:buClr>
              <a:buSzPts val="1600"/>
              <a:buFont typeface="Arial"/>
              <a:buChar char="►"/>
              <a:defRPr b="0" i="0" sz="2000" u="none" cap="none" strike="noStrike">
                <a:solidFill>
                  <a:schemeClr val="dk1"/>
                </a:solidFill>
                <a:latin typeface="Tahoma"/>
                <a:ea typeface="Tahoma"/>
                <a:cs typeface="Tahoma"/>
                <a:sym typeface="Tahoma"/>
              </a:defRPr>
            </a:lvl5pPr>
            <a:lvl6pPr indent="-330200" lvl="5" marL="2743200" marR="0" rtl="0" algn="l">
              <a:lnSpc>
                <a:spcPct val="100000"/>
              </a:lnSpc>
              <a:spcBef>
                <a:spcPts val="400"/>
              </a:spcBef>
              <a:spcAft>
                <a:spcPts val="0"/>
              </a:spcAft>
              <a:buClr>
                <a:schemeClr val="hlink"/>
              </a:buClr>
              <a:buSzPts val="1600"/>
              <a:buFont typeface="Arial"/>
              <a:buChar char="►"/>
              <a:defRPr b="0" i="0" sz="2000" u="none" cap="none" strike="noStrike">
                <a:solidFill>
                  <a:schemeClr val="dk1"/>
                </a:solidFill>
                <a:latin typeface="Tahoma"/>
                <a:ea typeface="Tahoma"/>
                <a:cs typeface="Tahoma"/>
                <a:sym typeface="Tahoma"/>
              </a:defRPr>
            </a:lvl6pPr>
            <a:lvl7pPr indent="-330200" lvl="6" marL="3200400" marR="0" rtl="0" algn="l">
              <a:lnSpc>
                <a:spcPct val="100000"/>
              </a:lnSpc>
              <a:spcBef>
                <a:spcPts val="400"/>
              </a:spcBef>
              <a:spcAft>
                <a:spcPts val="0"/>
              </a:spcAft>
              <a:buClr>
                <a:schemeClr val="hlink"/>
              </a:buClr>
              <a:buSzPts val="1600"/>
              <a:buFont typeface="Arial"/>
              <a:buChar char="►"/>
              <a:defRPr b="0" i="0" sz="2000" u="none" cap="none" strike="noStrike">
                <a:solidFill>
                  <a:schemeClr val="dk1"/>
                </a:solidFill>
                <a:latin typeface="Tahoma"/>
                <a:ea typeface="Tahoma"/>
                <a:cs typeface="Tahoma"/>
                <a:sym typeface="Tahoma"/>
              </a:defRPr>
            </a:lvl7pPr>
            <a:lvl8pPr indent="-330200" lvl="7" marL="3657600" marR="0" rtl="0" algn="l">
              <a:lnSpc>
                <a:spcPct val="100000"/>
              </a:lnSpc>
              <a:spcBef>
                <a:spcPts val="400"/>
              </a:spcBef>
              <a:spcAft>
                <a:spcPts val="0"/>
              </a:spcAft>
              <a:buClr>
                <a:schemeClr val="hlink"/>
              </a:buClr>
              <a:buSzPts val="1600"/>
              <a:buFont typeface="Arial"/>
              <a:buChar char="►"/>
              <a:defRPr b="0" i="0" sz="2000" u="none" cap="none" strike="noStrike">
                <a:solidFill>
                  <a:schemeClr val="dk1"/>
                </a:solidFill>
                <a:latin typeface="Tahoma"/>
                <a:ea typeface="Tahoma"/>
                <a:cs typeface="Tahoma"/>
                <a:sym typeface="Tahoma"/>
              </a:defRPr>
            </a:lvl8pPr>
            <a:lvl9pPr indent="-330200" lvl="8" marL="4114800" marR="0" rtl="0" algn="l">
              <a:lnSpc>
                <a:spcPct val="100000"/>
              </a:lnSpc>
              <a:spcBef>
                <a:spcPts val="400"/>
              </a:spcBef>
              <a:spcAft>
                <a:spcPts val="0"/>
              </a:spcAft>
              <a:buClr>
                <a:schemeClr val="hlink"/>
              </a:buClr>
              <a:buSzPts val="1600"/>
              <a:buFont typeface="Arial"/>
              <a:buChar char="►"/>
              <a:defRPr b="0" i="0" sz="2000" u="none" cap="none" strike="noStrike">
                <a:solidFill>
                  <a:schemeClr val="dk1"/>
                </a:solidFill>
                <a:latin typeface="Tahoma"/>
                <a:ea typeface="Tahoma"/>
                <a:cs typeface="Tahoma"/>
                <a:sym typeface="Tahoma"/>
              </a:defRPr>
            </a:lvl9pPr>
          </a:lstStyle>
          <a:p/>
        </p:txBody>
      </p:sp>
    </p:spTree>
  </p:cSld>
  <p:clrMap accent1="accent1" accent2="accent2" accent3="accent3" accent4="accent4" accent5="accent5" accent6="accent6" bg1="lt1" bg2="dk2" tx1="dk1" tx2="lt2" folHlink="folHlink" hlink="hlink"/>
  <p:sldLayoutIdLst>
    <p:sldLayoutId id="214748366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chemeClr val="accent2"/>
            </a:gs>
          </a:gsLst>
          <a:lin ang="5400012" scaled="0"/>
        </a:gradFill>
      </p:bgPr>
    </p:bg>
    <p:spTree>
      <p:nvGrpSpPr>
        <p:cNvPr id="447" name="Shape 447"/>
        <p:cNvGrpSpPr/>
        <p:nvPr/>
      </p:nvGrpSpPr>
      <p:grpSpPr>
        <a:xfrm>
          <a:off x="0" y="0"/>
          <a:ext cx="0" cy="0"/>
          <a:chOff x="0" y="0"/>
          <a:chExt cx="0" cy="0"/>
        </a:xfrm>
      </p:grpSpPr>
      <p:grpSp>
        <p:nvGrpSpPr>
          <p:cNvPr id="448" name="Google Shape;448;p39"/>
          <p:cNvGrpSpPr/>
          <p:nvPr/>
        </p:nvGrpSpPr>
        <p:grpSpPr>
          <a:xfrm>
            <a:off x="319087" y="1828800"/>
            <a:ext cx="8824912" cy="5032129"/>
            <a:chOff x="201" y="1152"/>
            <a:chExt cx="5559" cy="3170"/>
          </a:xfrm>
        </p:grpSpPr>
        <p:sp>
          <p:nvSpPr>
            <p:cNvPr id="449" name="Google Shape;449;p39"/>
            <p:cNvSpPr/>
            <p:nvPr/>
          </p:nvSpPr>
          <p:spPr>
            <a:xfrm>
              <a:off x="528" y="2909"/>
              <a:ext cx="5228" cy="1413"/>
            </a:xfrm>
            <a:custGeom>
              <a:rect b="b" l="l" r="r" t="t"/>
              <a:pathLst>
                <a:path extrusionOk="0" h="2182" w="4897">
                  <a:moveTo>
                    <a:pt x="0" y="0"/>
                  </a:moveTo>
                  <a:lnTo>
                    <a:pt x="0" y="2182"/>
                  </a:lnTo>
                  <a:lnTo>
                    <a:pt x="4897" y="2182"/>
                  </a:lnTo>
                  <a:lnTo>
                    <a:pt x="4897" y="0"/>
                  </a:lnTo>
                  <a:lnTo>
                    <a:pt x="0" y="0"/>
                  </a:lnTo>
                  <a:lnTo>
                    <a:pt x="0" y="0"/>
                  </a:lnTo>
                  <a:close/>
                </a:path>
              </a:pathLst>
            </a:custGeom>
            <a:solidFill>
              <a:schemeClr val="lt2">
                <a:alpha val="29800"/>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50" name="Google Shape;450;p39"/>
            <p:cNvSpPr/>
            <p:nvPr/>
          </p:nvSpPr>
          <p:spPr>
            <a:xfrm>
              <a:off x="210" y="1152"/>
              <a:ext cx="5550" cy="3168"/>
            </a:xfrm>
            <a:custGeom>
              <a:rect b="b" l="l" r="r" t="t"/>
              <a:pathLst>
                <a:path extrusionOk="0" h="3168" w="5550">
                  <a:moveTo>
                    <a:pt x="330" y="1764"/>
                  </a:moveTo>
                  <a:lnTo>
                    <a:pt x="0" y="1764"/>
                  </a:lnTo>
                  <a:lnTo>
                    <a:pt x="0" y="3168"/>
                  </a:lnTo>
                  <a:lnTo>
                    <a:pt x="5550" y="3168"/>
                  </a:lnTo>
                  <a:lnTo>
                    <a:pt x="5550" y="0"/>
                  </a:lnTo>
                  <a:lnTo>
                    <a:pt x="330" y="0"/>
                  </a:lnTo>
                  <a:lnTo>
                    <a:pt x="330" y="1764"/>
                  </a:lnTo>
                  <a:close/>
                </a:path>
              </a:pathLst>
            </a:custGeom>
            <a:solidFill>
              <a:schemeClr val="lt2">
                <a:alpha val="29800"/>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51" name="Google Shape;451;p39"/>
            <p:cNvSpPr/>
            <p:nvPr/>
          </p:nvSpPr>
          <p:spPr>
            <a:xfrm>
              <a:off x="528" y="2932"/>
              <a:ext cx="5228" cy="1386"/>
            </a:xfrm>
            <a:custGeom>
              <a:rect b="b" l="l" r="r" t="t"/>
              <a:pathLst>
                <a:path extrusionOk="0" h="2182" w="4897">
                  <a:moveTo>
                    <a:pt x="0" y="0"/>
                  </a:moveTo>
                  <a:lnTo>
                    <a:pt x="0" y="2182"/>
                  </a:lnTo>
                  <a:lnTo>
                    <a:pt x="4897" y="2182"/>
                  </a:lnTo>
                  <a:lnTo>
                    <a:pt x="4897" y="0"/>
                  </a:lnTo>
                  <a:lnTo>
                    <a:pt x="0" y="0"/>
                  </a:lnTo>
                  <a:lnTo>
                    <a:pt x="0" y="0"/>
                  </a:lnTo>
                  <a:close/>
                </a:path>
              </a:pathLst>
            </a:custGeom>
            <a:solidFill>
              <a:schemeClr val="accent2">
                <a:alpha val="0"/>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52" name="Google Shape;452;p39"/>
            <p:cNvSpPr/>
            <p:nvPr/>
          </p:nvSpPr>
          <p:spPr>
            <a:xfrm>
              <a:off x="528" y="1152"/>
              <a:ext cx="4606" cy="29"/>
            </a:xfrm>
            <a:custGeom>
              <a:rect b="b" l="l" r="r" t="t"/>
              <a:pathLst>
                <a:path extrusionOk="0" h="149" w="5387">
                  <a:moveTo>
                    <a:pt x="0" y="0"/>
                  </a:moveTo>
                  <a:lnTo>
                    <a:pt x="0" y="149"/>
                  </a:lnTo>
                  <a:lnTo>
                    <a:pt x="5387" y="149"/>
                  </a:lnTo>
                  <a:lnTo>
                    <a:pt x="5387" y="0"/>
                  </a:lnTo>
                  <a:lnTo>
                    <a:pt x="0" y="0"/>
                  </a:lnTo>
                  <a:lnTo>
                    <a:pt x="0" y="0"/>
                  </a:lnTo>
                  <a:close/>
                </a:path>
              </a:pathLst>
            </a:custGeom>
            <a:gradFill>
              <a:gsLst>
                <a:gs pos="0">
                  <a:srgbClr val="005D00"/>
                </a:gs>
                <a:gs pos="100000">
                  <a:srgbClr val="006600">
                    <a:alpha val="0"/>
                  </a:srgbClr>
                </a:gs>
              </a:gsLst>
              <a:lin ang="10800025"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53" name="Google Shape;453;p39"/>
            <p:cNvSpPr/>
            <p:nvPr/>
          </p:nvSpPr>
          <p:spPr>
            <a:xfrm>
              <a:off x="528" y="1152"/>
              <a:ext cx="29" cy="1783"/>
            </a:xfrm>
            <a:custGeom>
              <a:rect b="b" l="l" r="r" t="t"/>
              <a:pathLst>
                <a:path extrusionOk="0" h="2161" w="29">
                  <a:moveTo>
                    <a:pt x="0" y="0"/>
                  </a:moveTo>
                  <a:lnTo>
                    <a:pt x="0" y="2161"/>
                  </a:lnTo>
                  <a:lnTo>
                    <a:pt x="29" y="2161"/>
                  </a:lnTo>
                  <a:lnTo>
                    <a:pt x="27" y="27"/>
                  </a:lnTo>
                  <a:lnTo>
                    <a:pt x="0" y="0"/>
                  </a:lnTo>
                  <a:lnTo>
                    <a:pt x="0" y="0"/>
                  </a:lnTo>
                  <a:close/>
                </a:path>
              </a:pathLst>
            </a:custGeom>
            <a:gradFill>
              <a:gsLst>
                <a:gs pos="0">
                  <a:srgbClr val="628562"/>
                </a:gs>
                <a:gs pos="100000">
                  <a:schemeClr val="lt2"/>
                </a:gs>
              </a:gsLst>
              <a:lin ang="5400012"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54" name="Google Shape;454;p39"/>
            <p:cNvSpPr/>
            <p:nvPr/>
          </p:nvSpPr>
          <p:spPr>
            <a:xfrm>
              <a:off x="527" y="2904"/>
              <a:ext cx="29" cy="1416"/>
            </a:xfrm>
            <a:custGeom>
              <a:rect b="b" l="l" r="r" t="t"/>
              <a:pathLst>
                <a:path extrusionOk="0" h="1416" w="29">
                  <a:moveTo>
                    <a:pt x="0" y="1416"/>
                  </a:moveTo>
                  <a:lnTo>
                    <a:pt x="29" y="1416"/>
                  </a:lnTo>
                  <a:lnTo>
                    <a:pt x="28" y="24"/>
                  </a:lnTo>
                  <a:lnTo>
                    <a:pt x="0" y="0"/>
                  </a:lnTo>
                  <a:lnTo>
                    <a:pt x="0" y="1416"/>
                  </a:lnTo>
                  <a:close/>
                </a:path>
              </a:pathLst>
            </a:custGeom>
            <a:gradFill>
              <a:gsLst>
                <a:gs pos="0">
                  <a:srgbClr val="628562"/>
                </a:gs>
                <a:gs pos="100000">
                  <a:srgbClr val="006600">
                    <a:alpha val="0"/>
                  </a:srgbClr>
                </a:gs>
              </a:gsLst>
              <a:lin ang="5400012"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55" name="Google Shape;455;p39"/>
            <p:cNvSpPr/>
            <p:nvPr/>
          </p:nvSpPr>
          <p:spPr>
            <a:xfrm>
              <a:off x="201" y="2904"/>
              <a:ext cx="2882" cy="29"/>
            </a:xfrm>
            <a:custGeom>
              <a:rect b="b" l="l" r="r" t="t"/>
              <a:pathLst>
                <a:path extrusionOk="0" h="149" w="5387">
                  <a:moveTo>
                    <a:pt x="0" y="0"/>
                  </a:moveTo>
                  <a:lnTo>
                    <a:pt x="0" y="149"/>
                  </a:lnTo>
                  <a:lnTo>
                    <a:pt x="5387" y="149"/>
                  </a:lnTo>
                  <a:lnTo>
                    <a:pt x="5387" y="0"/>
                  </a:lnTo>
                  <a:lnTo>
                    <a:pt x="0" y="0"/>
                  </a:lnTo>
                  <a:lnTo>
                    <a:pt x="0" y="0"/>
                  </a:lnTo>
                  <a:close/>
                </a:path>
              </a:pathLst>
            </a:custGeom>
            <a:gradFill>
              <a:gsLst>
                <a:gs pos="0">
                  <a:srgbClr val="005D00"/>
                </a:gs>
                <a:gs pos="100000">
                  <a:srgbClr val="006600">
                    <a:alpha val="0"/>
                  </a:srgbClr>
                </a:gs>
              </a:gsLst>
              <a:lin ang="10800025"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56" name="Google Shape;456;p39"/>
            <p:cNvSpPr/>
            <p:nvPr/>
          </p:nvSpPr>
          <p:spPr>
            <a:xfrm>
              <a:off x="201" y="2904"/>
              <a:ext cx="30" cy="1416"/>
            </a:xfrm>
            <a:custGeom>
              <a:rect b="b" l="l" r="r" t="t"/>
              <a:pathLst>
                <a:path extrusionOk="0" h="1416" w="30">
                  <a:moveTo>
                    <a:pt x="0" y="0"/>
                  </a:moveTo>
                  <a:lnTo>
                    <a:pt x="0" y="1416"/>
                  </a:lnTo>
                  <a:lnTo>
                    <a:pt x="29" y="1416"/>
                  </a:lnTo>
                  <a:lnTo>
                    <a:pt x="30" y="27"/>
                  </a:lnTo>
                  <a:lnTo>
                    <a:pt x="0" y="0"/>
                  </a:lnTo>
                  <a:lnTo>
                    <a:pt x="0" y="0"/>
                  </a:lnTo>
                  <a:close/>
                </a:path>
              </a:pathLst>
            </a:custGeom>
            <a:gradFill>
              <a:gsLst>
                <a:gs pos="0">
                  <a:srgbClr val="628562"/>
                </a:gs>
                <a:gs pos="100000">
                  <a:srgbClr val="006600">
                    <a:alpha val="9803"/>
                  </a:srgbClr>
                </a:gs>
              </a:gsLst>
              <a:lin ang="5400012"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457" name="Google Shape;457;p39"/>
          <p:cNvSpPr txBox="1"/>
          <p:nvPr>
            <p:ph idx="10" type="dt"/>
          </p:nvPr>
        </p:nvSpPr>
        <p:spPr>
          <a:xfrm>
            <a:off x="838200" y="6245225"/>
            <a:ext cx="1901700" cy="4764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58" name="Google Shape;458;p39"/>
          <p:cNvSpPr txBox="1"/>
          <p:nvPr>
            <p:ph idx="11" type="ftr"/>
          </p:nvPr>
        </p:nvSpPr>
        <p:spPr>
          <a:xfrm>
            <a:off x="3429000" y="6245225"/>
            <a:ext cx="2895600" cy="4764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SzPts val="1400"/>
              <a:buNone/>
              <a:defRPr b="0" i="0" sz="14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59" name="Google Shape;459;p39"/>
          <p:cNvSpPr txBox="1"/>
          <p:nvPr>
            <p:ph idx="12" type="sldNum"/>
          </p:nvPr>
        </p:nvSpPr>
        <p:spPr>
          <a:xfrm>
            <a:off x="6937375" y="6245225"/>
            <a:ext cx="1901700" cy="4764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
        <p:nvSpPr>
          <p:cNvPr id="460" name="Google Shape;460;p39"/>
          <p:cNvSpPr txBox="1"/>
          <p:nvPr>
            <p:ph type="title"/>
          </p:nvPr>
        </p:nvSpPr>
        <p:spPr>
          <a:xfrm>
            <a:off x="457200" y="244475"/>
            <a:ext cx="8385300" cy="14319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1" i="0" sz="4400" u="none" cap="none" strike="noStrike">
                <a:solidFill>
                  <a:schemeClr val="dk2"/>
                </a:solidFill>
                <a:latin typeface="Arial Black"/>
                <a:ea typeface="Arial Black"/>
                <a:cs typeface="Arial Black"/>
                <a:sym typeface="Arial Black"/>
              </a:defRPr>
            </a:lvl1pPr>
            <a:lvl2pPr lvl="1" marR="0" rtl="0" algn="l">
              <a:lnSpc>
                <a:spcPct val="100000"/>
              </a:lnSpc>
              <a:spcBef>
                <a:spcPts val="0"/>
              </a:spcBef>
              <a:spcAft>
                <a:spcPts val="0"/>
              </a:spcAft>
              <a:buSzPts val="1400"/>
              <a:buNone/>
              <a:defRPr b="1" i="0" sz="4400" u="none" cap="none" strike="noStrike">
                <a:solidFill>
                  <a:schemeClr val="dk2"/>
                </a:solidFill>
                <a:latin typeface="Arial Black"/>
                <a:ea typeface="Arial Black"/>
                <a:cs typeface="Arial Black"/>
                <a:sym typeface="Arial Black"/>
              </a:defRPr>
            </a:lvl2pPr>
            <a:lvl3pPr lvl="2" marR="0" rtl="0" algn="l">
              <a:lnSpc>
                <a:spcPct val="100000"/>
              </a:lnSpc>
              <a:spcBef>
                <a:spcPts val="0"/>
              </a:spcBef>
              <a:spcAft>
                <a:spcPts val="0"/>
              </a:spcAft>
              <a:buSzPts val="1400"/>
              <a:buNone/>
              <a:defRPr b="1" i="0" sz="4400" u="none" cap="none" strike="noStrike">
                <a:solidFill>
                  <a:schemeClr val="dk2"/>
                </a:solidFill>
                <a:latin typeface="Arial Black"/>
                <a:ea typeface="Arial Black"/>
                <a:cs typeface="Arial Black"/>
                <a:sym typeface="Arial Black"/>
              </a:defRPr>
            </a:lvl3pPr>
            <a:lvl4pPr lvl="3" marR="0" rtl="0" algn="l">
              <a:lnSpc>
                <a:spcPct val="100000"/>
              </a:lnSpc>
              <a:spcBef>
                <a:spcPts val="0"/>
              </a:spcBef>
              <a:spcAft>
                <a:spcPts val="0"/>
              </a:spcAft>
              <a:buSzPts val="1400"/>
              <a:buNone/>
              <a:defRPr b="1" i="0" sz="4400" u="none" cap="none" strike="noStrike">
                <a:solidFill>
                  <a:schemeClr val="dk2"/>
                </a:solidFill>
                <a:latin typeface="Arial Black"/>
                <a:ea typeface="Arial Black"/>
                <a:cs typeface="Arial Black"/>
                <a:sym typeface="Arial Black"/>
              </a:defRPr>
            </a:lvl4pPr>
            <a:lvl5pPr lvl="4" marR="0" rtl="0" algn="l">
              <a:lnSpc>
                <a:spcPct val="100000"/>
              </a:lnSpc>
              <a:spcBef>
                <a:spcPts val="0"/>
              </a:spcBef>
              <a:spcAft>
                <a:spcPts val="0"/>
              </a:spcAft>
              <a:buSzPts val="1400"/>
              <a:buNone/>
              <a:defRPr b="1" i="0" sz="4400" u="none" cap="none" strike="noStrike">
                <a:solidFill>
                  <a:schemeClr val="dk2"/>
                </a:solidFill>
                <a:latin typeface="Arial Black"/>
                <a:ea typeface="Arial Black"/>
                <a:cs typeface="Arial Black"/>
                <a:sym typeface="Arial Black"/>
              </a:defRPr>
            </a:lvl5pPr>
            <a:lvl6pPr lvl="5" marR="0" rtl="0" algn="l">
              <a:lnSpc>
                <a:spcPct val="100000"/>
              </a:lnSpc>
              <a:spcBef>
                <a:spcPts val="0"/>
              </a:spcBef>
              <a:spcAft>
                <a:spcPts val="0"/>
              </a:spcAft>
              <a:buSzPts val="1400"/>
              <a:buNone/>
              <a:defRPr b="1" i="0" sz="4400" u="none" cap="none" strike="noStrike">
                <a:solidFill>
                  <a:schemeClr val="dk2"/>
                </a:solidFill>
                <a:latin typeface="Arial Black"/>
                <a:ea typeface="Arial Black"/>
                <a:cs typeface="Arial Black"/>
                <a:sym typeface="Arial Black"/>
              </a:defRPr>
            </a:lvl6pPr>
            <a:lvl7pPr lvl="6" marR="0" rtl="0" algn="l">
              <a:lnSpc>
                <a:spcPct val="100000"/>
              </a:lnSpc>
              <a:spcBef>
                <a:spcPts val="0"/>
              </a:spcBef>
              <a:spcAft>
                <a:spcPts val="0"/>
              </a:spcAft>
              <a:buSzPts val="1400"/>
              <a:buNone/>
              <a:defRPr b="1" i="0" sz="4400" u="none" cap="none" strike="noStrike">
                <a:solidFill>
                  <a:schemeClr val="dk2"/>
                </a:solidFill>
                <a:latin typeface="Arial Black"/>
                <a:ea typeface="Arial Black"/>
                <a:cs typeface="Arial Black"/>
                <a:sym typeface="Arial Black"/>
              </a:defRPr>
            </a:lvl7pPr>
            <a:lvl8pPr lvl="7" marR="0" rtl="0" algn="l">
              <a:lnSpc>
                <a:spcPct val="100000"/>
              </a:lnSpc>
              <a:spcBef>
                <a:spcPts val="0"/>
              </a:spcBef>
              <a:spcAft>
                <a:spcPts val="0"/>
              </a:spcAft>
              <a:buSzPts val="1400"/>
              <a:buNone/>
              <a:defRPr b="1" i="0" sz="4400" u="none" cap="none" strike="noStrike">
                <a:solidFill>
                  <a:schemeClr val="dk2"/>
                </a:solidFill>
                <a:latin typeface="Arial Black"/>
                <a:ea typeface="Arial Black"/>
                <a:cs typeface="Arial Black"/>
                <a:sym typeface="Arial Black"/>
              </a:defRPr>
            </a:lvl8pPr>
            <a:lvl9pPr lvl="8" marR="0" rtl="0" algn="l">
              <a:lnSpc>
                <a:spcPct val="100000"/>
              </a:lnSpc>
              <a:spcBef>
                <a:spcPts val="0"/>
              </a:spcBef>
              <a:spcAft>
                <a:spcPts val="0"/>
              </a:spcAft>
              <a:buSzPts val="1400"/>
              <a:buNone/>
              <a:defRPr b="1" i="0" sz="4400" u="none" cap="none" strike="noStrike">
                <a:solidFill>
                  <a:schemeClr val="dk2"/>
                </a:solidFill>
                <a:latin typeface="Arial Black"/>
                <a:ea typeface="Arial Black"/>
                <a:cs typeface="Arial Black"/>
                <a:sym typeface="Arial Black"/>
              </a:defRPr>
            </a:lvl9pPr>
          </a:lstStyle>
          <a:p/>
        </p:txBody>
      </p:sp>
      <p:sp>
        <p:nvSpPr>
          <p:cNvPr id="461" name="Google Shape;461;p39"/>
          <p:cNvSpPr txBox="1"/>
          <p:nvPr>
            <p:ph idx="1" type="body"/>
          </p:nvPr>
        </p:nvSpPr>
        <p:spPr>
          <a:xfrm>
            <a:off x="838200" y="1905000"/>
            <a:ext cx="8007300" cy="4191000"/>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hlink"/>
              </a:buClr>
              <a:buSzPts val="3200"/>
              <a:buFont typeface="Noto Sans Symbols"/>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accent2"/>
              </a:buClr>
              <a:buSzPts val="2800"/>
              <a:buFont typeface="Noto Sans Symbols"/>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hlink"/>
              </a:buClr>
              <a:buSzPts val="2400"/>
              <a:buFont typeface="Noto Sans Symbols"/>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accent2"/>
              </a:buClr>
              <a:buSzPts val="2000"/>
              <a:buFont typeface="Noto Sans Symbols"/>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hlink"/>
              </a:buClr>
              <a:buSzPts val="2000"/>
              <a:buFont typeface="Noto Sans Symbols"/>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hlink"/>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hlink"/>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hlink"/>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hlink"/>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6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2"/>
            </a:gs>
            <a:gs pos="50000">
              <a:schemeClr val="lt1"/>
            </a:gs>
            <a:gs pos="100000">
              <a:schemeClr val="lt2"/>
            </a:gs>
          </a:gsLst>
          <a:lin ang="5400012" scaled="0"/>
        </a:gradFill>
      </p:bgPr>
    </p:bg>
    <p:spTree>
      <p:nvGrpSpPr>
        <p:cNvPr id="468" name="Shape 468"/>
        <p:cNvGrpSpPr/>
        <p:nvPr/>
      </p:nvGrpSpPr>
      <p:grpSpPr>
        <a:xfrm>
          <a:off x="0" y="0"/>
          <a:ext cx="0" cy="0"/>
          <a:chOff x="0" y="0"/>
          <a:chExt cx="0" cy="0"/>
        </a:xfrm>
      </p:grpSpPr>
      <p:grpSp>
        <p:nvGrpSpPr>
          <p:cNvPr id="469" name="Google Shape;469;p41"/>
          <p:cNvGrpSpPr/>
          <p:nvPr/>
        </p:nvGrpSpPr>
        <p:grpSpPr>
          <a:xfrm>
            <a:off x="3800475" y="1789112"/>
            <a:ext cx="5436707" cy="4835524"/>
            <a:chOff x="2394" y="1127"/>
            <a:chExt cx="3425" cy="3046"/>
          </a:xfrm>
        </p:grpSpPr>
        <p:sp>
          <p:nvSpPr>
            <p:cNvPr id="470" name="Google Shape;470;p41"/>
            <p:cNvSpPr/>
            <p:nvPr/>
          </p:nvSpPr>
          <p:spPr>
            <a:xfrm>
              <a:off x="4230" y="1365"/>
              <a:ext cx="300" cy="0"/>
            </a:xfrm>
            <a:prstGeom prst="rect">
              <a:avLst/>
            </a:prstGeom>
            <a:gradFill>
              <a:gsLst>
                <a:gs pos="0">
                  <a:schemeClr val="lt2"/>
                </a:gs>
                <a:gs pos="100000">
                  <a:srgbClr val="917C75"/>
                </a:gs>
              </a:gsLst>
              <a:lin ang="5400012"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71" name="Google Shape;471;p41"/>
            <p:cNvSpPr/>
            <p:nvPr/>
          </p:nvSpPr>
          <p:spPr>
            <a:xfrm>
              <a:off x="4299" y="1185"/>
              <a:ext cx="0" cy="0"/>
            </a:xfrm>
            <a:prstGeom prst="ellipse">
              <a:avLst/>
            </a:prstGeom>
            <a:gradFill>
              <a:gsLst>
                <a:gs pos="0">
                  <a:schemeClr val="lt2"/>
                </a:gs>
                <a:gs pos="100000">
                  <a:srgbClr val="917C75"/>
                </a:gs>
              </a:gsLst>
              <a:lin ang="5400012"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72" name="Google Shape;472;p41"/>
            <p:cNvSpPr/>
            <p:nvPr/>
          </p:nvSpPr>
          <p:spPr>
            <a:xfrm>
              <a:off x="5191" y="1492"/>
              <a:ext cx="0" cy="2184"/>
            </a:xfrm>
            <a:prstGeom prst="rect">
              <a:avLst/>
            </a:prstGeom>
            <a:gradFill>
              <a:gsLst>
                <a:gs pos="0">
                  <a:schemeClr val="lt2"/>
                </a:gs>
                <a:gs pos="100000">
                  <a:srgbClr val="917C75"/>
                </a:gs>
              </a:gsLst>
              <a:lin ang="5400012"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73" name="Google Shape;473;p41"/>
            <p:cNvSpPr/>
            <p:nvPr/>
          </p:nvSpPr>
          <p:spPr>
            <a:xfrm>
              <a:off x="4871" y="3508"/>
              <a:ext cx="66" cy="96"/>
            </a:xfrm>
            <a:custGeom>
              <a:rect b="b" l="l" r="r" t="t"/>
              <a:pathLst>
                <a:path extrusionOk="0" h="96" w="66">
                  <a:moveTo>
                    <a:pt x="18" y="96"/>
                  </a:moveTo>
                  <a:lnTo>
                    <a:pt x="42" y="78"/>
                  </a:lnTo>
                  <a:lnTo>
                    <a:pt x="60" y="60"/>
                  </a:lnTo>
                  <a:lnTo>
                    <a:pt x="66" y="36"/>
                  </a:lnTo>
                  <a:lnTo>
                    <a:pt x="60" y="12"/>
                  </a:lnTo>
                  <a:lnTo>
                    <a:pt x="36" y="0"/>
                  </a:lnTo>
                  <a:lnTo>
                    <a:pt x="24" y="6"/>
                  </a:lnTo>
                  <a:lnTo>
                    <a:pt x="12" y="12"/>
                  </a:lnTo>
                  <a:lnTo>
                    <a:pt x="0" y="36"/>
                  </a:lnTo>
                  <a:lnTo>
                    <a:pt x="0" y="60"/>
                  </a:lnTo>
                  <a:lnTo>
                    <a:pt x="12" y="84"/>
                  </a:lnTo>
                  <a:lnTo>
                    <a:pt x="18" y="96"/>
                  </a:lnTo>
                  <a:lnTo>
                    <a:pt x="18" y="96"/>
                  </a:lnTo>
                  <a:close/>
                  <a:moveTo>
                    <a:pt x="42" y="18"/>
                  </a:moveTo>
                  <a:lnTo>
                    <a:pt x="54" y="24"/>
                  </a:lnTo>
                  <a:lnTo>
                    <a:pt x="60" y="36"/>
                  </a:lnTo>
                  <a:lnTo>
                    <a:pt x="60" y="48"/>
                  </a:lnTo>
                  <a:lnTo>
                    <a:pt x="54" y="54"/>
                  </a:lnTo>
                  <a:lnTo>
                    <a:pt x="36" y="72"/>
                  </a:lnTo>
                  <a:lnTo>
                    <a:pt x="24" y="78"/>
                  </a:lnTo>
                  <a:lnTo>
                    <a:pt x="24" y="78"/>
                  </a:lnTo>
                  <a:lnTo>
                    <a:pt x="12" y="48"/>
                  </a:lnTo>
                  <a:lnTo>
                    <a:pt x="18" y="24"/>
                  </a:lnTo>
                  <a:lnTo>
                    <a:pt x="30" y="18"/>
                  </a:lnTo>
                  <a:lnTo>
                    <a:pt x="42" y="18"/>
                  </a:lnTo>
                  <a:lnTo>
                    <a:pt x="42" y="18"/>
                  </a:lnTo>
                  <a:close/>
                </a:path>
              </a:pathLst>
            </a:custGeom>
            <a:gradFill>
              <a:gsLst>
                <a:gs pos="0">
                  <a:schemeClr val="lt2"/>
                </a:gs>
                <a:gs pos="100000">
                  <a:srgbClr val="917C75"/>
                </a:gs>
              </a:gsLst>
              <a:lin ang="5400012"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74" name="Google Shape;474;p41"/>
            <p:cNvSpPr/>
            <p:nvPr/>
          </p:nvSpPr>
          <p:spPr>
            <a:xfrm>
              <a:off x="5504" y="1535"/>
              <a:ext cx="0" cy="2100"/>
            </a:xfrm>
            <a:prstGeom prst="rect">
              <a:avLst/>
            </a:prstGeom>
            <a:gradFill>
              <a:gsLst>
                <a:gs pos="0">
                  <a:schemeClr val="lt2"/>
                </a:gs>
                <a:gs pos="100000">
                  <a:srgbClr val="917C75"/>
                </a:gs>
              </a:gsLst>
              <a:lin ang="5400012"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75" name="Google Shape;475;p41"/>
            <p:cNvSpPr/>
            <p:nvPr/>
          </p:nvSpPr>
          <p:spPr>
            <a:xfrm>
              <a:off x="5669" y="1515"/>
              <a:ext cx="0" cy="949"/>
            </a:xfrm>
            <a:prstGeom prst="rect">
              <a:avLst/>
            </a:prstGeom>
            <a:gradFill>
              <a:gsLst>
                <a:gs pos="0">
                  <a:schemeClr val="lt2"/>
                </a:gs>
                <a:gs pos="100000">
                  <a:srgbClr val="917C75"/>
                </a:gs>
              </a:gsLst>
              <a:lin ang="5400012"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76" name="Google Shape;476;p41"/>
            <p:cNvSpPr/>
            <p:nvPr/>
          </p:nvSpPr>
          <p:spPr>
            <a:xfrm>
              <a:off x="3397" y="1830"/>
              <a:ext cx="0" cy="1897"/>
            </a:xfrm>
            <a:prstGeom prst="rect">
              <a:avLst/>
            </a:prstGeom>
            <a:gradFill>
              <a:gsLst>
                <a:gs pos="0">
                  <a:schemeClr val="lt2"/>
                </a:gs>
                <a:gs pos="100000">
                  <a:srgbClr val="917C75"/>
                </a:gs>
              </a:gsLst>
              <a:lin ang="5400012"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77" name="Google Shape;477;p41"/>
            <p:cNvSpPr/>
            <p:nvPr/>
          </p:nvSpPr>
          <p:spPr>
            <a:xfrm>
              <a:off x="2785" y="1830"/>
              <a:ext cx="0" cy="2184"/>
            </a:xfrm>
            <a:prstGeom prst="rect">
              <a:avLst/>
            </a:prstGeom>
            <a:gradFill>
              <a:gsLst>
                <a:gs pos="0">
                  <a:schemeClr val="lt2"/>
                </a:gs>
                <a:gs pos="100000">
                  <a:srgbClr val="917C75"/>
                </a:gs>
              </a:gsLst>
              <a:lin ang="5400012"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78" name="Google Shape;478;p41"/>
            <p:cNvSpPr/>
            <p:nvPr/>
          </p:nvSpPr>
          <p:spPr>
            <a:xfrm>
              <a:off x="3101" y="1872"/>
              <a:ext cx="0" cy="1800"/>
            </a:xfrm>
            <a:prstGeom prst="rect">
              <a:avLst/>
            </a:prstGeom>
            <a:gradFill>
              <a:gsLst>
                <a:gs pos="0">
                  <a:schemeClr val="lt2"/>
                </a:gs>
                <a:gs pos="100000">
                  <a:srgbClr val="917C75"/>
                </a:gs>
              </a:gsLst>
              <a:lin ang="5400012"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79" name="Google Shape;479;p41"/>
            <p:cNvSpPr/>
            <p:nvPr/>
          </p:nvSpPr>
          <p:spPr>
            <a:xfrm>
              <a:off x="4007" y="3021"/>
              <a:ext cx="623" cy="156"/>
            </a:xfrm>
            <a:custGeom>
              <a:rect b="b" l="l" r="r" t="t"/>
              <a:pathLst>
                <a:path extrusionOk="0" h="156" w="623">
                  <a:moveTo>
                    <a:pt x="6" y="18"/>
                  </a:moveTo>
                  <a:lnTo>
                    <a:pt x="162" y="36"/>
                  </a:lnTo>
                  <a:lnTo>
                    <a:pt x="251" y="36"/>
                  </a:lnTo>
                  <a:lnTo>
                    <a:pt x="354" y="30"/>
                  </a:lnTo>
                  <a:lnTo>
                    <a:pt x="473" y="18"/>
                  </a:lnTo>
                  <a:lnTo>
                    <a:pt x="611" y="0"/>
                  </a:lnTo>
                  <a:lnTo>
                    <a:pt x="623" y="114"/>
                  </a:lnTo>
                  <a:lnTo>
                    <a:pt x="497" y="138"/>
                  </a:lnTo>
                  <a:lnTo>
                    <a:pt x="414" y="150"/>
                  </a:lnTo>
                  <a:lnTo>
                    <a:pt x="318" y="156"/>
                  </a:lnTo>
                  <a:lnTo>
                    <a:pt x="215" y="156"/>
                  </a:lnTo>
                  <a:lnTo>
                    <a:pt x="108" y="150"/>
                  </a:lnTo>
                  <a:lnTo>
                    <a:pt x="0" y="132"/>
                  </a:lnTo>
                  <a:lnTo>
                    <a:pt x="6" y="18"/>
                  </a:lnTo>
                  <a:lnTo>
                    <a:pt x="6" y="18"/>
                  </a:lnTo>
                  <a:close/>
                </a:path>
              </a:pathLst>
            </a:custGeom>
            <a:gradFill>
              <a:gsLst>
                <a:gs pos="0">
                  <a:schemeClr val="lt2"/>
                </a:gs>
                <a:gs pos="100000">
                  <a:srgbClr val="917C75"/>
                </a:gs>
              </a:gsLst>
              <a:lin ang="5400012"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80" name="Google Shape;480;p41"/>
            <p:cNvSpPr/>
            <p:nvPr/>
          </p:nvSpPr>
          <p:spPr>
            <a:xfrm>
              <a:off x="4762" y="3591"/>
              <a:ext cx="995" cy="126"/>
            </a:xfrm>
            <a:custGeom>
              <a:rect b="b" l="l" r="r" t="t"/>
              <a:pathLst>
                <a:path extrusionOk="0" h="126" w="993">
                  <a:moveTo>
                    <a:pt x="754" y="6"/>
                  </a:moveTo>
                  <a:lnTo>
                    <a:pt x="652" y="6"/>
                  </a:lnTo>
                  <a:lnTo>
                    <a:pt x="563" y="6"/>
                  </a:lnTo>
                  <a:lnTo>
                    <a:pt x="479" y="6"/>
                  </a:lnTo>
                  <a:lnTo>
                    <a:pt x="401" y="6"/>
                  </a:lnTo>
                  <a:lnTo>
                    <a:pt x="335" y="0"/>
                  </a:lnTo>
                  <a:lnTo>
                    <a:pt x="276" y="0"/>
                  </a:lnTo>
                  <a:lnTo>
                    <a:pt x="222" y="0"/>
                  </a:lnTo>
                  <a:lnTo>
                    <a:pt x="180" y="6"/>
                  </a:lnTo>
                  <a:lnTo>
                    <a:pt x="138" y="6"/>
                  </a:lnTo>
                  <a:lnTo>
                    <a:pt x="108" y="6"/>
                  </a:lnTo>
                  <a:lnTo>
                    <a:pt x="54" y="6"/>
                  </a:lnTo>
                  <a:lnTo>
                    <a:pt x="24" y="12"/>
                  </a:lnTo>
                  <a:lnTo>
                    <a:pt x="6" y="18"/>
                  </a:lnTo>
                  <a:lnTo>
                    <a:pt x="0" y="24"/>
                  </a:lnTo>
                  <a:lnTo>
                    <a:pt x="12" y="42"/>
                  </a:lnTo>
                  <a:lnTo>
                    <a:pt x="18" y="48"/>
                  </a:lnTo>
                  <a:lnTo>
                    <a:pt x="30" y="54"/>
                  </a:lnTo>
                  <a:lnTo>
                    <a:pt x="60" y="60"/>
                  </a:lnTo>
                  <a:lnTo>
                    <a:pt x="90" y="72"/>
                  </a:lnTo>
                  <a:lnTo>
                    <a:pt x="144" y="84"/>
                  </a:lnTo>
                  <a:lnTo>
                    <a:pt x="210" y="90"/>
                  </a:lnTo>
                  <a:lnTo>
                    <a:pt x="293" y="102"/>
                  </a:lnTo>
                  <a:lnTo>
                    <a:pt x="389" y="108"/>
                  </a:lnTo>
                  <a:lnTo>
                    <a:pt x="503" y="120"/>
                  </a:lnTo>
                  <a:lnTo>
                    <a:pt x="622" y="120"/>
                  </a:lnTo>
                  <a:lnTo>
                    <a:pt x="754" y="126"/>
                  </a:lnTo>
                  <a:lnTo>
                    <a:pt x="873" y="126"/>
                  </a:lnTo>
                  <a:lnTo>
                    <a:pt x="993" y="126"/>
                  </a:lnTo>
                  <a:lnTo>
                    <a:pt x="993" y="12"/>
                  </a:lnTo>
                  <a:lnTo>
                    <a:pt x="879" y="12"/>
                  </a:lnTo>
                  <a:lnTo>
                    <a:pt x="754" y="6"/>
                  </a:lnTo>
                  <a:lnTo>
                    <a:pt x="754" y="6"/>
                  </a:lnTo>
                  <a:close/>
                </a:path>
              </a:pathLst>
            </a:custGeom>
            <a:gradFill>
              <a:gsLst>
                <a:gs pos="0">
                  <a:schemeClr val="lt2"/>
                </a:gs>
                <a:gs pos="100000">
                  <a:srgbClr val="917C75"/>
                </a:gs>
              </a:gsLst>
              <a:lin ang="5400012"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81" name="Google Shape;481;p41"/>
            <p:cNvSpPr/>
            <p:nvPr/>
          </p:nvSpPr>
          <p:spPr>
            <a:xfrm>
              <a:off x="4786" y="3645"/>
              <a:ext cx="971" cy="245"/>
            </a:xfrm>
            <a:custGeom>
              <a:rect b="b" l="l" r="r" t="t"/>
              <a:pathLst>
                <a:path extrusionOk="0" h="245" w="969">
                  <a:moveTo>
                    <a:pt x="0" y="0"/>
                  </a:moveTo>
                  <a:lnTo>
                    <a:pt x="24" y="54"/>
                  </a:lnTo>
                  <a:lnTo>
                    <a:pt x="66" y="96"/>
                  </a:lnTo>
                  <a:lnTo>
                    <a:pt x="120" y="137"/>
                  </a:lnTo>
                  <a:lnTo>
                    <a:pt x="198" y="173"/>
                  </a:lnTo>
                  <a:lnTo>
                    <a:pt x="293" y="203"/>
                  </a:lnTo>
                  <a:lnTo>
                    <a:pt x="353" y="215"/>
                  </a:lnTo>
                  <a:lnTo>
                    <a:pt x="413" y="227"/>
                  </a:lnTo>
                  <a:lnTo>
                    <a:pt x="479" y="233"/>
                  </a:lnTo>
                  <a:lnTo>
                    <a:pt x="556" y="239"/>
                  </a:lnTo>
                  <a:lnTo>
                    <a:pt x="634" y="245"/>
                  </a:lnTo>
                  <a:lnTo>
                    <a:pt x="724" y="245"/>
                  </a:lnTo>
                  <a:lnTo>
                    <a:pt x="855" y="245"/>
                  </a:lnTo>
                  <a:lnTo>
                    <a:pt x="969" y="239"/>
                  </a:lnTo>
                  <a:lnTo>
                    <a:pt x="969" y="60"/>
                  </a:lnTo>
                  <a:lnTo>
                    <a:pt x="700" y="60"/>
                  </a:lnTo>
                  <a:lnTo>
                    <a:pt x="503" y="54"/>
                  </a:lnTo>
                  <a:lnTo>
                    <a:pt x="317" y="42"/>
                  </a:lnTo>
                  <a:lnTo>
                    <a:pt x="150" y="24"/>
                  </a:lnTo>
                  <a:lnTo>
                    <a:pt x="72" y="12"/>
                  </a:lnTo>
                  <a:lnTo>
                    <a:pt x="0" y="0"/>
                  </a:lnTo>
                  <a:lnTo>
                    <a:pt x="0" y="0"/>
                  </a:lnTo>
                  <a:close/>
                </a:path>
              </a:pathLst>
            </a:custGeom>
            <a:gradFill>
              <a:gsLst>
                <a:gs pos="0">
                  <a:srgbClr val="917C75"/>
                </a:gs>
                <a:gs pos="100000">
                  <a:schemeClr val="lt2"/>
                </a:gs>
              </a:gsLst>
              <a:lin ang="8100019"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82" name="Google Shape;482;p41"/>
            <p:cNvSpPr/>
            <p:nvPr/>
          </p:nvSpPr>
          <p:spPr>
            <a:xfrm>
              <a:off x="4804" y="3591"/>
              <a:ext cx="953" cy="90"/>
            </a:xfrm>
            <a:custGeom>
              <a:rect b="b" l="l" r="r" t="t"/>
              <a:pathLst>
                <a:path extrusionOk="0" h="90" w="951">
                  <a:moveTo>
                    <a:pt x="700" y="0"/>
                  </a:moveTo>
                  <a:lnTo>
                    <a:pt x="598" y="0"/>
                  </a:lnTo>
                  <a:lnTo>
                    <a:pt x="515" y="0"/>
                  </a:lnTo>
                  <a:lnTo>
                    <a:pt x="431" y="0"/>
                  </a:lnTo>
                  <a:lnTo>
                    <a:pt x="365" y="0"/>
                  </a:lnTo>
                  <a:lnTo>
                    <a:pt x="299" y="0"/>
                  </a:lnTo>
                  <a:lnTo>
                    <a:pt x="245" y="0"/>
                  </a:lnTo>
                  <a:lnTo>
                    <a:pt x="198" y="0"/>
                  </a:lnTo>
                  <a:lnTo>
                    <a:pt x="162" y="0"/>
                  </a:lnTo>
                  <a:lnTo>
                    <a:pt x="126" y="6"/>
                  </a:lnTo>
                  <a:lnTo>
                    <a:pt x="96" y="6"/>
                  </a:lnTo>
                  <a:lnTo>
                    <a:pt x="54" y="12"/>
                  </a:lnTo>
                  <a:lnTo>
                    <a:pt x="30" y="12"/>
                  </a:lnTo>
                  <a:lnTo>
                    <a:pt x="12" y="18"/>
                  </a:lnTo>
                  <a:lnTo>
                    <a:pt x="6" y="18"/>
                  </a:lnTo>
                  <a:lnTo>
                    <a:pt x="0" y="24"/>
                  </a:lnTo>
                  <a:lnTo>
                    <a:pt x="6" y="30"/>
                  </a:lnTo>
                  <a:lnTo>
                    <a:pt x="24" y="36"/>
                  </a:lnTo>
                  <a:lnTo>
                    <a:pt x="54" y="42"/>
                  </a:lnTo>
                  <a:lnTo>
                    <a:pt x="102" y="54"/>
                  </a:lnTo>
                  <a:lnTo>
                    <a:pt x="168" y="60"/>
                  </a:lnTo>
                  <a:lnTo>
                    <a:pt x="251" y="66"/>
                  </a:lnTo>
                  <a:lnTo>
                    <a:pt x="341" y="78"/>
                  </a:lnTo>
                  <a:lnTo>
                    <a:pt x="449" y="84"/>
                  </a:lnTo>
                  <a:lnTo>
                    <a:pt x="568" y="84"/>
                  </a:lnTo>
                  <a:lnTo>
                    <a:pt x="694" y="90"/>
                  </a:lnTo>
                  <a:lnTo>
                    <a:pt x="825" y="90"/>
                  </a:lnTo>
                  <a:lnTo>
                    <a:pt x="951" y="90"/>
                  </a:lnTo>
                  <a:lnTo>
                    <a:pt x="951" y="6"/>
                  </a:lnTo>
                  <a:lnTo>
                    <a:pt x="831" y="6"/>
                  </a:lnTo>
                  <a:lnTo>
                    <a:pt x="772" y="6"/>
                  </a:lnTo>
                  <a:lnTo>
                    <a:pt x="700" y="0"/>
                  </a:lnTo>
                  <a:lnTo>
                    <a:pt x="700" y="0"/>
                  </a:lnTo>
                  <a:close/>
                </a:path>
              </a:pathLst>
            </a:custGeom>
            <a:gradFill>
              <a:gsLst>
                <a:gs pos="0">
                  <a:schemeClr val="lt2"/>
                </a:gs>
                <a:gs pos="100000">
                  <a:srgbClr val="917C75"/>
                </a:gs>
              </a:gsLst>
              <a:lin ang="10800025"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83" name="Google Shape;483;p41"/>
            <p:cNvSpPr/>
            <p:nvPr/>
          </p:nvSpPr>
          <p:spPr>
            <a:xfrm>
              <a:off x="3059" y="1541"/>
              <a:ext cx="102" cy="155"/>
            </a:xfrm>
            <a:custGeom>
              <a:rect b="b" l="l" r="r" t="t"/>
              <a:pathLst>
                <a:path extrusionOk="0" h="155" w="102">
                  <a:moveTo>
                    <a:pt x="102" y="0"/>
                  </a:moveTo>
                  <a:lnTo>
                    <a:pt x="0" y="12"/>
                  </a:lnTo>
                  <a:lnTo>
                    <a:pt x="30" y="72"/>
                  </a:lnTo>
                  <a:lnTo>
                    <a:pt x="30" y="155"/>
                  </a:lnTo>
                  <a:lnTo>
                    <a:pt x="72" y="155"/>
                  </a:lnTo>
                  <a:lnTo>
                    <a:pt x="72" y="66"/>
                  </a:lnTo>
                  <a:lnTo>
                    <a:pt x="102" y="0"/>
                  </a:lnTo>
                  <a:lnTo>
                    <a:pt x="102" y="0"/>
                  </a:lnTo>
                  <a:close/>
                </a:path>
              </a:pathLst>
            </a:custGeom>
            <a:gradFill>
              <a:gsLst>
                <a:gs pos="0">
                  <a:schemeClr val="lt2"/>
                </a:gs>
                <a:gs pos="100000">
                  <a:srgbClr val="917C75"/>
                </a:gs>
              </a:gsLst>
              <a:lin ang="5400012"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84" name="Google Shape;484;p41"/>
            <p:cNvSpPr/>
            <p:nvPr/>
          </p:nvSpPr>
          <p:spPr>
            <a:xfrm>
              <a:off x="3059" y="1690"/>
              <a:ext cx="90" cy="96"/>
            </a:xfrm>
            <a:custGeom>
              <a:rect b="b" l="l" r="r" t="t"/>
              <a:pathLst>
                <a:path extrusionOk="0" h="96" w="90">
                  <a:moveTo>
                    <a:pt x="48" y="96"/>
                  </a:moveTo>
                  <a:lnTo>
                    <a:pt x="72" y="72"/>
                  </a:lnTo>
                  <a:lnTo>
                    <a:pt x="84" y="48"/>
                  </a:lnTo>
                  <a:lnTo>
                    <a:pt x="90" y="36"/>
                  </a:lnTo>
                  <a:lnTo>
                    <a:pt x="84" y="24"/>
                  </a:lnTo>
                  <a:lnTo>
                    <a:pt x="66" y="6"/>
                  </a:lnTo>
                  <a:lnTo>
                    <a:pt x="42" y="0"/>
                  </a:lnTo>
                  <a:lnTo>
                    <a:pt x="24" y="0"/>
                  </a:lnTo>
                  <a:lnTo>
                    <a:pt x="12" y="12"/>
                  </a:lnTo>
                  <a:lnTo>
                    <a:pt x="6" y="24"/>
                  </a:lnTo>
                  <a:lnTo>
                    <a:pt x="0" y="36"/>
                  </a:lnTo>
                  <a:lnTo>
                    <a:pt x="12" y="66"/>
                  </a:lnTo>
                  <a:lnTo>
                    <a:pt x="30" y="84"/>
                  </a:lnTo>
                  <a:lnTo>
                    <a:pt x="48" y="96"/>
                  </a:lnTo>
                  <a:lnTo>
                    <a:pt x="48" y="96"/>
                  </a:lnTo>
                  <a:close/>
                  <a:moveTo>
                    <a:pt x="48" y="12"/>
                  </a:moveTo>
                  <a:lnTo>
                    <a:pt x="66" y="18"/>
                  </a:lnTo>
                  <a:lnTo>
                    <a:pt x="72" y="24"/>
                  </a:lnTo>
                  <a:lnTo>
                    <a:pt x="72" y="36"/>
                  </a:lnTo>
                  <a:lnTo>
                    <a:pt x="72" y="48"/>
                  </a:lnTo>
                  <a:lnTo>
                    <a:pt x="54" y="66"/>
                  </a:lnTo>
                  <a:lnTo>
                    <a:pt x="48" y="78"/>
                  </a:lnTo>
                  <a:lnTo>
                    <a:pt x="30" y="66"/>
                  </a:lnTo>
                  <a:lnTo>
                    <a:pt x="24" y="48"/>
                  </a:lnTo>
                  <a:lnTo>
                    <a:pt x="18" y="30"/>
                  </a:lnTo>
                  <a:lnTo>
                    <a:pt x="30" y="12"/>
                  </a:lnTo>
                  <a:lnTo>
                    <a:pt x="48" y="12"/>
                  </a:lnTo>
                  <a:lnTo>
                    <a:pt x="48" y="12"/>
                  </a:lnTo>
                  <a:close/>
                </a:path>
              </a:pathLst>
            </a:custGeom>
            <a:gradFill>
              <a:gsLst>
                <a:gs pos="0">
                  <a:schemeClr val="lt2"/>
                </a:gs>
                <a:gs pos="100000">
                  <a:srgbClr val="917C75"/>
                </a:gs>
              </a:gsLst>
              <a:lin ang="5400012"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85" name="Google Shape;485;p41"/>
            <p:cNvSpPr/>
            <p:nvPr/>
          </p:nvSpPr>
          <p:spPr>
            <a:xfrm>
              <a:off x="3059" y="1768"/>
              <a:ext cx="90" cy="108"/>
            </a:xfrm>
            <a:custGeom>
              <a:rect b="b" l="l" r="r" t="t"/>
              <a:pathLst>
                <a:path extrusionOk="0" h="108" w="90">
                  <a:moveTo>
                    <a:pt x="0" y="90"/>
                  </a:moveTo>
                  <a:lnTo>
                    <a:pt x="12" y="102"/>
                  </a:lnTo>
                  <a:lnTo>
                    <a:pt x="24" y="108"/>
                  </a:lnTo>
                  <a:lnTo>
                    <a:pt x="54" y="108"/>
                  </a:lnTo>
                  <a:lnTo>
                    <a:pt x="78" y="96"/>
                  </a:lnTo>
                  <a:lnTo>
                    <a:pt x="90" y="72"/>
                  </a:lnTo>
                  <a:lnTo>
                    <a:pt x="84" y="42"/>
                  </a:lnTo>
                  <a:lnTo>
                    <a:pt x="66" y="24"/>
                  </a:lnTo>
                  <a:lnTo>
                    <a:pt x="54" y="12"/>
                  </a:lnTo>
                  <a:lnTo>
                    <a:pt x="48" y="6"/>
                  </a:lnTo>
                  <a:lnTo>
                    <a:pt x="48" y="6"/>
                  </a:lnTo>
                  <a:lnTo>
                    <a:pt x="48" y="0"/>
                  </a:lnTo>
                  <a:lnTo>
                    <a:pt x="24" y="24"/>
                  </a:lnTo>
                  <a:lnTo>
                    <a:pt x="6" y="48"/>
                  </a:lnTo>
                  <a:lnTo>
                    <a:pt x="0" y="66"/>
                  </a:lnTo>
                  <a:lnTo>
                    <a:pt x="0" y="90"/>
                  </a:lnTo>
                  <a:lnTo>
                    <a:pt x="0" y="90"/>
                  </a:lnTo>
                  <a:close/>
                  <a:moveTo>
                    <a:pt x="12" y="66"/>
                  </a:moveTo>
                  <a:lnTo>
                    <a:pt x="18" y="48"/>
                  </a:lnTo>
                  <a:lnTo>
                    <a:pt x="30" y="36"/>
                  </a:lnTo>
                  <a:lnTo>
                    <a:pt x="42" y="24"/>
                  </a:lnTo>
                  <a:lnTo>
                    <a:pt x="48" y="18"/>
                  </a:lnTo>
                  <a:lnTo>
                    <a:pt x="66" y="30"/>
                  </a:lnTo>
                  <a:lnTo>
                    <a:pt x="72" y="48"/>
                  </a:lnTo>
                  <a:lnTo>
                    <a:pt x="78" y="72"/>
                  </a:lnTo>
                  <a:lnTo>
                    <a:pt x="78" y="84"/>
                  </a:lnTo>
                  <a:lnTo>
                    <a:pt x="66" y="96"/>
                  </a:lnTo>
                  <a:lnTo>
                    <a:pt x="42" y="102"/>
                  </a:lnTo>
                  <a:lnTo>
                    <a:pt x="30" y="96"/>
                  </a:lnTo>
                  <a:lnTo>
                    <a:pt x="18" y="90"/>
                  </a:lnTo>
                  <a:lnTo>
                    <a:pt x="12" y="78"/>
                  </a:lnTo>
                  <a:lnTo>
                    <a:pt x="12" y="66"/>
                  </a:lnTo>
                  <a:lnTo>
                    <a:pt x="12" y="66"/>
                  </a:lnTo>
                  <a:close/>
                </a:path>
              </a:pathLst>
            </a:custGeom>
            <a:gradFill>
              <a:gsLst>
                <a:gs pos="0">
                  <a:schemeClr val="lt2"/>
                </a:gs>
                <a:gs pos="100000">
                  <a:srgbClr val="917C75"/>
                </a:gs>
              </a:gsLst>
              <a:lin ang="5400012"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86" name="Google Shape;486;p41"/>
            <p:cNvSpPr/>
            <p:nvPr/>
          </p:nvSpPr>
          <p:spPr>
            <a:xfrm>
              <a:off x="5470" y="1205"/>
              <a:ext cx="102" cy="156"/>
            </a:xfrm>
            <a:custGeom>
              <a:rect b="b" l="l" r="r" t="t"/>
              <a:pathLst>
                <a:path extrusionOk="0" h="156" w="102">
                  <a:moveTo>
                    <a:pt x="102" y="0"/>
                  </a:moveTo>
                  <a:lnTo>
                    <a:pt x="0" y="6"/>
                  </a:lnTo>
                  <a:lnTo>
                    <a:pt x="30" y="72"/>
                  </a:lnTo>
                  <a:lnTo>
                    <a:pt x="30" y="156"/>
                  </a:lnTo>
                  <a:lnTo>
                    <a:pt x="72" y="156"/>
                  </a:lnTo>
                  <a:lnTo>
                    <a:pt x="72" y="66"/>
                  </a:lnTo>
                  <a:lnTo>
                    <a:pt x="102" y="0"/>
                  </a:lnTo>
                  <a:lnTo>
                    <a:pt x="102" y="0"/>
                  </a:lnTo>
                  <a:close/>
                </a:path>
              </a:pathLst>
            </a:custGeom>
            <a:gradFill>
              <a:gsLst>
                <a:gs pos="0">
                  <a:schemeClr val="lt2"/>
                </a:gs>
                <a:gs pos="100000">
                  <a:srgbClr val="917C75"/>
                </a:gs>
              </a:gsLst>
              <a:lin ang="5400012"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87" name="Google Shape;487;p41"/>
            <p:cNvSpPr/>
            <p:nvPr/>
          </p:nvSpPr>
          <p:spPr>
            <a:xfrm>
              <a:off x="5476" y="1349"/>
              <a:ext cx="84" cy="96"/>
            </a:xfrm>
            <a:custGeom>
              <a:rect b="b" l="l" r="r" t="t"/>
              <a:pathLst>
                <a:path extrusionOk="0" h="96" w="84">
                  <a:moveTo>
                    <a:pt x="42" y="96"/>
                  </a:moveTo>
                  <a:lnTo>
                    <a:pt x="66" y="78"/>
                  </a:lnTo>
                  <a:lnTo>
                    <a:pt x="84" y="54"/>
                  </a:lnTo>
                  <a:lnTo>
                    <a:pt x="84" y="30"/>
                  </a:lnTo>
                  <a:lnTo>
                    <a:pt x="66" y="6"/>
                  </a:lnTo>
                  <a:lnTo>
                    <a:pt x="42" y="0"/>
                  </a:lnTo>
                  <a:lnTo>
                    <a:pt x="24" y="6"/>
                  </a:lnTo>
                  <a:lnTo>
                    <a:pt x="12" y="18"/>
                  </a:lnTo>
                  <a:lnTo>
                    <a:pt x="6" y="30"/>
                  </a:lnTo>
                  <a:lnTo>
                    <a:pt x="0" y="42"/>
                  </a:lnTo>
                  <a:lnTo>
                    <a:pt x="12" y="66"/>
                  </a:lnTo>
                  <a:lnTo>
                    <a:pt x="30" y="84"/>
                  </a:lnTo>
                  <a:lnTo>
                    <a:pt x="42" y="96"/>
                  </a:lnTo>
                  <a:lnTo>
                    <a:pt x="42" y="96"/>
                  </a:lnTo>
                  <a:close/>
                  <a:moveTo>
                    <a:pt x="48" y="12"/>
                  </a:moveTo>
                  <a:lnTo>
                    <a:pt x="66" y="18"/>
                  </a:lnTo>
                  <a:lnTo>
                    <a:pt x="72" y="30"/>
                  </a:lnTo>
                  <a:lnTo>
                    <a:pt x="72" y="42"/>
                  </a:lnTo>
                  <a:lnTo>
                    <a:pt x="66" y="54"/>
                  </a:lnTo>
                  <a:lnTo>
                    <a:pt x="54" y="72"/>
                  </a:lnTo>
                  <a:lnTo>
                    <a:pt x="42" y="84"/>
                  </a:lnTo>
                  <a:lnTo>
                    <a:pt x="42" y="84"/>
                  </a:lnTo>
                  <a:lnTo>
                    <a:pt x="30" y="72"/>
                  </a:lnTo>
                  <a:lnTo>
                    <a:pt x="18" y="54"/>
                  </a:lnTo>
                  <a:lnTo>
                    <a:pt x="18" y="30"/>
                  </a:lnTo>
                  <a:lnTo>
                    <a:pt x="30" y="18"/>
                  </a:lnTo>
                  <a:lnTo>
                    <a:pt x="48" y="12"/>
                  </a:lnTo>
                  <a:lnTo>
                    <a:pt x="48" y="12"/>
                  </a:lnTo>
                  <a:close/>
                </a:path>
              </a:pathLst>
            </a:custGeom>
            <a:gradFill>
              <a:gsLst>
                <a:gs pos="0">
                  <a:schemeClr val="lt2"/>
                </a:gs>
                <a:gs pos="100000">
                  <a:srgbClr val="917C75"/>
                </a:gs>
              </a:gsLst>
              <a:lin ang="5400012"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88" name="Google Shape;488;p41"/>
            <p:cNvSpPr/>
            <p:nvPr/>
          </p:nvSpPr>
          <p:spPr>
            <a:xfrm>
              <a:off x="5470" y="1433"/>
              <a:ext cx="90" cy="108"/>
            </a:xfrm>
            <a:custGeom>
              <a:rect b="b" l="l" r="r" t="t"/>
              <a:pathLst>
                <a:path extrusionOk="0" h="108" w="90">
                  <a:moveTo>
                    <a:pt x="6" y="90"/>
                  </a:moveTo>
                  <a:lnTo>
                    <a:pt x="18" y="102"/>
                  </a:lnTo>
                  <a:lnTo>
                    <a:pt x="30" y="108"/>
                  </a:lnTo>
                  <a:lnTo>
                    <a:pt x="60" y="108"/>
                  </a:lnTo>
                  <a:lnTo>
                    <a:pt x="84" y="96"/>
                  </a:lnTo>
                  <a:lnTo>
                    <a:pt x="90" y="84"/>
                  </a:lnTo>
                  <a:lnTo>
                    <a:pt x="90" y="66"/>
                  </a:lnTo>
                  <a:lnTo>
                    <a:pt x="84" y="36"/>
                  </a:lnTo>
                  <a:lnTo>
                    <a:pt x="72" y="18"/>
                  </a:lnTo>
                  <a:lnTo>
                    <a:pt x="60" y="6"/>
                  </a:lnTo>
                  <a:lnTo>
                    <a:pt x="54" y="0"/>
                  </a:lnTo>
                  <a:lnTo>
                    <a:pt x="54" y="0"/>
                  </a:lnTo>
                  <a:lnTo>
                    <a:pt x="48" y="0"/>
                  </a:lnTo>
                  <a:lnTo>
                    <a:pt x="24" y="24"/>
                  </a:lnTo>
                  <a:lnTo>
                    <a:pt x="12" y="48"/>
                  </a:lnTo>
                  <a:lnTo>
                    <a:pt x="0" y="66"/>
                  </a:lnTo>
                  <a:lnTo>
                    <a:pt x="6" y="90"/>
                  </a:lnTo>
                  <a:lnTo>
                    <a:pt x="6" y="90"/>
                  </a:lnTo>
                  <a:close/>
                  <a:moveTo>
                    <a:pt x="18" y="66"/>
                  </a:moveTo>
                  <a:lnTo>
                    <a:pt x="24" y="48"/>
                  </a:lnTo>
                  <a:lnTo>
                    <a:pt x="36" y="30"/>
                  </a:lnTo>
                  <a:lnTo>
                    <a:pt x="42" y="18"/>
                  </a:lnTo>
                  <a:lnTo>
                    <a:pt x="48" y="12"/>
                  </a:lnTo>
                  <a:lnTo>
                    <a:pt x="78" y="42"/>
                  </a:lnTo>
                  <a:lnTo>
                    <a:pt x="84" y="66"/>
                  </a:lnTo>
                  <a:lnTo>
                    <a:pt x="66" y="90"/>
                  </a:lnTo>
                  <a:lnTo>
                    <a:pt x="54" y="96"/>
                  </a:lnTo>
                  <a:lnTo>
                    <a:pt x="42" y="96"/>
                  </a:lnTo>
                  <a:lnTo>
                    <a:pt x="30" y="96"/>
                  </a:lnTo>
                  <a:lnTo>
                    <a:pt x="24" y="84"/>
                  </a:lnTo>
                  <a:lnTo>
                    <a:pt x="18" y="78"/>
                  </a:lnTo>
                  <a:lnTo>
                    <a:pt x="18" y="66"/>
                  </a:lnTo>
                  <a:lnTo>
                    <a:pt x="18" y="66"/>
                  </a:lnTo>
                  <a:close/>
                </a:path>
              </a:pathLst>
            </a:custGeom>
            <a:gradFill>
              <a:gsLst>
                <a:gs pos="0">
                  <a:schemeClr val="lt2"/>
                </a:gs>
                <a:gs pos="100000">
                  <a:srgbClr val="917C75"/>
                </a:gs>
              </a:gsLst>
              <a:lin ang="5400012"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89" name="Google Shape;489;p41"/>
            <p:cNvSpPr/>
            <p:nvPr/>
          </p:nvSpPr>
          <p:spPr>
            <a:xfrm>
              <a:off x="5428" y="3525"/>
              <a:ext cx="66" cy="96"/>
            </a:xfrm>
            <a:custGeom>
              <a:rect b="b" l="l" r="r" t="t"/>
              <a:pathLst>
                <a:path extrusionOk="0" h="96" w="66">
                  <a:moveTo>
                    <a:pt x="30" y="96"/>
                  </a:moveTo>
                  <a:lnTo>
                    <a:pt x="54" y="72"/>
                  </a:lnTo>
                  <a:lnTo>
                    <a:pt x="66" y="48"/>
                  </a:lnTo>
                  <a:lnTo>
                    <a:pt x="66" y="24"/>
                  </a:lnTo>
                  <a:lnTo>
                    <a:pt x="54" y="6"/>
                  </a:lnTo>
                  <a:lnTo>
                    <a:pt x="30" y="0"/>
                  </a:lnTo>
                  <a:lnTo>
                    <a:pt x="18" y="0"/>
                  </a:lnTo>
                  <a:lnTo>
                    <a:pt x="6" y="12"/>
                  </a:lnTo>
                  <a:lnTo>
                    <a:pt x="0" y="36"/>
                  </a:lnTo>
                  <a:lnTo>
                    <a:pt x="6" y="60"/>
                  </a:lnTo>
                  <a:lnTo>
                    <a:pt x="18" y="84"/>
                  </a:lnTo>
                  <a:lnTo>
                    <a:pt x="30" y="96"/>
                  </a:lnTo>
                  <a:lnTo>
                    <a:pt x="30" y="96"/>
                  </a:lnTo>
                  <a:close/>
                  <a:moveTo>
                    <a:pt x="30" y="12"/>
                  </a:moveTo>
                  <a:lnTo>
                    <a:pt x="48" y="18"/>
                  </a:lnTo>
                  <a:lnTo>
                    <a:pt x="54" y="24"/>
                  </a:lnTo>
                  <a:lnTo>
                    <a:pt x="54" y="36"/>
                  </a:lnTo>
                  <a:lnTo>
                    <a:pt x="48" y="48"/>
                  </a:lnTo>
                  <a:lnTo>
                    <a:pt x="36" y="66"/>
                  </a:lnTo>
                  <a:lnTo>
                    <a:pt x="30" y="78"/>
                  </a:lnTo>
                  <a:lnTo>
                    <a:pt x="18" y="66"/>
                  </a:lnTo>
                  <a:lnTo>
                    <a:pt x="12" y="48"/>
                  </a:lnTo>
                  <a:lnTo>
                    <a:pt x="6" y="30"/>
                  </a:lnTo>
                  <a:lnTo>
                    <a:pt x="18" y="12"/>
                  </a:lnTo>
                  <a:lnTo>
                    <a:pt x="30" y="12"/>
                  </a:lnTo>
                  <a:lnTo>
                    <a:pt x="30" y="12"/>
                  </a:lnTo>
                  <a:close/>
                </a:path>
              </a:pathLst>
            </a:custGeom>
            <a:gradFill>
              <a:gsLst>
                <a:gs pos="0">
                  <a:schemeClr val="lt2"/>
                </a:gs>
                <a:gs pos="100000">
                  <a:srgbClr val="917C75"/>
                </a:gs>
              </a:gsLst>
              <a:lin ang="5400012"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90" name="Google Shape;490;p41"/>
            <p:cNvSpPr/>
            <p:nvPr/>
          </p:nvSpPr>
          <p:spPr>
            <a:xfrm>
              <a:off x="3017" y="1127"/>
              <a:ext cx="2600" cy="444"/>
            </a:xfrm>
            <a:custGeom>
              <a:rect b="b" l="l" r="r" t="t"/>
              <a:pathLst>
                <a:path extrusionOk="0" h="444" w="2594">
                  <a:moveTo>
                    <a:pt x="2577" y="0"/>
                  </a:moveTo>
                  <a:lnTo>
                    <a:pt x="2594" y="72"/>
                  </a:lnTo>
                  <a:lnTo>
                    <a:pt x="6" y="444"/>
                  </a:lnTo>
                  <a:lnTo>
                    <a:pt x="0" y="396"/>
                  </a:lnTo>
                  <a:lnTo>
                    <a:pt x="1225" y="96"/>
                  </a:lnTo>
                  <a:lnTo>
                    <a:pt x="1351" y="78"/>
                  </a:lnTo>
                  <a:lnTo>
                    <a:pt x="2577" y="0"/>
                  </a:lnTo>
                  <a:lnTo>
                    <a:pt x="2577" y="0"/>
                  </a:lnTo>
                  <a:close/>
                </a:path>
              </a:pathLst>
            </a:custGeom>
            <a:gradFill>
              <a:gsLst>
                <a:gs pos="0">
                  <a:schemeClr val="lt2"/>
                </a:gs>
                <a:gs pos="100000">
                  <a:srgbClr val="917C75"/>
                </a:gs>
              </a:gsLst>
              <a:lin ang="10800025"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91" name="Google Shape;491;p41"/>
            <p:cNvSpPr/>
            <p:nvPr/>
          </p:nvSpPr>
          <p:spPr>
            <a:xfrm>
              <a:off x="2934" y="3773"/>
              <a:ext cx="84" cy="95"/>
            </a:xfrm>
            <a:custGeom>
              <a:rect b="b" l="l" r="r" t="t"/>
              <a:pathLst>
                <a:path extrusionOk="0" h="95" w="84">
                  <a:moveTo>
                    <a:pt x="36" y="95"/>
                  </a:moveTo>
                  <a:lnTo>
                    <a:pt x="60" y="77"/>
                  </a:lnTo>
                  <a:lnTo>
                    <a:pt x="78" y="53"/>
                  </a:lnTo>
                  <a:lnTo>
                    <a:pt x="84" y="42"/>
                  </a:lnTo>
                  <a:lnTo>
                    <a:pt x="84" y="30"/>
                  </a:lnTo>
                  <a:lnTo>
                    <a:pt x="72" y="6"/>
                  </a:lnTo>
                  <a:lnTo>
                    <a:pt x="42" y="0"/>
                  </a:lnTo>
                  <a:lnTo>
                    <a:pt x="30" y="0"/>
                  </a:lnTo>
                  <a:lnTo>
                    <a:pt x="12" y="12"/>
                  </a:lnTo>
                  <a:lnTo>
                    <a:pt x="0" y="24"/>
                  </a:lnTo>
                  <a:lnTo>
                    <a:pt x="0" y="36"/>
                  </a:lnTo>
                  <a:lnTo>
                    <a:pt x="6" y="59"/>
                  </a:lnTo>
                  <a:lnTo>
                    <a:pt x="24" y="83"/>
                  </a:lnTo>
                  <a:lnTo>
                    <a:pt x="36" y="95"/>
                  </a:lnTo>
                  <a:lnTo>
                    <a:pt x="36" y="95"/>
                  </a:lnTo>
                  <a:close/>
                  <a:moveTo>
                    <a:pt x="48" y="12"/>
                  </a:moveTo>
                  <a:lnTo>
                    <a:pt x="66" y="18"/>
                  </a:lnTo>
                  <a:lnTo>
                    <a:pt x="72" y="30"/>
                  </a:lnTo>
                  <a:lnTo>
                    <a:pt x="72" y="42"/>
                  </a:lnTo>
                  <a:lnTo>
                    <a:pt x="66" y="53"/>
                  </a:lnTo>
                  <a:lnTo>
                    <a:pt x="48" y="71"/>
                  </a:lnTo>
                  <a:lnTo>
                    <a:pt x="42" y="77"/>
                  </a:lnTo>
                  <a:lnTo>
                    <a:pt x="36" y="77"/>
                  </a:lnTo>
                  <a:lnTo>
                    <a:pt x="24" y="65"/>
                  </a:lnTo>
                  <a:lnTo>
                    <a:pt x="18" y="48"/>
                  </a:lnTo>
                  <a:lnTo>
                    <a:pt x="18" y="30"/>
                  </a:lnTo>
                  <a:lnTo>
                    <a:pt x="30" y="12"/>
                  </a:lnTo>
                  <a:lnTo>
                    <a:pt x="48" y="12"/>
                  </a:lnTo>
                  <a:lnTo>
                    <a:pt x="48" y="12"/>
                  </a:lnTo>
                  <a:close/>
                </a:path>
              </a:pathLst>
            </a:custGeom>
            <a:gradFill>
              <a:gsLst>
                <a:gs pos="0">
                  <a:schemeClr val="lt2"/>
                </a:gs>
                <a:gs pos="100000">
                  <a:srgbClr val="917C75"/>
                </a:gs>
              </a:gsLst>
              <a:lin ang="5400012"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92" name="Google Shape;492;p41"/>
            <p:cNvSpPr/>
            <p:nvPr/>
          </p:nvSpPr>
          <p:spPr>
            <a:xfrm>
              <a:off x="3779" y="3872"/>
              <a:ext cx="90" cy="108"/>
            </a:xfrm>
            <a:custGeom>
              <a:rect b="b" l="l" r="r" t="t"/>
              <a:pathLst>
                <a:path extrusionOk="0" h="108" w="90">
                  <a:moveTo>
                    <a:pt x="12" y="96"/>
                  </a:moveTo>
                  <a:lnTo>
                    <a:pt x="24" y="108"/>
                  </a:lnTo>
                  <a:lnTo>
                    <a:pt x="42" y="108"/>
                  </a:lnTo>
                  <a:lnTo>
                    <a:pt x="66" y="102"/>
                  </a:lnTo>
                  <a:lnTo>
                    <a:pt x="84" y="78"/>
                  </a:lnTo>
                  <a:lnTo>
                    <a:pt x="90" y="66"/>
                  </a:lnTo>
                  <a:lnTo>
                    <a:pt x="84" y="48"/>
                  </a:lnTo>
                  <a:lnTo>
                    <a:pt x="66" y="24"/>
                  </a:lnTo>
                  <a:lnTo>
                    <a:pt x="48" y="12"/>
                  </a:lnTo>
                  <a:lnTo>
                    <a:pt x="36" y="0"/>
                  </a:lnTo>
                  <a:lnTo>
                    <a:pt x="30" y="0"/>
                  </a:lnTo>
                  <a:lnTo>
                    <a:pt x="30" y="0"/>
                  </a:lnTo>
                  <a:lnTo>
                    <a:pt x="24" y="0"/>
                  </a:lnTo>
                  <a:lnTo>
                    <a:pt x="12" y="30"/>
                  </a:lnTo>
                  <a:lnTo>
                    <a:pt x="0" y="54"/>
                  </a:lnTo>
                  <a:lnTo>
                    <a:pt x="0" y="78"/>
                  </a:lnTo>
                  <a:lnTo>
                    <a:pt x="12" y="96"/>
                  </a:lnTo>
                  <a:lnTo>
                    <a:pt x="12" y="96"/>
                  </a:lnTo>
                  <a:close/>
                  <a:moveTo>
                    <a:pt x="12" y="72"/>
                  </a:moveTo>
                  <a:lnTo>
                    <a:pt x="18" y="54"/>
                  </a:lnTo>
                  <a:lnTo>
                    <a:pt x="24" y="36"/>
                  </a:lnTo>
                  <a:lnTo>
                    <a:pt x="30" y="18"/>
                  </a:lnTo>
                  <a:lnTo>
                    <a:pt x="30" y="12"/>
                  </a:lnTo>
                  <a:lnTo>
                    <a:pt x="48" y="24"/>
                  </a:lnTo>
                  <a:lnTo>
                    <a:pt x="66" y="36"/>
                  </a:lnTo>
                  <a:lnTo>
                    <a:pt x="78" y="54"/>
                  </a:lnTo>
                  <a:lnTo>
                    <a:pt x="78" y="72"/>
                  </a:lnTo>
                  <a:lnTo>
                    <a:pt x="72" y="84"/>
                  </a:lnTo>
                  <a:lnTo>
                    <a:pt x="48" y="96"/>
                  </a:lnTo>
                  <a:lnTo>
                    <a:pt x="36" y="96"/>
                  </a:lnTo>
                  <a:lnTo>
                    <a:pt x="24" y="90"/>
                  </a:lnTo>
                  <a:lnTo>
                    <a:pt x="18" y="84"/>
                  </a:lnTo>
                  <a:lnTo>
                    <a:pt x="12" y="72"/>
                  </a:lnTo>
                  <a:lnTo>
                    <a:pt x="12" y="72"/>
                  </a:lnTo>
                  <a:close/>
                </a:path>
              </a:pathLst>
            </a:custGeom>
            <a:gradFill>
              <a:gsLst>
                <a:gs pos="0">
                  <a:schemeClr val="lt2"/>
                </a:gs>
                <a:gs pos="100000">
                  <a:srgbClr val="917C75"/>
                </a:gs>
              </a:gsLst>
              <a:lin ang="5400012"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93" name="Google Shape;493;p41"/>
            <p:cNvSpPr/>
            <p:nvPr/>
          </p:nvSpPr>
          <p:spPr>
            <a:xfrm>
              <a:off x="2400" y="3872"/>
              <a:ext cx="72" cy="90"/>
            </a:xfrm>
            <a:custGeom>
              <a:rect b="b" l="l" r="r" t="t"/>
              <a:pathLst>
                <a:path extrusionOk="0" h="90" w="71">
                  <a:moveTo>
                    <a:pt x="71" y="90"/>
                  </a:moveTo>
                  <a:lnTo>
                    <a:pt x="71" y="60"/>
                  </a:lnTo>
                  <a:lnTo>
                    <a:pt x="71" y="36"/>
                  </a:lnTo>
                  <a:lnTo>
                    <a:pt x="60" y="12"/>
                  </a:lnTo>
                  <a:lnTo>
                    <a:pt x="36" y="0"/>
                  </a:lnTo>
                  <a:lnTo>
                    <a:pt x="12" y="12"/>
                  </a:lnTo>
                  <a:lnTo>
                    <a:pt x="0" y="36"/>
                  </a:lnTo>
                  <a:lnTo>
                    <a:pt x="6" y="60"/>
                  </a:lnTo>
                  <a:lnTo>
                    <a:pt x="30" y="78"/>
                  </a:lnTo>
                  <a:lnTo>
                    <a:pt x="54" y="90"/>
                  </a:lnTo>
                  <a:lnTo>
                    <a:pt x="71" y="90"/>
                  </a:lnTo>
                  <a:lnTo>
                    <a:pt x="71" y="90"/>
                  </a:lnTo>
                  <a:close/>
                  <a:moveTo>
                    <a:pt x="24" y="18"/>
                  </a:moveTo>
                  <a:lnTo>
                    <a:pt x="42" y="18"/>
                  </a:lnTo>
                  <a:lnTo>
                    <a:pt x="54" y="18"/>
                  </a:lnTo>
                  <a:lnTo>
                    <a:pt x="60" y="42"/>
                  </a:lnTo>
                  <a:lnTo>
                    <a:pt x="60" y="66"/>
                  </a:lnTo>
                  <a:lnTo>
                    <a:pt x="60" y="72"/>
                  </a:lnTo>
                  <a:lnTo>
                    <a:pt x="60" y="78"/>
                  </a:lnTo>
                  <a:lnTo>
                    <a:pt x="42" y="72"/>
                  </a:lnTo>
                  <a:lnTo>
                    <a:pt x="24" y="66"/>
                  </a:lnTo>
                  <a:lnTo>
                    <a:pt x="12" y="48"/>
                  </a:lnTo>
                  <a:lnTo>
                    <a:pt x="12" y="30"/>
                  </a:lnTo>
                  <a:lnTo>
                    <a:pt x="24" y="18"/>
                  </a:lnTo>
                  <a:lnTo>
                    <a:pt x="24" y="18"/>
                  </a:lnTo>
                  <a:close/>
                </a:path>
              </a:pathLst>
            </a:custGeom>
            <a:gradFill>
              <a:gsLst>
                <a:gs pos="0">
                  <a:schemeClr val="lt2"/>
                </a:gs>
                <a:gs pos="100000">
                  <a:srgbClr val="917C75"/>
                </a:gs>
              </a:gsLst>
              <a:lin ang="5400012"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94" name="Google Shape;494;p41"/>
            <p:cNvSpPr/>
            <p:nvPr/>
          </p:nvSpPr>
          <p:spPr>
            <a:xfrm>
              <a:off x="2444" y="3838"/>
              <a:ext cx="1500" cy="300"/>
            </a:xfrm>
            <a:prstGeom prst="ellipse">
              <a:avLst/>
            </a:prstGeom>
            <a:gradFill>
              <a:gsLst>
                <a:gs pos="0">
                  <a:schemeClr val="lt2"/>
                </a:gs>
                <a:gs pos="100000">
                  <a:srgbClr val="917C75"/>
                </a:gs>
              </a:gsLst>
              <a:lin ang="13500032"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95" name="Google Shape;495;p41"/>
            <p:cNvSpPr/>
            <p:nvPr/>
          </p:nvSpPr>
          <p:spPr>
            <a:xfrm>
              <a:off x="2394" y="3834"/>
              <a:ext cx="1500" cy="300"/>
            </a:xfrm>
            <a:prstGeom prst="ellipse">
              <a:avLst/>
            </a:prstGeom>
            <a:gradFill>
              <a:gsLst>
                <a:gs pos="0">
                  <a:schemeClr val="lt2"/>
                </a:gs>
                <a:gs pos="100000">
                  <a:srgbClr val="917C75"/>
                </a:gs>
              </a:gsLst>
              <a:lin ang="5400012"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96" name="Google Shape;496;p41"/>
            <p:cNvSpPr/>
            <p:nvPr/>
          </p:nvSpPr>
          <p:spPr>
            <a:xfrm>
              <a:off x="2441" y="3860"/>
              <a:ext cx="1500" cy="300"/>
            </a:xfrm>
            <a:prstGeom prst="ellipse">
              <a:avLst/>
            </a:prstGeom>
            <a:gradFill>
              <a:gsLst>
                <a:gs pos="0">
                  <a:srgbClr val="917C75"/>
                </a:gs>
                <a:gs pos="100000">
                  <a:schemeClr val="lt2"/>
                </a:gs>
              </a:gsLst>
              <a:lin ang="10800025"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97" name="Google Shape;497;p41"/>
            <p:cNvSpPr/>
            <p:nvPr/>
          </p:nvSpPr>
          <p:spPr>
            <a:xfrm>
              <a:off x="3743" y="3788"/>
              <a:ext cx="90" cy="96"/>
            </a:xfrm>
            <a:custGeom>
              <a:rect b="b" l="l" r="r" t="t"/>
              <a:pathLst>
                <a:path extrusionOk="0" h="96" w="90">
                  <a:moveTo>
                    <a:pt x="66" y="96"/>
                  </a:moveTo>
                  <a:lnTo>
                    <a:pt x="78" y="66"/>
                  </a:lnTo>
                  <a:lnTo>
                    <a:pt x="90" y="42"/>
                  </a:lnTo>
                  <a:lnTo>
                    <a:pt x="78" y="18"/>
                  </a:lnTo>
                  <a:lnTo>
                    <a:pt x="60" y="0"/>
                  </a:lnTo>
                  <a:lnTo>
                    <a:pt x="30" y="6"/>
                  </a:lnTo>
                  <a:lnTo>
                    <a:pt x="18" y="18"/>
                  </a:lnTo>
                  <a:lnTo>
                    <a:pt x="6" y="30"/>
                  </a:lnTo>
                  <a:lnTo>
                    <a:pt x="0" y="42"/>
                  </a:lnTo>
                  <a:lnTo>
                    <a:pt x="6" y="60"/>
                  </a:lnTo>
                  <a:lnTo>
                    <a:pt x="24" y="78"/>
                  </a:lnTo>
                  <a:lnTo>
                    <a:pt x="48" y="90"/>
                  </a:lnTo>
                  <a:lnTo>
                    <a:pt x="66" y="96"/>
                  </a:lnTo>
                  <a:lnTo>
                    <a:pt x="66" y="96"/>
                  </a:lnTo>
                  <a:close/>
                  <a:moveTo>
                    <a:pt x="42" y="18"/>
                  </a:moveTo>
                  <a:lnTo>
                    <a:pt x="60" y="18"/>
                  </a:lnTo>
                  <a:lnTo>
                    <a:pt x="72" y="24"/>
                  </a:lnTo>
                  <a:lnTo>
                    <a:pt x="72" y="36"/>
                  </a:lnTo>
                  <a:lnTo>
                    <a:pt x="72" y="48"/>
                  </a:lnTo>
                  <a:lnTo>
                    <a:pt x="66" y="72"/>
                  </a:lnTo>
                  <a:lnTo>
                    <a:pt x="60" y="78"/>
                  </a:lnTo>
                  <a:lnTo>
                    <a:pt x="60" y="84"/>
                  </a:lnTo>
                  <a:lnTo>
                    <a:pt x="42" y="72"/>
                  </a:lnTo>
                  <a:lnTo>
                    <a:pt x="30" y="66"/>
                  </a:lnTo>
                  <a:lnTo>
                    <a:pt x="18" y="42"/>
                  </a:lnTo>
                  <a:lnTo>
                    <a:pt x="24" y="30"/>
                  </a:lnTo>
                  <a:lnTo>
                    <a:pt x="42" y="18"/>
                  </a:lnTo>
                  <a:lnTo>
                    <a:pt x="42" y="18"/>
                  </a:lnTo>
                  <a:close/>
                </a:path>
              </a:pathLst>
            </a:custGeom>
            <a:gradFill>
              <a:gsLst>
                <a:gs pos="0">
                  <a:schemeClr val="lt2"/>
                </a:gs>
                <a:gs pos="100000">
                  <a:srgbClr val="917C75"/>
                </a:gs>
              </a:gsLst>
              <a:lin ang="5400012"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98" name="Google Shape;498;p41"/>
            <p:cNvSpPr/>
            <p:nvPr/>
          </p:nvSpPr>
          <p:spPr>
            <a:xfrm>
              <a:off x="5422" y="3603"/>
              <a:ext cx="72" cy="108"/>
            </a:xfrm>
            <a:custGeom>
              <a:rect b="b" l="l" r="r" t="t"/>
              <a:pathLst>
                <a:path extrusionOk="0" h="108" w="72">
                  <a:moveTo>
                    <a:pt x="0" y="90"/>
                  </a:moveTo>
                  <a:lnTo>
                    <a:pt x="12" y="102"/>
                  </a:lnTo>
                  <a:lnTo>
                    <a:pt x="24" y="108"/>
                  </a:lnTo>
                  <a:lnTo>
                    <a:pt x="48" y="108"/>
                  </a:lnTo>
                  <a:lnTo>
                    <a:pt x="66" y="96"/>
                  </a:lnTo>
                  <a:lnTo>
                    <a:pt x="72" y="66"/>
                  </a:lnTo>
                  <a:lnTo>
                    <a:pt x="66" y="42"/>
                  </a:lnTo>
                  <a:lnTo>
                    <a:pt x="60" y="18"/>
                  </a:lnTo>
                  <a:lnTo>
                    <a:pt x="48" y="6"/>
                  </a:lnTo>
                  <a:lnTo>
                    <a:pt x="42" y="0"/>
                  </a:lnTo>
                  <a:lnTo>
                    <a:pt x="42" y="0"/>
                  </a:lnTo>
                  <a:lnTo>
                    <a:pt x="36" y="0"/>
                  </a:lnTo>
                  <a:lnTo>
                    <a:pt x="18" y="24"/>
                  </a:lnTo>
                  <a:lnTo>
                    <a:pt x="6" y="48"/>
                  </a:lnTo>
                  <a:lnTo>
                    <a:pt x="0" y="66"/>
                  </a:lnTo>
                  <a:lnTo>
                    <a:pt x="0" y="90"/>
                  </a:lnTo>
                  <a:lnTo>
                    <a:pt x="0" y="90"/>
                  </a:lnTo>
                  <a:close/>
                  <a:moveTo>
                    <a:pt x="12" y="66"/>
                  </a:moveTo>
                  <a:lnTo>
                    <a:pt x="18" y="48"/>
                  </a:lnTo>
                  <a:lnTo>
                    <a:pt x="24" y="36"/>
                  </a:lnTo>
                  <a:lnTo>
                    <a:pt x="30" y="24"/>
                  </a:lnTo>
                  <a:lnTo>
                    <a:pt x="36" y="18"/>
                  </a:lnTo>
                  <a:lnTo>
                    <a:pt x="54" y="30"/>
                  </a:lnTo>
                  <a:lnTo>
                    <a:pt x="60" y="48"/>
                  </a:lnTo>
                  <a:lnTo>
                    <a:pt x="66" y="72"/>
                  </a:lnTo>
                  <a:lnTo>
                    <a:pt x="66" y="84"/>
                  </a:lnTo>
                  <a:lnTo>
                    <a:pt x="54" y="96"/>
                  </a:lnTo>
                  <a:lnTo>
                    <a:pt x="30" y="102"/>
                  </a:lnTo>
                  <a:lnTo>
                    <a:pt x="24" y="96"/>
                  </a:lnTo>
                  <a:lnTo>
                    <a:pt x="12" y="90"/>
                  </a:lnTo>
                  <a:lnTo>
                    <a:pt x="12" y="78"/>
                  </a:lnTo>
                  <a:lnTo>
                    <a:pt x="12" y="66"/>
                  </a:lnTo>
                  <a:lnTo>
                    <a:pt x="12" y="66"/>
                  </a:lnTo>
                  <a:close/>
                </a:path>
              </a:pathLst>
            </a:custGeom>
            <a:gradFill>
              <a:gsLst>
                <a:gs pos="0">
                  <a:schemeClr val="lt2"/>
                </a:gs>
                <a:gs pos="100000">
                  <a:srgbClr val="917C75"/>
                </a:gs>
              </a:gsLst>
              <a:lin ang="5400012"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99" name="Google Shape;499;p41"/>
            <p:cNvSpPr/>
            <p:nvPr/>
          </p:nvSpPr>
          <p:spPr>
            <a:xfrm>
              <a:off x="4238" y="1773"/>
              <a:ext cx="300" cy="2400"/>
            </a:xfrm>
            <a:prstGeom prst="rect">
              <a:avLst/>
            </a:prstGeom>
            <a:gradFill>
              <a:gsLst>
                <a:gs pos="0">
                  <a:schemeClr val="lt2"/>
                </a:gs>
                <a:gs pos="100000">
                  <a:srgbClr val="917C75"/>
                </a:gs>
              </a:gsLst>
              <a:lin ang="10800025"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00" name="Google Shape;500;p41"/>
            <p:cNvSpPr/>
            <p:nvPr/>
          </p:nvSpPr>
          <p:spPr>
            <a:xfrm>
              <a:off x="4288" y="1545"/>
              <a:ext cx="0" cy="300"/>
            </a:xfrm>
            <a:prstGeom prst="rect">
              <a:avLst/>
            </a:prstGeom>
            <a:gradFill>
              <a:gsLst>
                <a:gs pos="0">
                  <a:schemeClr val="lt2"/>
                </a:gs>
                <a:gs pos="100000">
                  <a:srgbClr val="917C75"/>
                </a:gs>
              </a:gsLst>
              <a:lin ang="5400012"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01" name="Google Shape;501;p41"/>
            <p:cNvSpPr/>
            <p:nvPr/>
          </p:nvSpPr>
          <p:spPr>
            <a:xfrm>
              <a:off x="4220" y="1743"/>
              <a:ext cx="300" cy="0"/>
            </a:xfrm>
            <a:prstGeom prst="roundRect">
              <a:avLst>
                <a:gd fmla="val 16667" name="adj"/>
              </a:avLst>
            </a:prstGeom>
            <a:gradFill>
              <a:gsLst>
                <a:gs pos="0">
                  <a:schemeClr val="lt2"/>
                </a:gs>
                <a:gs pos="100000">
                  <a:srgbClr val="917C75"/>
                </a:gs>
              </a:gsLst>
              <a:lin ang="5400012"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02" name="Google Shape;502;p41"/>
            <p:cNvSpPr/>
            <p:nvPr/>
          </p:nvSpPr>
          <p:spPr>
            <a:xfrm>
              <a:off x="4306" y="1529"/>
              <a:ext cx="252" cy="1576"/>
            </a:xfrm>
            <a:custGeom>
              <a:rect b="b" l="l" r="r" t="t"/>
              <a:pathLst>
                <a:path extrusionOk="0" h="1576" w="252">
                  <a:moveTo>
                    <a:pt x="252" y="1576"/>
                  </a:moveTo>
                  <a:lnTo>
                    <a:pt x="12" y="84"/>
                  </a:lnTo>
                  <a:lnTo>
                    <a:pt x="12" y="60"/>
                  </a:lnTo>
                  <a:lnTo>
                    <a:pt x="0" y="12"/>
                  </a:lnTo>
                  <a:lnTo>
                    <a:pt x="72" y="0"/>
                  </a:lnTo>
                  <a:lnTo>
                    <a:pt x="72" y="0"/>
                  </a:lnTo>
                  <a:lnTo>
                    <a:pt x="78" y="48"/>
                  </a:lnTo>
                  <a:lnTo>
                    <a:pt x="88" y="66"/>
                  </a:lnTo>
                </a:path>
              </a:pathLst>
            </a:custGeom>
            <a:gradFill>
              <a:gsLst>
                <a:gs pos="0">
                  <a:schemeClr val="lt2"/>
                </a:gs>
                <a:gs pos="100000">
                  <a:srgbClr val="917C75"/>
                </a:gs>
              </a:gsLst>
              <a:lin ang="13500032"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03" name="Google Shape;503;p41"/>
            <p:cNvSpPr/>
            <p:nvPr/>
          </p:nvSpPr>
          <p:spPr>
            <a:xfrm>
              <a:off x="4169" y="1421"/>
              <a:ext cx="317" cy="138"/>
            </a:xfrm>
            <a:custGeom>
              <a:rect b="b" l="l" r="r" t="t"/>
              <a:pathLst>
                <a:path extrusionOk="0" h="138" w="316">
                  <a:moveTo>
                    <a:pt x="161" y="0"/>
                  </a:moveTo>
                  <a:lnTo>
                    <a:pt x="227" y="6"/>
                  </a:lnTo>
                  <a:lnTo>
                    <a:pt x="275" y="36"/>
                  </a:lnTo>
                  <a:lnTo>
                    <a:pt x="304" y="78"/>
                  </a:lnTo>
                  <a:lnTo>
                    <a:pt x="316" y="138"/>
                  </a:lnTo>
                  <a:lnTo>
                    <a:pt x="0" y="138"/>
                  </a:lnTo>
                  <a:lnTo>
                    <a:pt x="11" y="78"/>
                  </a:lnTo>
                  <a:lnTo>
                    <a:pt x="47" y="36"/>
                  </a:lnTo>
                  <a:lnTo>
                    <a:pt x="95" y="6"/>
                  </a:lnTo>
                  <a:lnTo>
                    <a:pt x="161" y="0"/>
                  </a:lnTo>
                  <a:lnTo>
                    <a:pt x="161" y="0"/>
                  </a:lnTo>
                  <a:close/>
                </a:path>
              </a:pathLst>
            </a:custGeom>
            <a:gradFill>
              <a:gsLst>
                <a:gs pos="0">
                  <a:schemeClr val="lt2"/>
                </a:gs>
                <a:gs pos="100000">
                  <a:srgbClr val="917C75"/>
                </a:gs>
              </a:gsLst>
              <a:lin ang="10800025"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504" name="Google Shape;504;p41"/>
          <p:cNvSpPr txBox="1"/>
          <p:nvPr>
            <p:ph type="title"/>
          </p:nvPr>
        </p:nvSpPr>
        <p:spPr>
          <a:xfrm>
            <a:off x="457200" y="277812"/>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505" name="Google Shape;505;p41"/>
          <p:cNvSpPr txBox="1"/>
          <p:nvPr>
            <p:ph idx="1" type="body"/>
          </p:nvPr>
        </p:nvSpPr>
        <p:spPr>
          <a:xfrm>
            <a:off x="457200" y="1600200"/>
            <a:ext cx="8229600" cy="4530600"/>
          </a:xfrm>
          <a:prstGeom prst="rect">
            <a:avLst/>
          </a:prstGeom>
          <a:noFill/>
          <a:ln>
            <a:noFill/>
          </a:ln>
        </p:spPr>
        <p:txBody>
          <a:bodyPr anchorCtr="0" anchor="t" bIns="45700" lIns="91425" spcFirstLastPara="1" rIns="91425" wrap="square" tIns="45700">
            <a:noAutofit/>
          </a:bodyPr>
          <a:lstStyle>
            <a:lvl1pPr indent="-360680" lvl="0" marL="457200" marR="0" rtl="0" algn="l">
              <a:lnSpc>
                <a:spcPct val="100000"/>
              </a:lnSpc>
              <a:spcBef>
                <a:spcPts val="640"/>
              </a:spcBef>
              <a:spcAft>
                <a:spcPts val="0"/>
              </a:spcAft>
              <a:buClr>
                <a:schemeClr val="hlink"/>
              </a:buClr>
              <a:buSzPts val="2080"/>
              <a:buFont typeface="Noto Sans Symbols"/>
              <a:buChar char="■"/>
              <a:defRPr b="0" i="0" sz="3200" u="none" cap="none" strike="noStrike">
                <a:solidFill>
                  <a:schemeClr val="dk1"/>
                </a:solidFill>
                <a:latin typeface="Tahoma"/>
                <a:ea typeface="Tahoma"/>
                <a:cs typeface="Tahoma"/>
                <a:sym typeface="Tahoma"/>
              </a:defRPr>
            </a:lvl1pPr>
            <a:lvl2pPr indent="-344169" lvl="1" marL="914400" marR="0" rtl="0" algn="l">
              <a:lnSpc>
                <a:spcPct val="100000"/>
              </a:lnSpc>
              <a:spcBef>
                <a:spcPts val="560"/>
              </a:spcBef>
              <a:spcAft>
                <a:spcPts val="0"/>
              </a:spcAft>
              <a:buClr>
                <a:schemeClr val="dk1"/>
              </a:buClr>
              <a:buSzPts val="1820"/>
              <a:buFont typeface="Noto Sans Symbols"/>
              <a:buChar char="■"/>
              <a:defRPr b="0" i="0" sz="2800" u="none" cap="none" strike="noStrike">
                <a:solidFill>
                  <a:schemeClr val="dk1"/>
                </a:solidFill>
                <a:latin typeface="Tahoma"/>
                <a:ea typeface="Tahoma"/>
                <a:cs typeface="Tahoma"/>
                <a:sym typeface="Tahoma"/>
              </a:defRPr>
            </a:lvl2pPr>
            <a:lvl3pPr indent="-327660" lvl="2" marL="1371600" marR="0" rtl="0" algn="l">
              <a:lnSpc>
                <a:spcPct val="100000"/>
              </a:lnSpc>
              <a:spcBef>
                <a:spcPts val="480"/>
              </a:spcBef>
              <a:spcAft>
                <a:spcPts val="0"/>
              </a:spcAft>
              <a:buClr>
                <a:schemeClr val="accent2"/>
              </a:buClr>
              <a:buSzPts val="1560"/>
              <a:buFont typeface="Noto Sans Symbols"/>
              <a:buChar char="■"/>
              <a:defRPr b="0" i="0" sz="2400" u="none" cap="none" strike="noStrike">
                <a:solidFill>
                  <a:schemeClr val="dk1"/>
                </a:solidFill>
                <a:latin typeface="Tahoma"/>
                <a:ea typeface="Tahoma"/>
                <a:cs typeface="Tahoma"/>
                <a:sym typeface="Tahoma"/>
              </a:defRPr>
            </a:lvl3pPr>
            <a:lvl4pPr indent="-311150" lvl="3" marL="1828800" marR="0" rtl="0" algn="l">
              <a:lnSpc>
                <a:spcPct val="100000"/>
              </a:lnSpc>
              <a:spcBef>
                <a:spcPts val="400"/>
              </a:spcBef>
              <a:spcAft>
                <a:spcPts val="0"/>
              </a:spcAft>
              <a:buClr>
                <a:schemeClr val="dk1"/>
              </a:buClr>
              <a:buSzPts val="1300"/>
              <a:buFont typeface="Noto Sans Symbols"/>
              <a:buChar char="■"/>
              <a:defRPr b="0" i="0" sz="2000" u="none" cap="none" strike="noStrike">
                <a:solidFill>
                  <a:schemeClr val="dk1"/>
                </a:solidFill>
                <a:latin typeface="Tahoma"/>
                <a:ea typeface="Tahoma"/>
                <a:cs typeface="Tahoma"/>
                <a:sym typeface="Tahoma"/>
              </a:defRPr>
            </a:lvl4pPr>
            <a:lvl5pPr indent="-311150" lvl="4" marL="2286000" marR="0" rtl="0" algn="l">
              <a:lnSpc>
                <a:spcPct val="100000"/>
              </a:lnSpc>
              <a:spcBef>
                <a:spcPts val="400"/>
              </a:spcBef>
              <a:spcAft>
                <a:spcPts val="0"/>
              </a:spcAft>
              <a:buClr>
                <a:schemeClr val="folHlink"/>
              </a:buClr>
              <a:buSzPts val="1300"/>
              <a:buFont typeface="Noto Sans Symbols"/>
              <a:buChar char="■"/>
              <a:defRPr b="0" i="0" sz="2000" u="none" cap="none" strike="noStrike">
                <a:solidFill>
                  <a:schemeClr val="dk1"/>
                </a:solidFill>
                <a:latin typeface="Tahoma"/>
                <a:ea typeface="Tahoma"/>
                <a:cs typeface="Tahoma"/>
                <a:sym typeface="Tahoma"/>
              </a:defRPr>
            </a:lvl5pPr>
            <a:lvl6pPr indent="-311150" lvl="5" marL="2743200" marR="0" rtl="0" algn="l">
              <a:lnSpc>
                <a:spcPct val="100000"/>
              </a:lnSpc>
              <a:spcBef>
                <a:spcPts val="400"/>
              </a:spcBef>
              <a:spcAft>
                <a:spcPts val="0"/>
              </a:spcAft>
              <a:buClr>
                <a:schemeClr val="folHlink"/>
              </a:buClr>
              <a:buSzPts val="1300"/>
              <a:buFont typeface="Noto Sans Symbols"/>
              <a:buChar char="■"/>
              <a:defRPr b="0" i="0" sz="2000" u="none" cap="none" strike="noStrike">
                <a:solidFill>
                  <a:schemeClr val="dk1"/>
                </a:solidFill>
                <a:latin typeface="Tahoma"/>
                <a:ea typeface="Tahoma"/>
                <a:cs typeface="Tahoma"/>
                <a:sym typeface="Tahoma"/>
              </a:defRPr>
            </a:lvl6pPr>
            <a:lvl7pPr indent="-311150" lvl="6" marL="3200400" marR="0" rtl="0" algn="l">
              <a:lnSpc>
                <a:spcPct val="100000"/>
              </a:lnSpc>
              <a:spcBef>
                <a:spcPts val="400"/>
              </a:spcBef>
              <a:spcAft>
                <a:spcPts val="0"/>
              </a:spcAft>
              <a:buClr>
                <a:schemeClr val="folHlink"/>
              </a:buClr>
              <a:buSzPts val="1300"/>
              <a:buFont typeface="Noto Sans Symbols"/>
              <a:buChar char="■"/>
              <a:defRPr b="0" i="0" sz="2000" u="none" cap="none" strike="noStrike">
                <a:solidFill>
                  <a:schemeClr val="dk1"/>
                </a:solidFill>
                <a:latin typeface="Tahoma"/>
                <a:ea typeface="Tahoma"/>
                <a:cs typeface="Tahoma"/>
                <a:sym typeface="Tahoma"/>
              </a:defRPr>
            </a:lvl7pPr>
            <a:lvl8pPr indent="-311150" lvl="7" marL="3657600" marR="0" rtl="0" algn="l">
              <a:lnSpc>
                <a:spcPct val="100000"/>
              </a:lnSpc>
              <a:spcBef>
                <a:spcPts val="400"/>
              </a:spcBef>
              <a:spcAft>
                <a:spcPts val="0"/>
              </a:spcAft>
              <a:buClr>
                <a:schemeClr val="folHlink"/>
              </a:buClr>
              <a:buSzPts val="1300"/>
              <a:buFont typeface="Noto Sans Symbols"/>
              <a:buChar char="■"/>
              <a:defRPr b="0" i="0" sz="2000" u="none" cap="none" strike="noStrike">
                <a:solidFill>
                  <a:schemeClr val="dk1"/>
                </a:solidFill>
                <a:latin typeface="Tahoma"/>
                <a:ea typeface="Tahoma"/>
                <a:cs typeface="Tahoma"/>
                <a:sym typeface="Tahoma"/>
              </a:defRPr>
            </a:lvl8pPr>
            <a:lvl9pPr indent="-311150" lvl="8" marL="4114800" marR="0" rtl="0" algn="l">
              <a:lnSpc>
                <a:spcPct val="100000"/>
              </a:lnSpc>
              <a:spcBef>
                <a:spcPts val="400"/>
              </a:spcBef>
              <a:spcAft>
                <a:spcPts val="0"/>
              </a:spcAft>
              <a:buClr>
                <a:schemeClr val="folHlink"/>
              </a:buClr>
              <a:buSzPts val="1300"/>
              <a:buFont typeface="Noto Sans Symbols"/>
              <a:buChar char="■"/>
              <a:defRPr b="0" i="0" sz="2000" u="none" cap="none" strike="noStrike">
                <a:solidFill>
                  <a:schemeClr val="dk1"/>
                </a:solidFill>
                <a:latin typeface="Tahoma"/>
                <a:ea typeface="Tahoma"/>
                <a:cs typeface="Tahoma"/>
                <a:sym typeface="Tahoma"/>
              </a:defRPr>
            </a:lvl9pPr>
          </a:lstStyle>
          <a:p/>
        </p:txBody>
      </p:sp>
      <p:sp>
        <p:nvSpPr>
          <p:cNvPr id="506" name="Google Shape;506;p41"/>
          <p:cNvSpPr txBox="1"/>
          <p:nvPr>
            <p:ph idx="10" type="dt"/>
          </p:nvPr>
        </p:nvSpPr>
        <p:spPr>
          <a:xfrm>
            <a:off x="457200" y="6278562"/>
            <a:ext cx="21336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200" u="none">
                <a:solidFill>
                  <a:schemeClr val="dk1"/>
                </a:solidFill>
                <a:latin typeface="Tahoma"/>
                <a:ea typeface="Tahoma"/>
                <a:cs typeface="Tahoma"/>
                <a:sym typeface="Tahoma"/>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07" name="Google Shape;507;p41"/>
          <p:cNvSpPr txBox="1"/>
          <p:nvPr>
            <p:ph idx="11" type="ftr"/>
          </p:nvPr>
        </p:nvSpPr>
        <p:spPr>
          <a:xfrm>
            <a:off x="3124200" y="6278562"/>
            <a:ext cx="2895600" cy="4572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0"/>
              </a:spcBef>
              <a:spcAft>
                <a:spcPts val="0"/>
              </a:spcAft>
              <a:buSzPts val="1400"/>
              <a:buNone/>
              <a:defRPr b="0" i="0" sz="1200" u="none">
                <a:solidFill>
                  <a:schemeClr val="dk1"/>
                </a:solidFill>
                <a:latin typeface="Tahoma"/>
                <a:ea typeface="Tahoma"/>
                <a:cs typeface="Tahoma"/>
                <a:sym typeface="Tahoma"/>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08" name="Google Shape;508;p41"/>
          <p:cNvSpPr txBox="1"/>
          <p:nvPr>
            <p:ph idx="12" type="sldNum"/>
          </p:nvPr>
        </p:nvSpPr>
        <p:spPr>
          <a:xfrm>
            <a:off x="6553200" y="6278562"/>
            <a:ext cx="2133600" cy="4572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200"/>
              <a:buFont typeface="Tahoma"/>
              <a:buNone/>
              <a:defRPr b="0" i="0" sz="1200" u="none">
                <a:solidFill>
                  <a:schemeClr val="dk1"/>
                </a:solidFill>
                <a:latin typeface="Tahoma"/>
                <a:ea typeface="Tahoma"/>
                <a:cs typeface="Tahoma"/>
                <a:sym typeface="Tahoma"/>
              </a:defRPr>
            </a:lvl1pPr>
            <a:lvl2pPr indent="0" lvl="1" marL="0" marR="0" rtl="0" algn="r">
              <a:lnSpc>
                <a:spcPct val="100000"/>
              </a:lnSpc>
              <a:spcBef>
                <a:spcPts val="0"/>
              </a:spcBef>
              <a:spcAft>
                <a:spcPts val="0"/>
              </a:spcAft>
              <a:buClr>
                <a:schemeClr val="dk1"/>
              </a:buClr>
              <a:buSzPts val="1200"/>
              <a:buFont typeface="Tahoma"/>
              <a:buNone/>
              <a:defRPr b="0" i="0" sz="1200" u="none">
                <a:solidFill>
                  <a:schemeClr val="dk1"/>
                </a:solidFill>
                <a:latin typeface="Tahoma"/>
                <a:ea typeface="Tahoma"/>
                <a:cs typeface="Tahoma"/>
                <a:sym typeface="Tahoma"/>
              </a:defRPr>
            </a:lvl2pPr>
            <a:lvl3pPr indent="0" lvl="2" marL="0" marR="0" rtl="0" algn="r">
              <a:lnSpc>
                <a:spcPct val="100000"/>
              </a:lnSpc>
              <a:spcBef>
                <a:spcPts val="0"/>
              </a:spcBef>
              <a:spcAft>
                <a:spcPts val="0"/>
              </a:spcAft>
              <a:buClr>
                <a:schemeClr val="dk1"/>
              </a:buClr>
              <a:buSzPts val="1200"/>
              <a:buFont typeface="Tahoma"/>
              <a:buNone/>
              <a:defRPr b="0" i="0" sz="1200" u="none">
                <a:solidFill>
                  <a:schemeClr val="dk1"/>
                </a:solidFill>
                <a:latin typeface="Tahoma"/>
                <a:ea typeface="Tahoma"/>
                <a:cs typeface="Tahoma"/>
                <a:sym typeface="Tahoma"/>
              </a:defRPr>
            </a:lvl3pPr>
            <a:lvl4pPr indent="0" lvl="3" marL="0" marR="0" rtl="0" algn="r">
              <a:lnSpc>
                <a:spcPct val="100000"/>
              </a:lnSpc>
              <a:spcBef>
                <a:spcPts val="0"/>
              </a:spcBef>
              <a:spcAft>
                <a:spcPts val="0"/>
              </a:spcAft>
              <a:buClr>
                <a:schemeClr val="dk1"/>
              </a:buClr>
              <a:buSzPts val="1200"/>
              <a:buFont typeface="Tahoma"/>
              <a:buNone/>
              <a:defRPr b="0" i="0" sz="1200" u="none">
                <a:solidFill>
                  <a:schemeClr val="dk1"/>
                </a:solidFill>
                <a:latin typeface="Tahoma"/>
                <a:ea typeface="Tahoma"/>
                <a:cs typeface="Tahoma"/>
                <a:sym typeface="Tahoma"/>
              </a:defRPr>
            </a:lvl4pPr>
            <a:lvl5pPr indent="0" lvl="4" marL="0" marR="0" rtl="0" algn="r">
              <a:lnSpc>
                <a:spcPct val="100000"/>
              </a:lnSpc>
              <a:spcBef>
                <a:spcPts val="0"/>
              </a:spcBef>
              <a:spcAft>
                <a:spcPts val="0"/>
              </a:spcAft>
              <a:buClr>
                <a:schemeClr val="dk1"/>
              </a:buClr>
              <a:buSzPts val="1200"/>
              <a:buFont typeface="Tahoma"/>
              <a:buNone/>
              <a:defRPr b="0" i="0" sz="1200" u="none">
                <a:solidFill>
                  <a:schemeClr val="dk1"/>
                </a:solidFill>
                <a:latin typeface="Tahoma"/>
                <a:ea typeface="Tahoma"/>
                <a:cs typeface="Tahoma"/>
                <a:sym typeface="Tahoma"/>
              </a:defRPr>
            </a:lvl5pPr>
            <a:lvl6pPr indent="0" lvl="5" marL="0" marR="0" rtl="0" algn="r">
              <a:lnSpc>
                <a:spcPct val="100000"/>
              </a:lnSpc>
              <a:spcBef>
                <a:spcPts val="0"/>
              </a:spcBef>
              <a:spcAft>
                <a:spcPts val="0"/>
              </a:spcAft>
              <a:buClr>
                <a:schemeClr val="dk1"/>
              </a:buClr>
              <a:buSzPts val="1200"/>
              <a:buFont typeface="Tahoma"/>
              <a:buNone/>
              <a:defRPr b="0" i="0" sz="1200" u="none">
                <a:solidFill>
                  <a:schemeClr val="dk1"/>
                </a:solidFill>
                <a:latin typeface="Tahoma"/>
                <a:ea typeface="Tahoma"/>
                <a:cs typeface="Tahoma"/>
                <a:sym typeface="Tahoma"/>
              </a:defRPr>
            </a:lvl6pPr>
            <a:lvl7pPr indent="0" lvl="6" marL="0" marR="0" rtl="0" algn="r">
              <a:lnSpc>
                <a:spcPct val="100000"/>
              </a:lnSpc>
              <a:spcBef>
                <a:spcPts val="0"/>
              </a:spcBef>
              <a:spcAft>
                <a:spcPts val="0"/>
              </a:spcAft>
              <a:buClr>
                <a:schemeClr val="dk1"/>
              </a:buClr>
              <a:buSzPts val="1200"/>
              <a:buFont typeface="Tahoma"/>
              <a:buNone/>
              <a:defRPr b="0" i="0" sz="1200" u="none">
                <a:solidFill>
                  <a:schemeClr val="dk1"/>
                </a:solidFill>
                <a:latin typeface="Tahoma"/>
                <a:ea typeface="Tahoma"/>
                <a:cs typeface="Tahoma"/>
                <a:sym typeface="Tahoma"/>
              </a:defRPr>
            </a:lvl7pPr>
            <a:lvl8pPr indent="0" lvl="7" marL="0" marR="0" rtl="0" algn="r">
              <a:lnSpc>
                <a:spcPct val="100000"/>
              </a:lnSpc>
              <a:spcBef>
                <a:spcPts val="0"/>
              </a:spcBef>
              <a:spcAft>
                <a:spcPts val="0"/>
              </a:spcAft>
              <a:buClr>
                <a:schemeClr val="dk1"/>
              </a:buClr>
              <a:buSzPts val="1200"/>
              <a:buFont typeface="Tahoma"/>
              <a:buNone/>
              <a:defRPr b="0" i="0" sz="1200" u="none">
                <a:solidFill>
                  <a:schemeClr val="dk1"/>
                </a:solidFill>
                <a:latin typeface="Tahoma"/>
                <a:ea typeface="Tahoma"/>
                <a:cs typeface="Tahoma"/>
                <a:sym typeface="Tahoma"/>
              </a:defRPr>
            </a:lvl8pPr>
            <a:lvl9pPr indent="0" lvl="8" marL="0" marR="0" rtl="0" algn="r">
              <a:lnSpc>
                <a:spcPct val="100000"/>
              </a:lnSpc>
              <a:spcBef>
                <a:spcPts val="0"/>
              </a:spcBef>
              <a:spcAft>
                <a:spcPts val="0"/>
              </a:spcAft>
              <a:buClr>
                <a:schemeClr val="dk1"/>
              </a:buClr>
              <a:buSzPts val="1200"/>
              <a:buFont typeface="Tahoma"/>
              <a:buNone/>
              <a:defRPr b="0" i="0" sz="12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70"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15" name="Shape 515"/>
        <p:cNvGrpSpPr/>
        <p:nvPr/>
      </p:nvGrpSpPr>
      <p:grpSpPr>
        <a:xfrm>
          <a:off x="0" y="0"/>
          <a:ext cx="0" cy="0"/>
          <a:chOff x="0" y="0"/>
          <a:chExt cx="0" cy="0"/>
        </a:xfrm>
      </p:grpSpPr>
      <p:sp>
        <p:nvSpPr>
          <p:cNvPr id="516" name="Google Shape;516;p4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517" name="Google Shape;517;p43"/>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518" name="Google Shape;518;p43"/>
          <p:cNvSpPr txBox="1"/>
          <p:nvPr>
            <p:ph idx="10" type="dt"/>
          </p:nvPr>
        </p:nvSpPr>
        <p:spPr>
          <a:xfrm>
            <a:off x="457200" y="6245225"/>
            <a:ext cx="2133600" cy="4764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19" name="Google Shape;519;p43"/>
          <p:cNvSpPr txBox="1"/>
          <p:nvPr>
            <p:ph idx="11" type="ftr"/>
          </p:nvPr>
        </p:nvSpPr>
        <p:spPr>
          <a:xfrm>
            <a:off x="3124200" y="6245225"/>
            <a:ext cx="2895600" cy="4764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SzPts val="1400"/>
              <a:buNone/>
              <a:defRPr b="0" i="0" sz="14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20" name="Google Shape;520;p43"/>
          <p:cNvSpPr txBox="1"/>
          <p:nvPr>
            <p:ph idx="12" type="sldNum"/>
          </p:nvPr>
        </p:nvSpPr>
        <p:spPr>
          <a:xfrm>
            <a:off x="6553200" y="6245225"/>
            <a:ext cx="2133600" cy="4764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 accent1="accent1" accent2="accent2" accent3="accent3" accent4="accent4" accent5="accent5" accent6="accent6" bg1="lt1" bg2="dk2" tx1="dk1" tx2="lt2" folHlink="folHlink" hlink="hlink"/>
  <p:sldLayoutIdLst>
    <p:sldLayoutId id="2147483671" r:id="rId1"/>
    <p:sldLayoutId id="2147483672" r:id="rId2"/>
    <p:sldLayoutId id="2147483673" r:id="rId3"/>
    <p:sldLayoutId id="2147483674"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image" Target="../media/image3.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1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4.xml"/><Relationship Id="rId3" Type="http://schemas.openxmlformats.org/officeDocument/2006/relationships/image" Target="../media/image2.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6.xml"/><Relationship Id="rId3" Type="http://schemas.openxmlformats.org/officeDocument/2006/relationships/image" Target="../media/image2.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7.xml"/><Relationship Id="rId3" Type="http://schemas.openxmlformats.org/officeDocument/2006/relationships/image" Target="../media/image2.jpg"/><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 Id="rId3" Type="http://schemas.openxmlformats.org/officeDocument/2006/relationships/image" Target="../media/image1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4.xml"/><Relationship Id="rId3" Type="http://schemas.openxmlformats.org/officeDocument/2006/relationships/image" Target="../media/image2.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0.xml"/><Relationship Id="rId3" Type="http://schemas.openxmlformats.org/officeDocument/2006/relationships/image" Target="../media/image1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6.xml"/><Relationship Id="rId3" Type="http://schemas.openxmlformats.org/officeDocument/2006/relationships/image" Target="../media/image2.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9.xml"/><Relationship Id="rId3" Type="http://schemas.openxmlformats.org/officeDocument/2006/relationships/image" Target="../media/image19.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1.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2.xml"/><Relationship Id="rId3" Type="http://schemas.openxmlformats.org/officeDocument/2006/relationships/image" Target="../media/image2.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6.xml"/><Relationship Id="rId3" Type="http://schemas.openxmlformats.org/officeDocument/2006/relationships/image" Target="../media/image2.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1.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8.xml"/><Relationship Id="rId3" Type="http://schemas.openxmlformats.org/officeDocument/2006/relationships/image" Target="../media/image2.jpg"/><Relationship Id="rId4" Type="http://schemas.openxmlformats.org/officeDocument/2006/relationships/hyperlink" Target="http://textmining#Textmining"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6.xml"/><Relationship Id="rId3" Type="http://schemas.openxmlformats.org/officeDocument/2006/relationships/image" Target="../media/image2.jp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image" Target="../media/image1.jp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3" name="Shape 543"/>
        <p:cNvGrpSpPr/>
        <p:nvPr/>
      </p:nvGrpSpPr>
      <p:grpSpPr>
        <a:xfrm>
          <a:off x="0" y="0"/>
          <a:ext cx="0" cy="0"/>
          <a:chOff x="0" y="0"/>
          <a:chExt cx="0" cy="0"/>
        </a:xfrm>
      </p:grpSpPr>
      <p:sp>
        <p:nvSpPr>
          <p:cNvPr id="544" name="Google Shape;544;p48"/>
          <p:cNvSpPr txBox="1"/>
          <p:nvPr>
            <p:ph idx="1" type="body"/>
          </p:nvPr>
        </p:nvSpPr>
        <p:spPr>
          <a:xfrm>
            <a:off x="609600" y="533400"/>
            <a:ext cx="8077200" cy="5638800"/>
          </a:xfrm>
          <a:prstGeom prst="rect">
            <a:avLst/>
          </a:prstGeom>
          <a:noFill/>
          <a:ln>
            <a:noFill/>
          </a:ln>
        </p:spPr>
        <p:txBody>
          <a:bodyPr anchorCtr="0" anchor="t" bIns="45700" lIns="91425" spcFirstLastPara="1" rIns="91425" wrap="square" tIns="45700">
            <a:noAutofit/>
          </a:bodyPr>
          <a:lstStyle/>
          <a:p>
            <a:pPr indent="-342900" lvl="0" marL="342900" marR="0" rtl="0" algn="ctr">
              <a:lnSpc>
                <a:spcPct val="100000"/>
              </a:lnSpc>
              <a:spcBef>
                <a:spcPts val="0"/>
              </a:spcBef>
              <a:spcAft>
                <a:spcPts val="0"/>
              </a:spcAft>
              <a:buClr>
                <a:schemeClr val="hlink"/>
              </a:buClr>
              <a:buSzPts val="2880"/>
              <a:buFont typeface="Noto Sans Symbols"/>
              <a:buNone/>
            </a:pPr>
            <a:r>
              <a:rPr b="1" i="0" lang="en-US" sz="3600" u="none" cap="none" strike="noStrike">
                <a:solidFill>
                  <a:schemeClr val="dk1"/>
                </a:solidFill>
                <a:latin typeface="Tahoma"/>
                <a:ea typeface="Tahoma"/>
                <a:cs typeface="Tahoma"/>
                <a:sym typeface="Tahoma"/>
              </a:rPr>
              <a:t>KNOWLEDGE MANAGEMENT</a:t>
            </a:r>
            <a:endParaRPr/>
          </a:p>
          <a:p>
            <a:pPr indent="-160020" lvl="0" marL="342900" marR="0" rtl="0" algn="l">
              <a:lnSpc>
                <a:spcPct val="100000"/>
              </a:lnSpc>
              <a:spcBef>
                <a:spcPts val="720"/>
              </a:spcBef>
              <a:spcAft>
                <a:spcPts val="0"/>
              </a:spcAft>
              <a:buClr>
                <a:schemeClr val="hlink"/>
              </a:buClr>
              <a:buSzPts val="2880"/>
              <a:buFont typeface="Noto Sans Symbols"/>
              <a:buNone/>
            </a:pPr>
            <a:r>
              <a:t/>
            </a:r>
            <a:endParaRPr b="1" i="0" sz="3600" u="none">
              <a:solidFill>
                <a:schemeClr val="dk1"/>
              </a:solidFill>
              <a:latin typeface="Tahoma"/>
              <a:ea typeface="Tahoma"/>
              <a:cs typeface="Tahoma"/>
              <a:sym typeface="Tahom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48" name="Shape 548"/>
        <p:cNvGrpSpPr/>
        <p:nvPr/>
      </p:nvGrpSpPr>
      <p:grpSpPr>
        <a:xfrm>
          <a:off x="0" y="0"/>
          <a:ext cx="0" cy="0"/>
          <a:chOff x="0" y="0"/>
          <a:chExt cx="0" cy="0"/>
        </a:xfrm>
      </p:grpSpPr>
      <p:sp>
        <p:nvSpPr>
          <p:cNvPr id="549" name="Google Shape;549;p49"/>
          <p:cNvSpPr txBox="1"/>
          <p:nvPr>
            <p:ph type="title"/>
          </p:nvPr>
        </p:nvSpPr>
        <p:spPr>
          <a:xfrm>
            <a:off x="1066800" y="457200"/>
            <a:ext cx="73137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2000"/>
              <a:buFont typeface="Tahoma"/>
              <a:buNone/>
            </a:pPr>
            <a:r>
              <a:rPr b="0" i="0" lang="en-US" sz="2000" u="none">
                <a:solidFill>
                  <a:schemeClr val="dk2"/>
                </a:solidFill>
                <a:latin typeface="Tahoma"/>
                <a:ea typeface="Tahoma"/>
                <a:cs typeface="Tahoma"/>
                <a:sym typeface="Tahoma"/>
              </a:rPr>
              <a:t> </a:t>
            </a:r>
            <a:r>
              <a:rPr b="1" i="0" lang="en-US" sz="2800" u="none">
                <a:solidFill>
                  <a:schemeClr val="dk2"/>
                </a:solidFill>
                <a:latin typeface="Tahoma"/>
                <a:ea typeface="Tahoma"/>
                <a:cs typeface="Tahoma"/>
                <a:sym typeface="Tahoma"/>
              </a:rPr>
              <a:t>What Is Knowledge </a:t>
            </a:r>
            <a:br>
              <a:rPr b="1" i="0" lang="en-US" sz="2800" u="none">
                <a:solidFill>
                  <a:schemeClr val="dk2"/>
                </a:solidFill>
                <a:latin typeface="Tahoma"/>
                <a:ea typeface="Tahoma"/>
                <a:cs typeface="Tahoma"/>
                <a:sym typeface="Tahoma"/>
              </a:rPr>
            </a:br>
            <a:r>
              <a:rPr b="0" i="0" lang="en-US" sz="4400" u="none">
                <a:solidFill>
                  <a:schemeClr val="dk2"/>
                </a:solidFill>
                <a:latin typeface="Tahoma"/>
                <a:ea typeface="Tahoma"/>
                <a:cs typeface="Tahoma"/>
                <a:sym typeface="Tahoma"/>
              </a:rPr>
              <a:t>?</a:t>
            </a:r>
            <a:endParaRPr/>
          </a:p>
        </p:txBody>
      </p:sp>
      <p:sp>
        <p:nvSpPr>
          <p:cNvPr id="550" name="Google Shape;550;p49"/>
          <p:cNvSpPr txBox="1"/>
          <p:nvPr>
            <p:ph idx="1" type="body"/>
          </p:nvPr>
        </p:nvSpPr>
        <p:spPr>
          <a:xfrm>
            <a:off x="457200" y="1981200"/>
            <a:ext cx="82296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080"/>
              <a:buFont typeface="Noto Sans Symbols"/>
              <a:buNone/>
            </a:pPr>
            <a:r>
              <a:rPr b="0" i="0" lang="en-US" sz="3200" u="none" cap="none" strike="noStrike">
                <a:solidFill>
                  <a:schemeClr val="dk1"/>
                </a:solidFill>
                <a:latin typeface="Tahoma"/>
                <a:ea typeface="Tahoma"/>
                <a:cs typeface="Tahoma"/>
                <a:sym typeface="Tahoma"/>
              </a:rPr>
              <a:t> </a:t>
            </a:r>
            <a:endParaRPr/>
          </a:p>
        </p:txBody>
      </p:sp>
      <p:grpSp>
        <p:nvGrpSpPr>
          <p:cNvPr id="551" name="Google Shape;551;p49"/>
          <p:cNvGrpSpPr/>
          <p:nvPr/>
        </p:nvGrpSpPr>
        <p:grpSpPr>
          <a:xfrm>
            <a:off x="762000" y="1905000"/>
            <a:ext cx="1981200" cy="1763919"/>
            <a:chOff x="672" y="1020"/>
            <a:chExt cx="1248" cy="1742"/>
          </a:xfrm>
        </p:grpSpPr>
        <p:grpSp>
          <p:nvGrpSpPr>
            <p:cNvPr id="552" name="Google Shape;552;p49"/>
            <p:cNvGrpSpPr/>
            <p:nvPr/>
          </p:nvGrpSpPr>
          <p:grpSpPr>
            <a:xfrm>
              <a:off x="672" y="1020"/>
              <a:ext cx="1240" cy="1015"/>
              <a:chOff x="672" y="1020"/>
              <a:chExt cx="1240" cy="1015"/>
            </a:xfrm>
          </p:grpSpPr>
          <p:sp>
            <p:nvSpPr>
              <p:cNvPr id="553" name="Google Shape;553;p49"/>
              <p:cNvSpPr/>
              <p:nvPr/>
            </p:nvSpPr>
            <p:spPr>
              <a:xfrm>
                <a:off x="692" y="1030"/>
                <a:ext cx="1197" cy="988"/>
              </a:xfrm>
              <a:custGeom>
                <a:rect b="b" l="l" r="r" t="t"/>
                <a:pathLst>
                  <a:path extrusionOk="0" h="1975" w="3601">
                    <a:moveTo>
                      <a:pt x="0" y="105"/>
                    </a:moveTo>
                    <a:lnTo>
                      <a:pt x="81" y="0"/>
                    </a:lnTo>
                    <a:lnTo>
                      <a:pt x="3508" y="0"/>
                    </a:lnTo>
                    <a:lnTo>
                      <a:pt x="3601" y="92"/>
                    </a:lnTo>
                    <a:lnTo>
                      <a:pt x="3588" y="1883"/>
                    </a:lnTo>
                    <a:lnTo>
                      <a:pt x="3522" y="1975"/>
                    </a:lnTo>
                    <a:lnTo>
                      <a:pt x="68" y="1975"/>
                    </a:lnTo>
                    <a:lnTo>
                      <a:pt x="0" y="1883"/>
                    </a:lnTo>
                    <a:lnTo>
                      <a:pt x="0" y="105"/>
                    </a:lnTo>
                    <a:lnTo>
                      <a:pt x="0" y="105"/>
                    </a:lnTo>
                    <a:close/>
                  </a:path>
                </a:pathLst>
              </a:custGeom>
              <a:solidFill>
                <a:srgbClr val="FF99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54" name="Google Shape;554;p49"/>
              <p:cNvSpPr/>
              <p:nvPr/>
            </p:nvSpPr>
            <p:spPr>
              <a:xfrm>
                <a:off x="1079" y="1535"/>
                <a:ext cx="175" cy="494"/>
              </a:xfrm>
              <a:custGeom>
                <a:rect b="b" l="l" r="r" t="t"/>
                <a:pathLst>
                  <a:path extrusionOk="0" h="988" w="525">
                    <a:moveTo>
                      <a:pt x="171" y="0"/>
                    </a:moveTo>
                    <a:lnTo>
                      <a:pt x="0" y="58"/>
                    </a:lnTo>
                    <a:lnTo>
                      <a:pt x="446" y="988"/>
                    </a:lnTo>
                    <a:lnTo>
                      <a:pt x="525" y="969"/>
                    </a:lnTo>
                    <a:lnTo>
                      <a:pt x="93" y="87"/>
                    </a:lnTo>
                    <a:lnTo>
                      <a:pt x="205" y="54"/>
                    </a:lnTo>
                    <a:lnTo>
                      <a:pt x="171" y="0"/>
                    </a:lnTo>
                    <a:lnTo>
                      <a:pt x="171" y="0"/>
                    </a:lnTo>
                    <a:close/>
                  </a:path>
                </a:pathLst>
              </a:custGeom>
              <a:solidFill>
                <a:srgbClr val="D6666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55" name="Google Shape;555;p49"/>
              <p:cNvSpPr/>
              <p:nvPr/>
            </p:nvSpPr>
            <p:spPr>
              <a:xfrm>
                <a:off x="1271" y="1631"/>
                <a:ext cx="607" cy="398"/>
              </a:xfrm>
              <a:custGeom>
                <a:rect b="b" l="l" r="r" t="t"/>
                <a:pathLst>
                  <a:path extrusionOk="0" h="797" w="1825">
                    <a:moveTo>
                      <a:pt x="0" y="768"/>
                    </a:moveTo>
                    <a:lnTo>
                      <a:pt x="16" y="764"/>
                    </a:lnTo>
                    <a:lnTo>
                      <a:pt x="55" y="754"/>
                    </a:lnTo>
                    <a:lnTo>
                      <a:pt x="83" y="745"/>
                    </a:lnTo>
                    <a:lnTo>
                      <a:pt x="113" y="737"/>
                    </a:lnTo>
                    <a:lnTo>
                      <a:pt x="149" y="727"/>
                    </a:lnTo>
                    <a:lnTo>
                      <a:pt x="184" y="717"/>
                    </a:lnTo>
                    <a:lnTo>
                      <a:pt x="221" y="707"/>
                    </a:lnTo>
                    <a:lnTo>
                      <a:pt x="259" y="697"/>
                    </a:lnTo>
                    <a:lnTo>
                      <a:pt x="297" y="687"/>
                    </a:lnTo>
                    <a:lnTo>
                      <a:pt x="333" y="678"/>
                    </a:lnTo>
                    <a:lnTo>
                      <a:pt x="366" y="671"/>
                    </a:lnTo>
                    <a:lnTo>
                      <a:pt x="397" y="662"/>
                    </a:lnTo>
                    <a:lnTo>
                      <a:pt x="446" y="653"/>
                    </a:lnTo>
                    <a:lnTo>
                      <a:pt x="501" y="645"/>
                    </a:lnTo>
                    <a:lnTo>
                      <a:pt x="584" y="639"/>
                    </a:lnTo>
                    <a:lnTo>
                      <a:pt x="785" y="628"/>
                    </a:lnTo>
                    <a:lnTo>
                      <a:pt x="1047" y="620"/>
                    </a:lnTo>
                    <a:lnTo>
                      <a:pt x="1058" y="608"/>
                    </a:lnTo>
                    <a:lnTo>
                      <a:pt x="1070" y="595"/>
                    </a:lnTo>
                    <a:lnTo>
                      <a:pt x="1079" y="585"/>
                    </a:lnTo>
                    <a:lnTo>
                      <a:pt x="1088" y="576"/>
                    </a:lnTo>
                    <a:lnTo>
                      <a:pt x="1099" y="565"/>
                    </a:lnTo>
                    <a:lnTo>
                      <a:pt x="1110" y="554"/>
                    </a:lnTo>
                    <a:lnTo>
                      <a:pt x="1121" y="541"/>
                    </a:lnTo>
                    <a:lnTo>
                      <a:pt x="1134" y="529"/>
                    </a:lnTo>
                    <a:lnTo>
                      <a:pt x="1148" y="514"/>
                    </a:lnTo>
                    <a:lnTo>
                      <a:pt x="1161" y="501"/>
                    </a:lnTo>
                    <a:lnTo>
                      <a:pt x="1176" y="485"/>
                    </a:lnTo>
                    <a:lnTo>
                      <a:pt x="1185" y="478"/>
                    </a:lnTo>
                    <a:lnTo>
                      <a:pt x="1191" y="471"/>
                    </a:lnTo>
                    <a:lnTo>
                      <a:pt x="1199" y="464"/>
                    </a:lnTo>
                    <a:lnTo>
                      <a:pt x="1207" y="456"/>
                    </a:lnTo>
                    <a:lnTo>
                      <a:pt x="1224" y="440"/>
                    </a:lnTo>
                    <a:lnTo>
                      <a:pt x="1231" y="432"/>
                    </a:lnTo>
                    <a:lnTo>
                      <a:pt x="1241" y="424"/>
                    </a:lnTo>
                    <a:lnTo>
                      <a:pt x="1249" y="417"/>
                    </a:lnTo>
                    <a:lnTo>
                      <a:pt x="1257" y="408"/>
                    </a:lnTo>
                    <a:lnTo>
                      <a:pt x="1266" y="401"/>
                    </a:lnTo>
                    <a:lnTo>
                      <a:pt x="1276" y="394"/>
                    </a:lnTo>
                    <a:lnTo>
                      <a:pt x="1284" y="385"/>
                    </a:lnTo>
                    <a:lnTo>
                      <a:pt x="1293" y="377"/>
                    </a:lnTo>
                    <a:lnTo>
                      <a:pt x="1303" y="370"/>
                    </a:lnTo>
                    <a:lnTo>
                      <a:pt x="1311" y="361"/>
                    </a:lnTo>
                    <a:lnTo>
                      <a:pt x="1320" y="354"/>
                    </a:lnTo>
                    <a:lnTo>
                      <a:pt x="1330" y="347"/>
                    </a:lnTo>
                    <a:lnTo>
                      <a:pt x="1338" y="340"/>
                    </a:lnTo>
                    <a:lnTo>
                      <a:pt x="1347" y="332"/>
                    </a:lnTo>
                    <a:lnTo>
                      <a:pt x="1365" y="318"/>
                    </a:lnTo>
                    <a:lnTo>
                      <a:pt x="1384" y="304"/>
                    </a:lnTo>
                    <a:lnTo>
                      <a:pt x="1401" y="292"/>
                    </a:lnTo>
                    <a:lnTo>
                      <a:pt x="1419" y="278"/>
                    </a:lnTo>
                    <a:lnTo>
                      <a:pt x="1438" y="267"/>
                    </a:lnTo>
                    <a:lnTo>
                      <a:pt x="1455" y="257"/>
                    </a:lnTo>
                    <a:lnTo>
                      <a:pt x="1472" y="246"/>
                    </a:lnTo>
                    <a:lnTo>
                      <a:pt x="1490" y="236"/>
                    </a:lnTo>
                    <a:lnTo>
                      <a:pt x="1504" y="228"/>
                    </a:lnTo>
                    <a:lnTo>
                      <a:pt x="1519" y="219"/>
                    </a:lnTo>
                    <a:lnTo>
                      <a:pt x="1534" y="212"/>
                    </a:lnTo>
                    <a:lnTo>
                      <a:pt x="1561" y="199"/>
                    </a:lnTo>
                    <a:lnTo>
                      <a:pt x="1585" y="187"/>
                    </a:lnTo>
                    <a:lnTo>
                      <a:pt x="1608" y="177"/>
                    </a:lnTo>
                    <a:lnTo>
                      <a:pt x="1627" y="169"/>
                    </a:lnTo>
                    <a:lnTo>
                      <a:pt x="1658" y="156"/>
                    </a:lnTo>
                    <a:lnTo>
                      <a:pt x="1707" y="140"/>
                    </a:lnTo>
                    <a:lnTo>
                      <a:pt x="1610" y="24"/>
                    </a:lnTo>
                    <a:lnTo>
                      <a:pt x="1668" y="0"/>
                    </a:lnTo>
                    <a:lnTo>
                      <a:pt x="1825" y="171"/>
                    </a:lnTo>
                    <a:lnTo>
                      <a:pt x="1813" y="175"/>
                    </a:lnTo>
                    <a:lnTo>
                      <a:pt x="1778" y="188"/>
                    </a:lnTo>
                    <a:lnTo>
                      <a:pt x="1754" y="196"/>
                    </a:lnTo>
                    <a:lnTo>
                      <a:pt x="1727" y="207"/>
                    </a:lnTo>
                    <a:lnTo>
                      <a:pt x="1696" y="219"/>
                    </a:lnTo>
                    <a:lnTo>
                      <a:pt x="1664" y="234"/>
                    </a:lnTo>
                    <a:lnTo>
                      <a:pt x="1648" y="241"/>
                    </a:lnTo>
                    <a:lnTo>
                      <a:pt x="1631" y="249"/>
                    </a:lnTo>
                    <a:lnTo>
                      <a:pt x="1612" y="258"/>
                    </a:lnTo>
                    <a:lnTo>
                      <a:pt x="1594" y="265"/>
                    </a:lnTo>
                    <a:lnTo>
                      <a:pt x="1577" y="275"/>
                    </a:lnTo>
                    <a:lnTo>
                      <a:pt x="1560" y="283"/>
                    </a:lnTo>
                    <a:lnTo>
                      <a:pt x="1541" y="293"/>
                    </a:lnTo>
                    <a:lnTo>
                      <a:pt x="1524" y="302"/>
                    </a:lnTo>
                    <a:lnTo>
                      <a:pt x="1507" y="312"/>
                    </a:lnTo>
                    <a:lnTo>
                      <a:pt x="1490" y="322"/>
                    </a:lnTo>
                    <a:lnTo>
                      <a:pt x="1474" y="332"/>
                    </a:lnTo>
                    <a:lnTo>
                      <a:pt x="1456" y="342"/>
                    </a:lnTo>
                    <a:lnTo>
                      <a:pt x="1442" y="353"/>
                    </a:lnTo>
                    <a:lnTo>
                      <a:pt x="1426" y="364"/>
                    </a:lnTo>
                    <a:lnTo>
                      <a:pt x="1412" y="375"/>
                    </a:lnTo>
                    <a:lnTo>
                      <a:pt x="1399" y="385"/>
                    </a:lnTo>
                    <a:lnTo>
                      <a:pt x="1385" y="397"/>
                    </a:lnTo>
                    <a:lnTo>
                      <a:pt x="1372" y="408"/>
                    </a:lnTo>
                    <a:lnTo>
                      <a:pt x="1358" y="421"/>
                    </a:lnTo>
                    <a:lnTo>
                      <a:pt x="1344" y="434"/>
                    </a:lnTo>
                    <a:lnTo>
                      <a:pt x="1330" y="447"/>
                    </a:lnTo>
                    <a:lnTo>
                      <a:pt x="1316" y="459"/>
                    </a:lnTo>
                    <a:lnTo>
                      <a:pt x="1303" y="472"/>
                    </a:lnTo>
                    <a:lnTo>
                      <a:pt x="1288" y="485"/>
                    </a:lnTo>
                    <a:lnTo>
                      <a:pt x="1274" y="498"/>
                    </a:lnTo>
                    <a:lnTo>
                      <a:pt x="1261" y="512"/>
                    </a:lnTo>
                    <a:lnTo>
                      <a:pt x="1247" y="525"/>
                    </a:lnTo>
                    <a:lnTo>
                      <a:pt x="1234" y="538"/>
                    </a:lnTo>
                    <a:lnTo>
                      <a:pt x="1220" y="551"/>
                    </a:lnTo>
                    <a:lnTo>
                      <a:pt x="1207" y="565"/>
                    </a:lnTo>
                    <a:lnTo>
                      <a:pt x="1195" y="577"/>
                    </a:lnTo>
                    <a:lnTo>
                      <a:pt x="1182" y="589"/>
                    </a:lnTo>
                    <a:lnTo>
                      <a:pt x="1171" y="601"/>
                    </a:lnTo>
                    <a:lnTo>
                      <a:pt x="1160" y="613"/>
                    </a:lnTo>
                    <a:lnTo>
                      <a:pt x="1148" y="624"/>
                    </a:lnTo>
                    <a:lnTo>
                      <a:pt x="1138" y="634"/>
                    </a:lnTo>
                    <a:lnTo>
                      <a:pt x="1128" y="644"/>
                    </a:lnTo>
                    <a:lnTo>
                      <a:pt x="1120" y="654"/>
                    </a:lnTo>
                    <a:lnTo>
                      <a:pt x="1111" y="663"/>
                    </a:lnTo>
                    <a:lnTo>
                      <a:pt x="1104" y="671"/>
                    </a:lnTo>
                    <a:lnTo>
                      <a:pt x="1090" y="685"/>
                    </a:lnTo>
                    <a:lnTo>
                      <a:pt x="1080" y="695"/>
                    </a:lnTo>
                    <a:lnTo>
                      <a:pt x="1072" y="704"/>
                    </a:lnTo>
                    <a:lnTo>
                      <a:pt x="872" y="713"/>
                    </a:lnTo>
                    <a:lnTo>
                      <a:pt x="702" y="722"/>
                    </a:lnTo>
                    <a:lnTo>
                      <a:pt x="558" y="734"/>
                    </a:lnTo>
                    <a:lnTo>
                      <a:pt x="446" y="751"/>
                    </a:lnTo>
                    <a:lnTo>
                      <a:pt x="394" y="761"/>
                    </a:lnTo>
                    <a:lnTo>
                      <a:pt x="346" y="772"/>
                    </a:lnTo>
                    <a:lnTo>
                      <a:pt x="307" y="781"/>
                    </a:lnTo>
                    <a:lnTo>
                      <a:pt x="276" y="788"/>
                    </a:lnTo>
                    <a:lnTo>
                      <a:pt x="249" y="797"/>
                    </a:lnTo>
                    <a:lnTo>
                      <a:pt x="0" y="768"/>
                    </a:lnTo>
                    <a:lnTo>
                      <a:pt x="0" y="768"/>
                    </a:lnTo>
                    <a:close/>
                  </a:path>
                </a:pathLst>
              </a:custGeom>
              <a:solidFill>
                <a:srgbClr val="D6666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56" name="Google Shape;556;p49"/>
              <p:cNvSpPr/>
              <p:nvPr/>
            </p:nvSpPr>
            <p:spPr>
              <a:xfrm>
                <a:off x="1097" y="1151"/>
                <a:ext cx="756" cy="853"/>
              </a:xfrm>
              <a:custGeom>
                <a:rect b="b" l="l" r="r" t="t"/>
                <a:pathLst>
                  <a:path extrusionOk="0" h="1705" w="2275">
                    <a:moveTo>
                      <a:pt x="152" y="492"/>
                    </a:moveTo>
                    <a:lnTo>
                      <a:pt x="496" y="408"/>
                    </a:lnTo>
                    <a:lnTo>
                      <a:pt x="740" y="379"/>
                    </a:lnTo>
                    <a:lnTo>
                      <a:pt x="1065" y="459"/>
                    </a:lnTo>
                    <a:lnTo>
                      <a:pt x="1237" y="216"/>
                    </a:lnTo>
                    <a:lnTo>
                      <a:pt x="1467" y="65"/>
                    </a:lnTo>
                    <a:lnTo>
                      <a:pt x="1740" y="0"/>
                    </a:lnTo>
                    <a:lnTo>
                      <a:pt x="2247" y="722"/>
                    </a:lnTo>
                    <a:lnTo>
                      <a:pt x="2136" y="782"/>
                    </a:lnTo>
                    <a:lnTo>
                      <a:pt x="2270" y="900"/>
                    </a:lnTo>
                    <a:lnTo>
                      <a:pt x="2164" y="928"/>
                    </a:lnTo>
                    <a:lnTo>
                      <a:pt x="2275" y="1082"/>
                    </a:lnTo>
                    <a:lnTo>
                      <a:pt x="1940" y="1252"/>
                    </a:lnTo>
                    <a:lnTo>
                      <a:pt x="1696" y="1472"/>
                    </a:lnTo>
                    <a:lnTo>
                      <a:pt x="1543" y="1603"/>
                    </a:lnTo>
                    <a:lnTo>
                      <a:pt x="999" y="1608"/>
                    </a:lnTo>
                    <a:lnTo>
                      <a:pt x="649" y="1705"/>
                    </a:lnTo>
                    <a:lnTo>
                      <a:pt x="435" y="1701"/>
                    </a:lnTo>
                    <a:lnTo>
                      <a:pt x="0" y="816"/>
                    </a:lnTo>
                    <a:lnTo>
                      <a:pt x="109" y="778"/>
                    </a:lnTo>
                    <a:lnTo>
                      <a:pt x="81" y="632"/>
                    </a:lnTo>
                    <a:lnTo>
                      <a:pt x="190" y="604"/>
                    </a:lnTo>
                    <a:lnTo>
                      <a:pt x="152" y="492"/>
                    </a:lnTo>
                    <a:lnTo>
                      <a:pt x="152" y="49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57" name="Google Shape;557;p49"/>
              <p:cNvSpPr/>
              <p:nvPr/>
            </p:nvSpPr>
            <p:spPr>
              <a:xfrm>
                <a:off x="690" y="1034"/>
                <a:ext cx="315" cy="508"/>
              </a:xfrm>
              <a:custGeom>
                <a:rect b="b" l="l" r="r" t="t"/>
                <a:pathLst>
                  <a:path extrusionOk="0" h="1016" w="947">
                    <a:moveTo>
                      <a:pt x="798" y="29"/>
                    </a:moveTo>
                    <a:lnTo>
                      <a:pt x="917" y="168"/>
                    </a:lnTo>
                    <a:lnTo>
                      <a:pt x="947" y="393"/>
                    </a:lnTo>
                    <a:lnTo>
                      <a:pt x="927" y="604"/>
                    </a:lnTo>
                    <a:lnTo>
                      <a:pt x="808" y="801"/>
                    </a:lnTo>
                    <a:lnTo>
                      <a:pt x="626" y="947"/>
                    </a:lnTo>
                    <a:lnTo>
                      <a:pt x="402" y="1016"/>
                    </a:lnTo>
                    <a:lnTo>
                      <a:pt x="153" y="989"/>
                    </a:lnTo>
                    <a:lnTo>
                      <a:pt x="0" y="914"/>
                    </a:lnTo>
                    <a:lnTo>
                      <a:pt x="24" y="98"/>
                    </a:lnTo>
                    <a:lnTo>
                      <a:pt x="115" y="0"/>
                    </a:lnTo>
                    <a:lnTo>
                      <a:pt x="798" y="29"/>
                    </a:lnTo>
                    <a:lnTo>
                      <a:pt x="798" y="29"/>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58" name="Google Shape;558;p49"/>
              <p:cNvSpPr/>
              <p:nvPr/>
            </p:nvSpPr>
            <p:spPr>
              <a:xfrm>
                <a:off x="678" y="1027"/>
                <a:ext cx="343" cy="532"/>
              </a:xfrm>
              <a:custGeom>
                <a:rect b="b" l="l" r="r" t="t"/>
                <a:pathLst>
                  <a:path extrusionOk="0" h="1065" w="1033">
                    <a:moveTo>
                      <a:pt x="736" y="0"/>
                    </a:moveTo>
                    <a:lnTo>
                      <a:pt x="872" y="0"/>
                    </a:lnTo>
                    <a:lnTo>
                      <a:pt x="975" y="139"/>
                    </a:lnTo>
                    <a:lnTo>
                      <a:pt x="1004" y="216"/>
                    </a:lnTo>
                    <a:lnTo>
                      <a:pt x="1024" y="296"/>
                    </a:lnTo>
                    <a:lnTo>
                      <a:pt x="1033" y="379"/>
                    </a:lnTo>
                    <a:lnTo>
                      <a:pt x="1031" y="461"/>
                    </a:lnTo>
                    <a:lnTo>
                      <a:pt x="1019" y="543"/>
                    </a:lnTo>
                    <a:lnTo>
                      <a:pt x="996" y="622"/>
                    </a:lnTo>
                    <a:lnTo>
                      <a:pt x="964" y="699"/>
                    </a:lnTo>
                    <a:lnTo>
                      <a:pt x="921" y="770"/>
                    </a:lnTo>
                    <a:lnTo>
                      <a:pt x="870" y="835"/>
                    </a:lnTo>
                    <a:lnTo>
                      <a:pt x="811" y="896"/>
                    </a:lnTo>
                    <a:lnTo>
                      <a:pt x="746" y="947"/>
                    </a:lnTo>
                    <a:lnTo>
                      <a:pt x="674" y="989"/>
                    </a:lnTo>
                    <a:lnTo>
                      <a:pt x="596" y="1024"/>
                    </a:lnTo>
                    <a:lnTo>
                      <a:pt x="516" y="1048"/>
                    </a:lnTo>
                    <a:lnTo>
                      <a:pt x="433" y="1062"/>
                    </a:lnTo>
                    <a:lnTo>
                      <a:pt x="348" y="1065"/>
                    </a:lnTo>
                    <a:lnTo>
                      <a:pt x="264" y="1058"/>
                    </a:lnTo>
                    <a:lnTo>
                      <a:pt x="182" y="1041"/>
                    </a:lnTo>
                    <a:lnTo>
                      <a:pt x="102" y="1015"/>
                    </a:lnTo>
                    <a:lnTo>
                      <a:pt x="0" y="964"/>
                    </a:lnTo>
                    <a:lnTo>
                      <a:pt x="22" y="885"/>
                    </a:lnTo>
                    <a:lnTo>
                      <a:pt x="58" y="863"/>
                    </a:lnTo>
                    <a:lnTo>
                      <a:pt x="118" y="897"/>
                    </a:lnTo>
                    <a:lnTo>
                      <a:pt x="183" y="922"/>
                    </a:lnTo>
                    <a:lnTo>
                      <a:pt x="250" y="940"/>
                    </a:lnTo>
                    <a:lnTo>
                      <a:pt x="320" y="950"/>
                    </a:lnTo>
                    <a:lnTo>
                      <a:pt x="389" y="951"/>
                    </a:lnTo>
                    <a:lnTo>
                      <a:pt x="459" y="942"/>
                    </a:lnTo>
                    <a:lnTo>
                      <a:pt x="526" y="927"/>
                    </a:lnTo>
                    <a:lnTo>
                      <a:pt x="591" y="903"/>
                    </a:lnTo>
                    <a:lnTo>
                      <a:pt x="653" y="870"/>
                    </a:lnTo>
                    <a:lnTo>
                      <a:pt x="711" y="831"/>
                    </a:lnTo>
                    <a:lnTo>
                      <a:pt x="761" y="785"/>
                    </a:lnTo>
                    <a:lnTo>
                      <a:pt x="807" y="733"/>
                    </a:lnTo>
                    <a:lnTo>
                      <a:pt x="845" y="675"/>
                    </a:lnTo>
                    <a:lnTo>
                      <a:pt x="875" y="614"/>
                    </a:lnTo>
                    <a:lnTo>
                      <a:pt x="897" y="550"/>
                    </a:lnTo>
                    <a:lnTo>
                      <a:pt x="911" y="483"/>
                    </a:lnTo>
                    <a:lnTo>
                      <a:pt x="917" y="414"/>
                    </a:lnTo>
                    <a:lnTo>
                      <a:pt x="913" y="346"/>
                    </a:lnTo>
                    <a:lnTo>
                      <a:pt x="901" y="279"/>
                    </a:lnTo>
                    <a:lnTo>
                      <a:pt x="880" y="213"/>
                    </a:lnTo>
                    <a:lnTo>
                      <a:pt x="852" y="151"/>
                    </a:lnTo>
                    <a:lnTo>
                      <a:pt x="816" y="93"/>
                    </a:lnTo>
                    <a:lnTo>
                      <a:pt x="803" y="80"/>
                    </a:lnTo>
                    <a:lnTo>
                      <a:pt x="797" y="72"/>
                    </a:lnTo>
                    <a:lnTo>
                      <a:pt x="791" y="64"/>
                    </a:lnTo>
                    <a:lnTo>
                      <a:pt x="784" y="56"/>
                    </a:lnTo>
                    <a:lnTo>
                      <a:pt x="777" y="47"/>
                    </a:lnTo>
                    <a:lnTo>
                      <a:pt x="770" y="39"/>
                    </a:lnTo>
                    <a:lnTo>
                      <a:pt x="762" y="30"/>
                    </a:lnTo>
                    <a:lnTo>
                      <a:pt x="755" y="22"/>
                    </a:lnTo>
                    <a:lnTo>
                      <a:pt x="750" y="15"/>
                    </a:lnTo>
                    <a:lnTo>
                      <a:pt x="740" y="5"/>
                    </a:lnTo>
                    <a:lnTo>
                      <a:pt x="736" y="0"/>
                    </a:lnTo>
                    <a:lnTo>
                      <a:pt x="736" y="0"/>
                    </a:lnTo>
                    <a:close/>
                  </a:path>
                </a:pathLst>
              </a:custGeom>
              <a:solidFill>
                <a:srgbClr val="B8B8D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59" name="Google Shape;559;p49"/>
              <p:cNvSpPr/>
              <p:nvPr/>
            </p:nvSpPr>
            <p:spPr>
              <a:xfrm>
                <a:off x="692" y="1495"/>
                <a:ext cx="429" cy="513"/>
              </a:xfrm>
              <a:custGeom>
                <a:rect b="b" l="l" r="r" t="t"/>
                <a:pathLst>
                  <a:path extrusionOk="0" h="1025" w="1291">
                    <a:moveTo>
                      <a:pt x="360" y="74"/>
                    </a:moveTo>
                    <a:lnTo>
                      <a:pt x="0" y="637"/>
                    </a:lnTo>
                    <a:lnTo>
                      <a:pt x="0" y="957"/>
                    </a:lnTo>
                    <a:lnTo>
                      <a:pt x="59" y="1025"/>
                    </a:lnTo>
                    <a:lnTo>
                      <a:pt x="837" y="1025"/>
                    </a:lnTo>
                    <a:lnTo>
                      <a:pt x="1291" y="341"/>
                    </a:lnTo>
                    <a:lnTo>
                      <a:pt x="698" y="0"/>
                    </a:lnTo>
                    <a:lnTo>
                      <a:pt x="360" y="74"/>
                    </a:lnTo>
                    <a:lnTo>
                      <a:pt x="360" y="74"/>
                    </a:lnTo>
                    <a:close/>
                  </a:path>
                </a:pathLst>
              </a:custGeom>
              <a:solidFill>
                <a:srgbClr val="FFF2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60" name="Google Shape;560;p49"/>
              <p:cNvSpPr/>
              <p:nvPr/>
            </p:nvSpPr>
            <p:spPr>
              <a:xfrm>
                <a:off x="1126" y="1148"/>
                <a:ext cx="733" cy="771"/>
              </a:xfrm>
              <a:custGeom>
                <a:rect b="b" l="l" r="r" t="t"/>
                <a:pathLst>
                  <a:path extrusionOk="0" h="1541" w="2205">
                    <a:moveTo>
                      <a:pt x="1653" y="0"/>
                    </a:moveTo>
                    <a:lnTo>
                      <a:pt x="1594" y="12"/>
                    </a:lnTo>
                    <a:lnTo>
                      <a:pt x="1530" y="27"/>
                    </a:lnTo>
                    <a:lnTo>
                      <a:pt x="1492" y="36"/>
                    </a:lnTo>
                    <a:lnTo>
                      <a:pt x="1453" y="47"/>
                    </a:lnTo>
                    <a:lnTo>
                      <a:pt x="1411" y="62"/>
                    </a:lnTo>
                    <a:lnTo>
                      <a:pt x="1369" y="76"/>
                    </a:lnTo>
                    <a:lnTo>
                      <a:pt x="1347" y="85"/>
                    </a:lnTo>
                    <a:lnTo>
                      <a:pt x="1326" y="93"/>
                    </a:lnTo>
                    <a:lnTo>
                      <a:pt x="1306" y="103"/>
                    </a:lnTo>
                    <a:lnTo>
                      <a:pt x="1286" y="112"/>
                    </a:lnTo>
                    <a:lnTo>
                      <a:pt x="1266" y="122"/>
                    </a:lnTo>
                    <a:lnTo>
                      <a:pt x="1246" y="133"/>
                    </a:lnTo>
                    <a:lnTo>
                      <a:pt x="1228" y="144"/>
                    </a:lnTo>
                    <a:lnTo>
                      <a:pt x="1209" y="156"/>
                    </a:lnTo>
                    <a:lnTo>
                      <a:pt x="1193" y="168"/>
                    </a:lnTo>
                    <a:lnTo>
                      <a:pt x="1177" y="181"/>
                    </a:lnTo>
                    <a:lnTo>
                      <a:pt x="1163" y="194"/>
                    </a:lnTo>
                    <a:lnTo>
                      <a:pt x="1149" y="209"/>
                    </a:lnTo>
                    <a:lnTo>
                      <a:pt x="1138" y="222"/>
                    </a:lnTo>
                    <a:lnTo>
                      <a:pt x="1126" y="236"/>
                    </a:lnTo>
                    <a:lnTo>
                      <a:pt x="1114" y="249"/>
                    </a:lnTo>
                    <a:lnTo>
                      <a:pt x="1102" y="263"/>
                    </a:lnTo>
                    <a:lnTo>
                      <a:pt x="1091" y="276"/>
                    </a:lnTo>
                    <a:lnTo>
                      <a:pt x="1082" y="289"/>
                    </a:lnTo>
                    <a:lnTo>
                      <a:pt x="1072" y="302"/>
                    </a:lnTo>
                    <a:lnTo>
                      <a:pt x="1063" y="314"/>
                    </a:lnTo>
                    <a:lnTo>
                      <a:pt x="1045" y="337"/>
                    </a:lnTo>
                    <a:lnTo>
                      <a:pt x="1030" y="360"/>
                    </a:lnTo>
                    <a:lnTo>
                      <a:pt x="1003" y="400"/>
                    </a:lnTo>
                    <a:lnTo>
                      <a:pt x="983" y="432"/>
                    </a:lnTo>
                    <a:lnTo>
                      <a:pt x="968" y="458"/>
                    </a:lnTo>
                    <a:lnTo>
                      <a:pt x="957" y="478"/>
                    </a:lnTo>
                    <a:lnTo>
                      <a:pt x="948" y="474"/>
                    </a:lnTo>
                    <a:lnTo>
                      <a:pt x="921" y="462"/>
                    </a:lnTo>
                    <a:lnTo>
                      <a:pt x="900" y="455"/>
                    </a:lnTo>
                    <a:lnTo>
                      <a:pt x="875" y="448"/>
                    </a:lnTo>
                    <a:lnTo>
                      <a:pt x="848" y="440"/>
                    </a:lnTo>
                    <a:lnTo>
                      <a:pt x="817" y="431"/>
                    </a:lnTo>
                    <a:lnTo>
                      <a:pt x="783" y="424"/>
                    </a:lnTo>
                    <a:lnTo>
                      <a:pt x="746" y="415"/>
                    </a:lnTo>
                    <a:lnTo>
                      <a:pt x="705" y="409"/>
                    </a:lnTo>
                    <a:lnTo>
                      <a:pt x="664" y="405"/>
                    </a:lnTo>
                    <a:lnTo>
                      <a:pt x="574" y="400"/>
                    </a:lnTo>
                    <a:lnTo>
                      <a:pt x="477" y="406"/>
                    </a:lnTo>
                    <a:lnTo>
                      <a:pt x="381" y="418"/>
                    </a:lnTo>
                    <a:lnTo>
                      <a:pt x="334" y="426"/>
                    </a:lnTo>
                    <a:lnTo>
                      <a:pt x="291" y="436"/>
                    </a:lnTo>
                    <a:lnTo>
                      <a:pt x="249" y="446"/>
                    </a:lnTo>
                    <a:lnTo>
                      <a:pt x="209" y="455"/>
                    </a:lnTo>
                    <a:lnTo>
                      <a:pt x="173" y="465"/>
                    </a:lnTo>
                    <a:lnTo>
                      <a:pt x="140" y="474"/>
                    </a:lnTo>
                    <a:lnTo>
                      <a:pt x="108" y="484"/>
                    </a:lnTo>
                    <a:lnTo>
                      <a:pt x="81" y="492"/>
                    </a:lnTo>
                    <a:lnTo>
                      <a:pt x="38" y="507"/>
                    </a:lnTo>
                    <a:lnTo>
                      <a:pt x="11" y="518"/>
                    </a:lnTo>
                    <a:lnTo>
                      <a:pt x="0" y="521"/>
                    </a:lnTo>
                    <a:lnTo>
                      <a:pt x="496" y="1484"/>
                    </a:lnTo>
                    <a:lnTo>
                      <a:pt x="533" y="1474"/>
                    </a:lnTo>
                    <a:lnTo>
                      <a:pt x="576" y="1466"/>
                    </a:lnTo>
                    <a:lnTo>
                      <a:pt x="632" y="1455"/>
                    </a:lnTo>
                    <a:lnTo>
                      <a:pt x="699" y="1444"/>
                    </a:lnTo>
                    <a:lnTo>
                      <a:pt x="775" y="1433"/>
                    </a:lnTo>
                    <a:lnTo>
                      <a:pt x="858" y="1425"/>
                    </a:lnTo>
                    <a:lnTo>
                      <a:pt x="945" y="1421"/>
                    </a:lnTo>
                    <a:lnTo>
                      <a:pt x="1037" y="1423"/>
                    </a:lnTo>
                    <a:lnTo>
                      <a:pt x="1128" y="1436"/>
                    </a:lnTo>
                    <a:lnTo>
                      <a:pt x="1174" y="1445"/>
                    </a:lnTo>
                    <a:lnTo>
                      <a:pt x="1218" y="1455"/>
                    </a:lnTo>
                    <a:lnTo>
                      <a:pt x="1261" y="1466"/>
                    </a:lnTo>
                    <a:lnTo>
                      <a:pt x="1300" y="1478"/>
                    </a:lnTo>
                    <a:lnTo>
                      <a:pt x="1337" y="1489"/>
                    </a:lnTo>
                    <a:lnTo>
                      <a:pt x="1372" y="1501"/>
                    </a:lnTo>
                    <a:lnTo>
                      <a:pt x="1402" y="1512"/>
                    </a:lnTo>
                    <a:lnTo>
                      <a:pt x="1428" y="1521"/>
                    </a:lnTo>
                    <a:lnTo>
                      <a:pt x="1464" y="1536"/>
                    </a:lnTo>
                    <a:lnTo>
                      <a:pt x="1477" y="1541"/>
                    </a:lnTo>
                    <a:lnTo>
                      <a:pt x="1483" y="1522"/>
                    </a:lnTo>
                    <a:lnTo>
                      <a:pt x="1491" y="1501"/>
                    </a:lnTo>
                    <a:lnTo>
                      <a:pt x="1502" y="1473"/>
                    </a:lnTo>
                    <a:lnTo>
                      <a:pt x="1515" y="1438"/>
                    </a:lnTo>
                    <a:lnTo>
                      <a:pt x="1531" y="1400"/>
                    </a:lnTo>
                    <a:lnTo>
                      <a:pt x="1540" y="1379"/>
                    </a:lnTo>
                    <a:lnTo>
                      <a:pt x="1550" y="1358"/>
                    </a:lnTo>
                    <a:lnTo>
                      <a:pt x="1560" y="1335"/>
                    </a:lnTo>
                    <a:lnTo>
                      <a:pt x="1571" y="1312"/>
                    </a:lnTo>
                    <a:lnTo>
                      <a:pt x="1582" y="1289"/>
                    </a:lnTo>
                    <a:lnTo>
                      <a:pt x="1594" y="1265"/>
                    </a:lnTo>
                    <a:lnTo>
                      <a:pt x="1606" y="1242"/>
                    </a:lnTo>
                    <a:lnTo>
                      <a:pt x="1621" y="1218"/>
                    </a:lnTo>
                    <a:lnTo>
                      <a:pt x="1635" y="1194"/>
                    </a:lnTo>
                    <a:lnTo>
                      <a:pt x="1648" y="1170"/>
                    </a:lnTo>
                    <a:lnTo>
                      <a:pt x="1664" y="1147"/>
                    </a:lnTo>
                    <a:lnTo>
                      <a:pt x="1679" y="1124"/>
                    </a:lnTo>
                    <a:lnTo>
                      <a:pt x="1695" y="1103"/>
                    </a:lnTo>
                    <a:lnTo>
                      <a:pt x="1704" y="1092"/>
                    </a:lnTo>
                    <a:lnTo>
                      <a:pt x="1712" y="1081"/>
                    </a:lnTo>
                    <a:lnTo>
                      <a:pt x="1721" y="1071"/>
                    </a:lnTo>
                    <a:lnTo>
                      <a:pt x="1729" y="1060"/>
                    </a:lnTo>
                    <a:lnTo>
                      <a:pt x="1738" y="1051"/>
                    </a:lnTo>
                    <a:lnTo>
                      <a:pt x="1747" y="1041"/>
                    </a:lnTo>
                    <a:lnTo>
                      <a:pt x="1755" y="1033"/>
                    </a:lnTo>
                    <a:lnTo>
                      <a:pt x="1764" y="1022"/>
                    </a:lnTo>
                    <a:lnTo>
                      <a:pt x="1774" y="1013"/>
                    </a:lnTo>
                    <a:lnTo>
                      <a:pt x="1783" y="1005"/>
                    </a:lnTo>
                    <a:lnTo>
                      <a:pt x="1792" y="997"/>
                    </a:lnTo>
                    <a:lnTo>
                      <a:pt x="1802" y="989"/>
                    </a:lnTo>
                    <a:lnTo>
                      <a:pt x="1812" y="982"/>
                    </a:lnTo>
                    <a:lnTo>
                      <a:pt x="1822" y="975"/>
                    </a:lnTo>
                    <a:lnTo>
                      <a:pt x="1840" y="962"/>
                    </a:lnTo>
                    <a:lnTo>
                      <a:pt x="1860" y="950"/>
                    </a:lnTo>
                    <a:lnTo>
                      <a:pt x="1879" y="938"/>
                    </a:lnTo>
                    <a:lnTo>
                      <a:pt x="1898" y="926"/>
                    </a:lnTo>
                    <a:lnTo>
                      <a:pt x="1916" y="915"/>
                    </a:lnTo>
                    <a:lnTo>
                      <a:pt x="1933" y="904"/>
                    </a:lnTo>
                    <a:lnTo>
                      <a:pt x="1952" y="894"/>
                    </a:lnTo>
                    <a:lnTo>
                      <a:pt x="1969" y="885"/>
                    </a:lnTo>
                    <a:lnTo>
                      <a:pt x="1986" y="876"/>
                    </a:lnTo>
                    <a:lnTo>
                      <a:pt x="2002" y="868"/>
                    </a:lnTo>
                    <a:lnTo>
                      <a:pt x="2019" y="859"/>
                    </a:lnTo>
                    <a:lnTo>
                      <a:pt x="2034" y="852"/>
                    </a:lnTo>
                    <a:lnTo>
                      <a:pt x="2065" y="838"/>
                    </a:lnTo>
                    <a:lnTo>
                      <a:pt x="2092" y="827"/>
                    </a:lnTo>
                    <a:lnTo>
                      <a:pt x="2117" y="816"/>
                    </a:lnTo>
                    <a:lnTo>
                      <a:pt x="2139" y="808"/>
                    </a:lnTo>
                    <a:lnTo>
                      <a:pt x="2174" y="796"/>
                    </a:lnTo>
                    <a:lnTo>
                      <a:pt x="2205" y="786"/>
                    </a:lnTo>
                    <a:lnTo>
                      <a:pt x="2176" y="733"/>
                    </a:lnTo>
                    <a:lnTo>
                      <a:pt x="2161" y="738"/>
                    </a:lnTo>
                    <a:lnTo>
                      <a:pt x="2120" y="750"/>
                    </a:lnTo>
                    <a:lnTo>
                      <a:pt x="2092" y="760"/>
                    </a:lnTo>
                    <a:lnTo>
                      <a:pt x="2061" y="770"/>
                    </a:lnTo>
                    <a:lnTo>
                      <a:pt x="2026" y="784"/>
                    </a:lnTo>
                    <a:lnTo>
                      <a:pt x="1989" y="798"/>
                    </a:lnTo>
                    <a:lnTo>
                      <a:pt x="1969" y="808"/>
                    </a:lnTo>
                    <a:lnTo>
                      <a:pt x="1949" y="815"/>
                    </a:lnTo>
                    <a:lnTo>
                      <a:pt x="1930" y="825"/>
                    </a:lnTo>
                    <a:lnTo>
                      <a:pt x="1910" y="834"/>
                    </a:lnTo>
                    <a:lnTo>
                      <a:pt x="1890" y="844"/>
                    </a:lnTo>
                    <a:lnTo>
                      <a:pt x="1871" y="855"/>
                    </a:lnTo>
                    <a:lnTo>
                      <a:pt x="1851" y="865"/>
                    </a:lnTo>
                    <a:lnTo>
                      <a:pt x="1831" y="876"/>
                    </a:lnTo>
                    <a:lnTo>
                      <a:pt x="1813" y="888"/>
                    </a:lnTo>
                    <a:lnTo>
                      <a:pt x="1794" y="900"/>
                    </a:lnTo>
                    <a:lnTo>
                      <a:pt x="1777" y="912"/>
                    </a:lnTo>
                    <a:lnTo>
                      <a:pt x="1761" y="926"/>
                    </a:lnTo>
                    <a:lnTo>
                      <a:pt x="1744" y="938"/>
                    </a:lnTo>
                    <a:lnTo>
                      <a:pt x="1729" y="952"/>
                    </a:lnTo>
                    <a:lnTo>
                      <a:pt x="1715" y="965"/>
                    </a:lnTo>
                    <a:lnTo>
                      <a:pt x="1702" y="979"/>
                    </a:lnTo>
                    <a:lnTo>
                      <a:pt x="1690" y="994"/>
                    </a:lnTo>
                    <a:lnTo>
                      <a:pt x="1684" y="1001"/>
                    </a:lnTo>
                    <a:lnTo>
                      <a:pt x="1678" y="1010"/>
                    </a:lnTo>
                    <a:lnTo>
                      <a:pt x="1653" y="1042"/>
                    </a:lnTo>
                    <a:lnTo>
                      <a:pt x="1629" y="1076"/>
                    </a:lnTo>
                    <a:lnTo>
                      <a:pt x="1604" y="1112"/>
                    </a:lnTo>
                    <a:lnTo>
                      <a:pt x="1579" y="1149"/>
                    </a:lnTo>
                    <a:lnTo>
                      <a:pt x="1557" y="1186"/>
                    </a:lnTo>
                    <a:lnTo>
                      <a:pt x="1535" y="1223"/>
                    </a:lnTo>
                    <a:lnTo>
                      <a:pt x="1514" y="1257"/>
                    </a:lnTo>
                    <a:lnTo>
                      <a:pt x="1495" y="1290"/>
                    </a:lnTo>
                    <a:lnTo>
                      <a:pt x="1477" y="1322"/>
                    </a:lnTo>
                    <a:lnTo>
                      <a:pt x="1463" y="1349"/>
                    </a:lnTo>
                    <a:lnTo>
                      <a:pt x="1449" y="1373"/>
                    </a:lnTo>
                    <a:lnTo>
                      <a:pt x="1431" y="1408"/>
                    </a:lnTo>
                    <a:lnTo>
                      <a:pt x="1424" y="1421"/>
                    </a:lnTo>
                    <a:lnTo>
                      <a:pt x="1411" y="1417"/>
                    </a:lnTo>
                    <a:lnTo>
                      <a:pt x="1375" y="1406"/>
                    </a:lnTo>
                    <a:lnTo>
                      <a:pt x="1350" y="1400"/>
                    </a:lnTo>
                    <a:lnTo>
                      <a:pt x="1320" y="1393"/>
                    </a:lnTo>
                    <a:lnTo>
                      <a:pt x="1288" y="1384"/>
                    </a:lnTo>
                    <a:lnTo>
                      <a:pt x="1251" y="1376"/>
                    </a:lnTo>
                    <a:lnTo>
                      <a:pt x="1214" y="1367"/>
                    </a:lnTo>
                    <a:lnTo>
                      <a:pt x="1174" y="1360"/>
                    </a:lnTo>
                    <a:lnTo>
                      <a:pt x="1133" y="1354"/>
                    </a:lnTo>
                    <a:lnTo>
                      <a:pt x="1091" y="1348"/>
                    </a:lnTo>
                    <a:lnTo>
                      <a:pt x="1008" y="1341"/>
                    </a:lnTo>
                    <a:lnTo>
                      <a:pt x="929" y="1341"/>
                    </a:lnTo>
                    <a:lnTo>
                      <a:pt x="782" y="1355"/>
                    </a:lnTo>
                    <a:lnTo>
                      <a:pt x="714" y="1365"/>
                    </a:lnTo>
                    <a:lnTo>
                      <a:pt x="655" y="1373"/>
                    </a:lnTo>
                    <a:lnTo>
                      <a:pt x="603" y="1383"/>
                    </a:lnTo>
                    <a:lnTo>
                      <a:pt x="565" y="1390"/>
                    </a:lnTo>
                    <a:lnTo>
                      <a:pt x="531" y="1397"/>
                    </a:lnTo>
                    <a:lnTo>
                      <a:pt x="103" y="550"/>
                    </a:lnTo>
                    <a:lnTo>
                      <a:pt x="141" y="538"/>
                    </a:lnTo>
                    <a:lnTo>
                      <a:pt x="184" y="526"/>
                    </a:lnTo>
                    <a:lnTo>
                      <a:pt x="211" y="519"/>
                    </a:lnTo>
                    <a:lnTo>
                      <a:pt x="241" y="512"/>
                    </a:lnTo>
                    <a:lnTo>
                      <a:pt x="273" y="505"/>
                    </a:lnTo>
                    <a:lnTo>
                      <a:pt x="307" y="496"/>
                    </a:lnTo>
                    <a:lnTo>
                      <a:pt x="344" y="489"/>
                    </a:lnTo>
                    <a:lnTo>
                      <a:pt x="383" y="483"/>
                    </a:lnTo>
                    <a:lnTo>
                      <a:pt x="466" y="471"/>
                    </a:lnTo>
                    <a:lnTo>
                      <a:pt x="551" y="464"/>
                    </a:lnTo>
                    <a:lnTo>
                      <a:pt x="635" y="464"/>
                    </a:lnTo>
                    <a:lnTo>
                      <a:pt x="718" y="471"/>
                    </a:lnTo>
                    <a:lnTo>
                      <a:pt x="793" y="484"/>
                    </a:lnTo>
                    <a:lnTo>
                      <a:pt x="859" y="500"/>
                    </a:lnTo>
                    <a:lnTo>
                      <a:pt x="889" y="508"/>
                    </a:lnTo>
                    <a:lnTo>
                      <a:pt x="916" y="517"/>
                    </a:lnTo>
                    <a:lnTo>
                      <a:pt x="957" y="531"/>
                    </a:lnTo>
                    <a:lnTo>
                      <a:pt x="984" y="542"/>
                    </a:lnTo>
                    <a:lnTo>
                      <a:pt x="994" y="547"/>
                    </a:lnTo>
                    <a:lnTo>
                      <a:pt x="1014" y="508"/>
                    </a:lnTo>
                    <a:lnTo>
                      <a:pt x="1037" y="468"/>
                    </a:lnTo>
                    <a:lnTo>
                      <a:pt x="1051" y="444"/>
                    </a:lnTo>
                    <a:lnTo>
                      <a:pt x="1067" y="418"/>
                    </a:lnTo>
                    <a:lnTo>
                      <a:pt x="1086" y="391"/>
                    </a:lnTo>
                    <a:lnTo>
                      <a:pt x="1106" y="363"/>
                    </a:lnTo>
                    <a:lnTo>
                      <a:pt x="1117" y="349"/>
                    </a:lnTo>
                    <a:lnTo>
                      <a:pt x="1129" y="335"/>
                    </a:lnTo>
                    <a:lnTo>
                      <a:pt x="1141" y="320"/>
                    </a:lnTo>
                    <a:lnTo>
                      <a:pt x="1153" y="307"/>
                    </a:lnTo>
                    <a:lnTo>
                      <a:pt x="1165" y="293"/>
                    </a:lnTo>
                    <a:lnTo>
                      <a:pt x="1179" y="278"/>
                    </a:lnTo>
                    <a:lnTo>
                      <a:pt x="1192" y="266"/>
                    </a:lnTo>
                    <a:lnTo>
                      <a:pt x="1206" y="252"/>
                    </a:lnTo>
                    <a:lnTo>
                      <a:pt x="1219" y="240"/>
                    </a:lnTo>
                    <a:lnTo>
                      <a:pt x="1234" y="228"/>
                    </a:lnTo>
                    <a:lnTo>
                      <a:pt x="1249" y="216"/>
                    </a:lnTo>
                    <a:lnTo>
                      <a:pt x="1265" y="205"/>
                    </a:lnTo>
                    <a:lnTo>
                      <a:pt x="1281" y="195"/>
                    </a:lnTo>
                    <a:lnTo>
                      <a:pt x="1295" y="184"/>
                    </a:lnTo>
                    <a:lnTo>
                      <a:pt x="1313" y="176"/>
                    </a:lnTo>
                    <a:lnTo>
                      <a:pt x="1329" y="166"/>
                    </a:lnTo>
                    <a:lnTo>
                      <a:pt x="1346" y="158"/>
                    </a:lnTo>
                    <a:lnTo>
                      <a:pt x="1362" y="151"/>
                    </a:lnTo>
                    <a:lnTo>
                      <a:pt x="1379" y="142"/>
                    </a:lnTo>
                    <a:lnTo>
                      <a:pt x="1396" y="135"/>
                    </a:lnTo>
                    <a:lnTo>
                      <a:pt x="1429" y="122"/>
                    </a:lnTo>
                    <a:lnTo>
                      <a:pt x="1463" y="110"/>
                    </a:lnTo>
                    <a:lnTo>
                      <a:pt x="1495" y="100"/>
                    </a:lnTo>
                    <a:lnTo>
                      <a:pt x="1525" y="91"/>
                    </a:lnTo>
                    <a:lnTo>
                      <a:pt x="1554" y="83"/>
                    </a:lnTo>
                    <a:lnTo>
                      <a:pt x="1579" y="77"/>
                    </a:lnTo>
                    <a:lnTo>
                      <a:pt x="1622" y="68"/>
                    </a:lnTo>
                    <a:lnTo>
                      <a:pt x="1662" y="62"/>
                    </a:lnTo>
                    <a:lnTo>
                      <a:pt x="1653" y="0"/>
                    </a:lnTo>
                    <a:lnTo>
                      <a:pt x="1653" y="0"/>
                    </a:lnTo>
                    <a:close/>
                  </a:path>
                </a:pathLst>
              </a:custGeom>
              <a:solidFill>
                <a:srgbClr val="B8B8D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61" name="Google Shape;561;p49"/>
              <p:cNvSpPr/>
              <p:nvPr/>
            </p:nvSpPr>
            <p:spPr>
              <a:xfrm>
                <a:off x="1665" y="1148"/>
                <a:ext cx="199" cy="396"/>
              </a:xfrm>
              <a:custGeom>
                <a:rect b="b" l="l" r="r" t="t"/>
                <a:pathLst>
                  <a:path extrusionOk="0" h="791" w="599">
                    <a:moveTo>
                      <a:pt x="0" y="45"/>
                    </a:moveTo>
                    <a:lnTo>
                      <a:pt x="508" y="767"/>
                    </a:lnTo>
                    <a:lnTo>
                      <a:pt x="599" y="791"/>
                    </a:lnTo>
                    <a:lnTo>
                      <a:pt x="37" y="0"/>
                    </a:lnTo>
                    <a:lnTo>
                      <a:pt x="0" y="45"/>
                    </a:lnTo>
                    <a:lnTo>
                      <a:pt x="0" y="45"/>
                    </a:lnTo>
                    <a:close/>
                  </a:path>
                </a:pathLst>
              </a:custGeom>
              <a:solidFill>
                <a:srgbClr val="B8B8D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62" name="Google Shape;562;p49"/>
              <p:cNvSpPr/>
              <p:nvPr/>
            </p:nvSpPr>
            <p:spPr>
              <a:xfrm>
                <a:off x="1100" y="1454"/>
                <a:ext cx="764" cy="532"/>
              </a:xfrm>
              <a:custGeom>
                <a:rect b="b" l="l" r="r" t="t"/>
                <a:pathLst>
                  <a:path extrusionOk="0" h="1063" w="2298">
                    <a:moveTo>
                      <a:pt x="166" y="0"/>
                    </a:moveTo>
                    <a:lnTo>
                      <a:pt x="0" y="48"/>
                    </a:lnTo>
                    <a:lnTo>
                      <a:pt x="501" y="1063"/>
                    </a:lnTo>
                    <a:lnTo>
                      <a:pt x="514" y="1059"/>
                    </a:lnTo>
                    <a:lnTo>
                      <a:pt x="550" y="1048"/>
                    </a:lnTo>
                    <a:lnTo>
                      <a:pt x="576" y="1041"/>
                    </a:lnTo>
                    <a:lnTo>
                      <a:pt x="605" y="1032"/>
                    </a:lnTo>
                    <a:lnTo>
                      <a:pt x="638" y="1023"/>
                    </a:lnTo>
                    <a:lnTo>
                      <a:pt x="675" y="1013"/>
                    </a:lnTo>
                    <a:lnTo>
                      <a:pt x="715" y="1002"/>
                    </a:lnTo>
                    <a:lnTo>
                      <a:pt x="756" y="992"/>
                    </a:lnTo>
                    <a:lnTo>
                      <a:pt x="799" y="983"/>
                    </a:lnTo>
                    <a:lnTo>
                      <a:pt x="844" y="974"/>
                    </a:lnTo>
                    <a:lnTo>
                      <a:pt x="888" y="966"/>
                    </a:lnTo>
                    <a:lnTo>
                      <a:pt x="932" y="958"/>
                    </a:lnTo>
                    <a:lnTo>
                      <a:pt x="1019" y="948"/>
                    </a:lnTo>
                    <a:lnTo>
                      <a:pt x="1109" y="944"/>
                    </a:lnTo>
                    <a:lnTo>
                      <a:pt x="1204" y="948"/>
                    </a:lnTo>
                    <a:lnTo>
                      <a:pt x="1300" y="958"/>
                    </a:lnTo>
                    <a:lnTo>
                      <a:pt x="1391" y="968"/>
                    </a:lnTo>
                    <a:lnTo>
                      <a:pt x="1471" y="982"/>
                    </a:lnTo>
                    <a:lnTo>
                      <a:pt x="1534" y="992"/>
                    </a:lnTo>
                    <a:lnTo>
                      <a:pt x="1592" y="1005"/>
                    </a:lnTo>
                    <a:lnTo>
                      <a:pt x="1601" y="986"/>
                    </a:lnTo>
                    <a:lnTo>
                      <a:pt x="1612" y="966"/>
                    </a:lnTo>
                    <a:lnTo>
                      <a:pt x="1627" y="940"/>
                    </a:lnTo>
                    <a:lnTo>
                      <a:pt x="1644" y="907"/>
                    </a:lnTo>
                    <a:lnTo>
                      <a:pt x="1665" y="871"/>
                    </a:lnTo>
                    <a:lnTo>
                      <a:pt x="1688" y="831"/>
                    </a:lnTo>
                    <a:lnTo>
                      <a:pt x="1714" y="788"/>
                    </a:lnTo>
                    <a:lnTo>
                      <a:pt x="1729" y="767"/>
                    </a:lnTo>
                    <a:lnTo>
                      <a:pt x="1742" y="745"/>
                    </a:lnTo>
                    <a:lnTo>
                      <a:pt x="1757" y="723"/>
                    </a:lnTo>
                    <a:lnTo>
                      <a:pt x="1773" y="700"/>
                    </a:lnTo>
                    <a:lnTo>
                      <a:pt x="1788" y="678"/>
                    </a:lnTo>
                    <a:lnTo>
                      <a:pt x="1804" y="657"/>
                    </a:lnTo>
                    <a:lnTo>
                      <a:pt x="1820" y="636"/>
                    </a:lnTo>
                    <a:lnTo>
                      <a:pt x="1827" y="625"/>
                    </a:lnTo>
                    <a:lnTo>
                      <a:pt x="1836" y="615"/>
                    </a:lnTo>
                    <a:lnTo>
                      <a:pt x="1844" y="605"/>
                    </a:lnTo>
                    <a:lnTo>
                      <a:pt x="1852" y="595"/>
                    </a:lnTo>
                    <a:lnTo>
                      <a:pt x="1860" y="586"/>
                    </a:lnTo>
                    <a:lnTo>
                      <a:pt x="1869" y="576"/>
                    </a:lnTo>
                    <a:lnTo>
                      <a:pt x="1876" y="567"/>
                    </a:lnTo>
                    <a:lnTo>
                      <a:pt x="1885" y="557"/>
                    </a:lnTo>
                    <a:lnTo>
                      <a:pt x="1893" y="548"/>
                    </a:lnTo>
                    <a:lnTo>
                      <a:pt x="1902" y="540"/>
                    </a:lnTo>
                    <a:lnTo>
                      <a:pt x="1911" y="532"/>
                    </a:lnTo>
                    <a:lnTo>
                      <a:pt x="1919" y="523"/>
                    </a:lnTo>
                    <a:lnTo>
                      <a:pt x="1935" y="509"/>
                    </a:lnTo>
                    <a:lnTo>
                      <a:pt x="1952" y="494"/>
                    </a:lnTo>
                    <a:lnTo>
                      <a:pt x="1968" y="482"/>
                    </a:lnTo>
                    <a:lnTo>
                      <a:pt x="1986" y="471"/>
                    </a:lnTo>
                    <a:lnTo>
                      <a:pt x="2002" y="461"/>
                    </a:lnTo>
                    <a:lnTo>
                      <a:pt x="2018" y="451"/>
                    </a:lnTo>
                    <a:lnTo>
                      <a:pt x="2033" y="441"/>
                    </a:lnTo>
                    <a:lnTo>
                      <a:pt x="2049" y="433"/>
                    </a:lnTo>
                    <a:lnTo>
                      <a:pt x="2064" y="425"/>
                    </a:lnTo>
                    <a:lnTo>
                      <a:pt x="2080" y="416"/>
                    </a:lnTo>
                    <a:lnTo>
                      <a:pt x="2094" y="408"/>
                    </a:lnTo>
                    <a:lnTo>
                      <a:pt x="2123" y="394"/>
                    </a:lnTo>
                    <a:lnTo>
                      <a:pt x="2150" y="382"/>
                    </a:lnTo>
                    <a:lnTo>
                      <a:pt x="2176" y="372"/>
                    </a:lnTo>
                    <a:lnTo>
                      <a:pt x="2199" y="362"/>
                    </a:lnTo>
                    <a:lnTo>
                      <a:pt x="2222" y="354"/>
                    </a:lnTo>
                    <a:lnTo>
                      <a:pt x="2240" y="348"/>
                    </a:lnTo>
                    <a:lnTo>
                      <a:pt x="2271" y="338"/>
                    </a:lnTo>
                    <a:lnTo>
                      <a:pt x="2298" y="332"/>
                    </a:lnTo>
                    <a:lnTo>
                      <a:pt x="2160" y="192"/>
                    </a:lnTo>
                    <a:lnTo>
                      <a:pt x="2097" y="231"/>
                    </a:lnTo>
                    <a:lnTo>
                      <a:pt x="2185" y="308"/>
                    </a:lnTo>
                    <a:lnTo>
                      <a:pt x="2148" y="320"/>
                    </a:lnTo>
                    <a:lnTo>
                      <a:pt x="2106" y="334"/>
                    </a:lnTo>
                    <a:lnTo>
                      <a:pt x="2083" y="344"/>
                    </a:lnTo>
                    <a:lnTo>
                      <a:pt x="2057" y="355"/>
                    </a:lnTo>
                    <a:lnTo>
                      <a:pt x="2030" y="366"/>
                    </a:lnTo>
                    <a:lnTo>
                      <a:pt x="2003" y="380"/>
                    </a:lnTo>
                    <a:lnTo>
                      <a:pt x="1974" y="394"/>
                    </a:lnTo>
                    <a:lnTo>
                      <a:pt x="1961" y="400"/>
                    </a:lnTo>
                    <a:lnTo>
                      <a:pt x="1947" y="409"/>
                    </a:lnTo>
                    <a:lnTo>
                      <a:pt x="1934" y="417"/>
                    </a:lnTo>
                    <a:lnTo>
                      <a:pt x="1920" y="426"/>
                    </a:lnTo>
                    <a:lnTo>
                      <a:pt x="1908" y="434"/>
                    </a:lnTo>
                    <a:lnTo>
                      <a:pt x="1896" y="443"/>
                    </a:lnTo>
                    <a:lnTo>
                      <a:pt x="1884" y="452"/>
                    </a:lnTo>
                    <a:lnTo>
                      <a:pt x="1871" y="462"/>
                    </a:lnTo>
                    <a:lnTo>
                      <a:pt x="1861" y="471"/>
                    </a:lnTo>
                    <a:lnTo>
                      <a:pt x="1852" y="481"/>
                    </a:lnTo>
                    <a:lnTo>
                      <a:pt x="1842" y="491"/>
                    </a:lnTo>
                    <a:lnTo>
                      <a:pt x="1831" y="503"/>
                    </a:lnTo>
                    <a:lnTo>
                      <a:pt x="1820" y="516"/>
                    </a:lnTo>
                    <a:lnTo>
                      <a:pt x="1809" y="529"/>
                    </a:lnTo>
                    <a:lnTo>
                      <a:pt x="1797" y="544"/>
                    </a:lnTo>
                    <a:lnTo>
                      <a:pt x="1791" y="551"/>
                    </a:lnTo>
                    <a:lnTo>
                      <a:pt x="1785" y="559"/>
                    </a:lnTo>
                    <a:lnTo>
                      <a:pt x="1761" y="591"/>
                    </a:lnTo>
                    <a:lnTo>
                      <a:pt x="1736" y="625"/>
                    </a:lnTo>
                    <a:lnTo>
                      <a:pt x="1713" y="660"/>
                    </a:lnTo>
                    <a:lnTo>
                      <a:pt x="1688" y="695"/>
                    </a:lnTo>
                    <a:lnTo>
                      <a:pt x="1665" y="730"/>
                    </a:lnTo>
                    <a:lnTo>
                      <a:pt x="1643" y="764"/>
                    </a:lnTo>
                    <a:lnTo>
                      <a:pt x="1622" y="795"/>
                    </a:lnTo>
                    <a:lnTo>
                      <a:pt x="1603" y="824"/>
                    </a:lnTo>
                    <a:lnTo>
                      <a:pt x="1587" y="849"/>
                    </a:lnTo>
                    <a:lnTo>
                      <a:pt x="1564" y="885"/>
                    </a:lnTo>
                    <a:lnTo>
                      <a:pt x="1555" y="900"/>
                    </a:lnTo>
                    <a:lnTo>
                      <a:pt x="1542" y="896"/>
                    </a:lnTo>
                    <a:lnTo>
                      <a:pt x="1505" y="887"/>
                    </a:lnTo>
                    <a:lnTo>
                      <a:pt x="1446" y="875"/>
                    </a:lnTo>
                    <a:lnTo>
                      <a:pt x="1367" y="863"/>
                    </a:lnTo>
                    <a:lnTo>
                      <a:pt x="1273" y="853"/>
                    </a:lnTo>
                    <a:lnTo>
                      <a:pt x="1166" y="849"/>
                    </a:lnTo>
                    <a:lnTo>
                      <a:pt x="1046" y="854"/>
                    </a:lnTo>
                    <a:lnTo>
                      <a:pt x="921" y="871"/>
                    </a:lnTo>
                    <a:lnTo>
                      <a:pt x="860" y="883"/>
                    </a:lnTo>
                    <a:lnTo>
                      <a:pt x="807" y="894"/>
                    </a:lnTo>
                    <a:lnTo>
                      <a:pt x="758" y="903"/>
                    </a:lnTo>
                    <a:lnTo>
                      <a:pt x="716" y="913"/>
                    </a:lnTo>
                    <a:lnTo>
                      <a:pt x="680" y="921"/>
                    </a:lnTo>
                    <a:lnTo>
                      <a:pt x="649" y="929"/>
                    </a:lnTo>
                    <a:lnTo>
                      <a:pt x="602" y="943"/>
                    </a:lnTo>
                    <a:lnTo>
                      <a:pt x="540" y="967"/>
                    </a:lnTo>
                    <a:lnTo>
                      <a:pt x="99" y="82"/>
                    </a:lnTo>
                    <a:lnTo>
                      <a:pt x="191" y="58"/>
                    </a:lnTo>
                    <a:lnTo>
                      <a:pt x="166" y="0"/>
                    </a:lnTo>
                    <a:lnTo>
                      <a:pt x="166" y="0"/>
                    </a:lnTo>
                    <a:close/>
                  </a:path>
                </a:pathLst>
              </a:custGeom>
              <a:solidFill>
                <a:srgbClr val="B8B8D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63" name="Google Shape;563;p49"/>
              <p:cNvSpPr/>
              <p:nvPr/>
            </p:nvSpPr>
            <p:spPr>
              <a:xfrm>
                <a:off x="780" y="1207"/>
                <a:ext cx="48" cy="71"/>
              </a:xfrm>
              <a:custGeom>
                <a:rect b="b" l="l" r="r" t="t"/>
                <a:pathLst>
                  <a:path extrusionOk="0" h="142" w="145">
                    <a:moveTo>
                      <a:pt x="105" y="135"/>
                    </a:moveTo>
                    <a:lnTo>
                      <a:pt x="96" y="137"/>
                    </a:lnTo>
                    <a:lnTo>
                      <a:pt x="89" y="140"/>
                    </a:lnTo>
                    <a:lnTo>
                      <a:pt x="79" y="142"/>
                    </a:lnTo>
                    <a:lnTo>
                      <a:pt x="70" y="142"/>
                    </a:lnTo>
                    <a:lnTo>
                      <a:pt x="60" y="141"/>
                    </a:lnTo>
                    <a:lnTo>
                      <a:pt x="52" y="140"/>
                    </a:lnTo>
                    <a:lnTo>
                      <a:pt x="43" y="136"/>
                    </a:lnTo>
                    <a:lnTo>
                      <a:pt x="36" y="132"/>
                    </a:lnTo>
                    <a:lnTo>
                      <a:pt x="29" y="126"/>
                    </a:lnTo>
                    <a:lnTo>
                      <a:pt x="22" y="120"/>
                    </a:lnTo>
                    <a:lnTo>
                      <a:pt x="16" y="114"/>
                    </a:lnTo>
                    <a:lnTo>
                      <a:pt x="10" y="107"/>
                    </a:lnTo>
                    <a:lnTo>
                      <a:pt x="6" y="99"/>
                    </a:lnTo>
                    <a:lnTo>
                      <a:pt x="3" y="90"/>
                    </a:lnTo>
                    <a:lnTo>
                      <a:pt x="1" y="82"/>
                    </a:lnTo>
                    <a:lnTo>
                      <a:pt x="0" y="72"/>
                    </a:lnTo>
                    <a:lnTo>
                      <a:pt x="1" y="64"/>
                    </a:lnTo>
                    <a:lnTo>
                      <a:pt x="3" y="55"/>
                    </a:lnTo>
                    <a:lnTo>
                      <a:pt x="5" y="46"/>
                    </a:lnTo>
                    <a:lnTo>
                      <a:pt x="9" y="39"/>
                    </a:lnTo>
                    <a:lnTo>
                      <a:pt x="14" y="31"/>
                    </a:lnTo>
                    <a:lnTo>
                      <a:pt x="19" y="24"/>
                    </a:lnTo>
                    <a:lnTo>
                      <a:pt x="26" y="18"/>
                    </a:lnTo>
                    <a:lnTo>
                      <a:pt x="33" y="12"/>
                    </a:lnTo>
                    <a:lnTo>
                      <a:pt x="41" y="8"/>
                    </a:lnTo>
                    <a:lnTo>
                      <a:pt x="49" y="5"/>
                    </a:lnTo>
                    <a:lnTo>
                      <a:pt x="58" y="2"/>
                    </a:lnTo>
                    <a:lnTo>
                      <a:pt x="67" y="0"/>
                    </a:lnTo>
                    <a:lnTo>
                      <a:pt x="76" y="0"/>
                    </a:lnTo>
                    <a:lnTo>
                      <a:pt x="85" y="1"/>
                    </a:lnTo>
                    <a:lnTo>
                      <a:pt x="94" y="4"/>
                    </a:lnTo>
                    <a:lnTo>
                      <a:pt x="102" y="7"/>
                    </a:lnTo>
                    <a:lnTo>
                      <a:pt x="110" y="11"/>
                    </a:lnTo>
                    <a:lnTo>
                      <a:pt x="118" y="16"/>
                    </a:lnTo>
                    <a:lnTo>
                      <a:pt x="124" y="22"/>
                    </a:lnTo>
                    <a:lnTo>
                      <a:pt x="131" y="28"/>
                    </a:lnTo>
                    <a:lnTo>
                      <a:pt x="135" y="36"/>
                    </a:lnTo>
                    <a:lnTo>
                      <a:pt x="139" y="43"/>
                    </a:lnTo>
                    <a:lnTo>
                      <a:pt x="142" y="52"/>
                    </a:lnTo>
                    <a:lnTo>
                      <a:pt x="144" y="60"/>
                    </a:lnTo>
                    <a:lnTo>
                      <a:pt x="145" y="70"/>
                    </a:lnTo>
                    <a:lnTo>
                      <a:pt x="144" y="78"/>
                    </a:lnTo>
                    <a:lnTo>
                      <a:pt x="143" y="87"/>
                    </a:lnTo>
                    <a:lnTo>
                      <a:pt x="140" y="95"/>
                    </a:lnTo>
                    <a:lnTo>
                      <a:pt x="137" y="104"/>
                    </a:lnTo>
                    <a:lnTo>
                      <a:pt x="132" y="111"/>
                    </a:lnTo>
                    <a:lnTo>
                      <a:pt x="127" y="118"/>
                    </a:lnTo>
                    <a:lnTo>
                      <a:pt x="119" y="124"/>
                    </a:lnTo>
                    <a:lnTo>
                      <a:pt x="112" y="130"/>
                    </a:lnTo>
                    <a:lnTo>
                      <a:pt x="105" y="135"/>
                    </a:lnTo>
                    <a:lnTo>
                      <a:pt x="105" y="135"/>
                    </a:lnTo>
                    <a:close/>
                  </a:path>
                </a:pathLst>
              </a:custGeom>
              <a:solidFill>
                <a:srgbClr val="B8B8D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64" name="Google Shape;564;p49"/>
              <p:cNvSpPr/>
              <p:nvPr/>
            </p:nvSpPr>
            <p:spPr>
              <a:xfrm>
                <a:off x="798" y="1445"/>
                <a:ext cx="18" cy="59"/>
              </a:xfrm>
              <a:custGeom>
                <a:rect b="b" l="l" r="r" t="t"/>
                <a:pathLst>
                  <a:path extrusionOk="0" h="116" w="56">
                    <a:moveTo>
                      <a:pt x="0" y="116"/>
                    </a:moveTo>
                    <a:lnTo>
                      <a:pt x="56" y="116"/>
                    </a:lnTo>
                    <a:lnTo>
                      <a:pt x="56" y="0"/>
                    </a:lnTo>
                    <a:lnTo>
                      <a:pt x="0" y="0"/>
                    </a:lnTo>
                    <a:lnTo>
                      <a:pt x="0" y="116"/>
                    </a:lnTo>
                    <a:lnTo>
                      <a:pt x="0" y="116"/>
                    </a:lnTo>
                    <a:close/>
                  </a:path>
                </a:pathLst>
              </a:custGeom>
              <a:solidFill>
                <a:srgbClr val="B8B8D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65" name="Google Shape;565;p49"/>
              <p:cNvSpPr/>
              <p:nvPr/>
            </p:nvSpPr>
            <p:spPr>
              <a:xfrm>
                <a:off x="924" y="1242"/>
                <a:ext cx="49" cy="25"/>
              </a:xfrm>
              <a:custGeom>
                <a:rect b="b" l="l" r="r" t="t"/>
                <a:pathLst>
                  <a:path extrusionOk="0" h="49" w="148">
                    <a:moveTo>
                      <a:pt x="0" y="49"/>
                    </a:moveTo>
                    <a:lnTo>
                      <a:pt x="148" y="49"/>
                    </a:lnTo>
                    <a:lnTo>
                      <a:pt x="148" y="0"/>
                    </a:lnTo>
                    <a:lnTo>
                      <a:pt x="0" y="0"/>
                    </a:lnTo>
                    <a:lnTo>
                      <a:pt x="0" y="49"/>
                    </a:lnTo>
                    <a:lnTo>
                      <a:pt x="0" y="49"/>
                    </a:lnTo>
                    <a:close/>
                  </a:path>
                </a:pathLst>
              </a:custGeom>
              <a:solidFill>
                <a:srgbClr val="B8B8D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66" name="Google Shape;566;p49"/>
              <p:cNvSpPr/>
              <p:nvPr/>
            </p:nvSpPr>
            <p:spPr>
              <a:xfrm>
                <a:off x="870" y="1382"/>
                <a:ext cx="37" cy="70"/>
              </a:xfrm>
              <a:custGeom>
                <a:rect b="b" l="l" r="r" t="t"/>
                <a:pathLst>
                  <a:path extrusionOk="0" h="140" w="110">
                    <a:moveTo>
                      <a:pt x="33" y="0"/>
                    </a:moveTo>
                    <a:lnTo>
                      <a:pt x="0" y="37"/>
                    </a:lnTo>
                    <a:lnTo>
                      <a:pt x="78" y="140"/>
                    </a:lnTo>
                    <a:lnTo>
                      <a:pt x="110" y="109"/>
                    </a:lnTo>
                    <a:lnTo>
                      <a:pt x="33" y="0"/>
                    </a:lnTo>
                    <a:lnTo>
                      <a:pt x="33" y="0"/>
                    </a:lnTo>
                    <a:close/>
                  </a:path>
                </a:pathLst>
              </a:custGeom>
              <a:solidFill>
                <a:srgbClr val="B8B8D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67" name="Google Shape;567;p49"/>
              <p:cNvSpPr/>
              <p:nvPr/>
            </p:nvSpPr>
            <p:spPr>
              <a:xfrm>
                <a:off x="885" y="1084"/>
                <a:ext cx="45" cy="56"/>
              </a:xfrm>
              <a:custGeom>
                <a:rect b="b" l="l" r="r" t="t"/>
                <a:pathLst>
                  <a:path extrusionOk="0" h="113" w="133">
                    <a:moveTo>
                      <a:pt x="0" y="72"/>
                    </a:moveTo>
                    <a:lnTo>
                      <a:pt x="37" y="113"/>
                    </a:lnTo>
                    <a:lnTo>
                      <a:pt x="133" y="27"/>
                    </a:lnTo>
                    <a:lnTo>
                      <a:pt x="106" y="0"/>
                    </a:lnTo>
                    <a:lnTo>
                      <a:pt x="0" y="72"/>
                    </a:lnTo>
                    <a:lnTo>
                      <a:pt x="0" y="72"/>
                    </a:lnTo>
                    <a:close/>
                  </a:path>
                </a:pathLst>
              </a:custGeom>
              <a:solidFill>
                <a:srgbClr val="B8B8D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68" name="Google Shape;568;p49"/>
              <p:cNvSpPr/>
              <p:nvPr/>
            </p:nvSpPr>
            <p:spPr>
              <a:xfrm>
                <a:off x="706" y="1402"/>
                <a:ext cx="34" cy="50"/>
              </a:xfrm>
              <a:custGeom>
                <a:rect b="b" l="l" r="r" t="t"/>
                <a:pathLst>
                  <a:path extrusionOk="0" h="100" w="102">
                    <a:moveTo>
                      <a:pt x="102" y="33"/>
                    </a:moveTo>
                    <a:lnTo>
                      <a:pt x="23" y="100"/>
                    </a:lnTo>
                    <a:lnTo>
                      <a:pt x="0" y="64"/>
                    </a:lnTo>
                    <a:lnTo>
                      <a:pt x="74" y="0"/>
                    </a:lnTo>
                    <a:lnTo>
                      <a:pt x="102" y="33"/>
                    </a:lnTo>
                    <a:lnTo>
                      <a:pt x="102" y="33"/>
                    </a:lnTo>
                    <a:close/>
                  </a:path>
                </a:pathLst>
              </a:custGeom>
              <a:solidFill>
                <a:srgbClr val="B8B8D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69" name="Google Shape;569;p49"/>
              <p:cNvSpPr/>
              <p:nvPr/>
            </p:nvSpPr>
            <p:spPr>
              <a:xfrm>
                <a:off x="1438" y="1391"/>
                <a:ext cx="175" cy="490"/>
              </a:xfrm>
              <a:custGeom>
                <a:rect b="b" l="l" r="r" t="t"/>
                <a:pathLst>
                  <a:path extrusionOk="0" h="979" w="521">
                    <a:moveTo>
                      <a:pt x="65" y="0"/>
                    </a:moveTo>
                    <a:lnTo>
                      <a:pt x="521" y="953"/>
                    </a:lnTo>
                    <a:lnTo>
                      <a:pt x="463" y="979"/>
                    </a:lnTo>
                    <a:lnTo>
                      <a:pt x="0" y="10"/>
                    </a:lnTo>
                    <a:lnTo>
                      <a:pt x="65" y="0"/>
                    </a:lnTo>
                    <a:lnTo>
                      <a:pt x="65" y="0"/>
                    </a:lnTo>
                    <a:close/>
                  </a:path>
                </a:pathLst>
              </a:custGeom>
              <a:solidFill>
                <a:srgbClr val="B8B8D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70" name="Google Shape;570;p49"/>
              <p:cNvSpPr/>
              <p:nvPr/>
            </p:nvSpPr>
            <p:spPr>
              <a:xfrm>
                <a:off x="687" y="1549"/>
                <a:ext cx="151" cy="322"/>
              </a:xfrm>
              <a:custGeom>
                <a:rect b="b" l="l" r="r" t="t"/>
                <a:pathLst>
                  <a:path extrusionOk="0" h="645" w="452">
                    <a:moveTo>
                      <a:pt x="363" y="11"/>
                    </a:moveTo>
                    <a:lnTo>
                      <a:pt x="0" y="550"/>
                    </a:lnTo>
                    <a:lnTo>
                      <a:pt x="19" y="645"/>
                    </a:lnTo>
                    <a:lnTo>
                      <a:pt x="452" y="0"/>
                    </a:lnTo>
                    <a:lnTo>
                      <a:pt x="363" y="11"/>
                    </a:lnTo>
                    <a:lnTo>
                      <a:pt x="363" y="11"/>
                    </a:lnTo>
                    <a:close/>
                  </a:path>
                </a:pathLst>
              </a:custGeom>
              <a:solidFill>
                <a:srgbClr val="FFA6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71" name="Google Shape;571;p49"/>
              <p:cNvSpPr/>
              <p:nvPr/>
            </p:nvSpPr>
            <p:spPr>
              <a:xfrm>
                <a:off x="804" y="1222"/>
                <a:ext cx="126" cy="146"/>
              </a:xfrm>
              <a:custGeom>
                <a:rect b="b" l="l" r="r" t="t"/>
                <a:pathLst>
                  <a:path extrusionOk="0" h="294" w="377">
                    <a:moveTo>
                      <a:pt x="0" y="69"/>
                    </a:moveTo>
                    <a:lnTo>
                      <a:pt x="355" y="294"/>
                    </a:lnTo>
                    <a:lnTo>
                      <a:pt x="377" y="267"/>
                    </a:lnTo>
                    <a:lnTo>
                      <a:pt x="23" y="0"/>
                    </a:lnTo>
                    <a:lnTo>
                      <a:pt x="0" y="69"/>
                    </a:lnTo>
                    <a:lnTo>
                      <a:pt x="0" y="69"/>
                    </a:lnTo>
                    <a:close/>
                  </a:path>
                </a:pathLst>
              </a:custGeom>
              <a:solidFill>
                <a:srgbClr val="B8B8D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72" name="Google Shape;572;p49"/>
              <p:cNvSpPr/>
              <p:nvPr/>
            </p:nvSpPr>
            <p:spPr>
              <a:xfrm>
                <a:off x="712" y="1246"/>
                <a:ext cx="92" cy="134"/>
              </a:xfrm>
              <a:custGeom>
                <a:rect b="b" l="l" r="r" t="t"/>
                <a:pathLst>
                  <a:path extrusionOk="0" h="268" w="277">
                    <a:moveTo>
                      <a:pt x="221" y="0"/>
                    </a:moveTo>
                    <a:lnTo>
                      <a:pt x="0" y="236"/>
                    </a:lnTo>
                    <a:lnTo>
                      <a:pt x="19" y="268"/>
                    </a:lnTo>
                    <a:lnTo>
                      <a:pt x="277" y="46"/>
                    </a:lnTo>
                    <a:lnTo>
                      <a:pt x="221" y="0"/>
                    </a:lnTo>
                    <a:lnTo>
                      <a:pt x="221" y="0"/>
                    </a:lnTo>
                    <a:close/>
                  </a:path>
                </a:pathLst>
              </a:custGeom>
              <a:solidFill>
                <a:srgbClr val="B8B8D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73" name="Google Shape;573;p49"/>
              <p:cNvSpPr/>
              <p:nvPr/>
            </p:nvSpPr>
            <p:spPr>
              <a:xfrm>
                <a:off x="904" y="1497"/>
                <a:ext cx="213" cy="199"/>
              </a:xfrm>
              <a:custGeom>
                <a:rect b="b" l="l" r="r" t="t"/>
                <a:pathLst>
                  <a:path extrusionOk="0" h="397" w="640">
                    <a:moveTo>
                      <a:pt x="0" y="54"/>
                    </a:moveTo>
                    <a:lnTo>
                      <a:pt x="640" y="397"/>
                    </a:lnTo>
                    <a:lnTo>
                      <a:pt x="640" y="322"/>
                    </a:lnTo>
                    <a:lnTo>
                      <a:pt x="50" y="0"/>
                    </a:lnTo>
                    <a:lnTo>
                      <a:pt x="0" y="54"/>
                    </a:lnTo>
                    <a:lnTo>
                      <a:pt x="0" y="54"/>
                    </a:lnTo>
                    <a:close/>
                  </a:path>
                </a:pathLst>
              </a:custGeom>
              <a:solidFill>
                <a:srgbClr val="FFA6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74" name="Google Shape;574;p49"/>
              <p:cNvSpPr/>
              <p:nvPr/>
            </p:nvSpPr>
            <p:spPr>
              <a:xfrm>
                <a:off x="968" y="1664"/>
                <a:ext cx="180" cy="359"/>
              </a:xfrm>
              <a:custGeom>
                <a:rect b="b" l="l" r="r" t="t"/>
                <a:pathLst>
                  <a:path extrusionOk="0" h="717" w="536">
                    <a:moveTo>
                      <a:pt x="484" y="0"/>
                    </a:moveTo>
                    <a:lnTo>
                      <a:pt x="0" y="717"/>
                    </a:lnTo>
                    <a:lnTo>
                      <a:pt x="97" y="704"/>
                    </a:lnTo>
                    <a:lnTo>
                      <a:pt x="536" y="67"/>
                    </a:lnTo>
                    <a:lnTo>
                      <a:pt x="484" y="0"/>
                    </a:lnTo>
                    <a:lnTo>
                      <a:pt x="484" y="0"/>
                    </a:lnTo>
                    <a:close/>
                  </a:path>
                </a:pathLst>
              </a:custGeom>
              <a:solidFill>
                <a:srgbClr val="D6666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75" name="Google Shape;575;p49"/>
              <p:cNvSpPr/>
              <p:nvPr/>
            </p:nvSpPr>
            <p:spPr>
              <a:xfrm>
                <a:off x="861" y="1578"/>
                <a:ext cx="184" cy="161"/>
              </a:xfrm>
              <a:custGeom>
                <a:rect b="b" l="l" r="r" t="t"/>
                <a:pathLst>
                  <a:path extrusionOk="0" h="321" w="548">
                    <a:moveTo>
                      <a:pt x="23" y="0"/>
                    </a:moveTo>
                    <a:lnTo>
                      <a:pt x="548" y="280"/>
                    </a:lnTo>
                    <a:lnTo>
                      <a:pt x="521" y="321"/>
                    </a:lnTo>
                    <a:lnTo>
                      <a:pt x="0" y="36"/>
                    </a:lnTo>
                    <a:lnTo>
                      <a:pt x="23" y="0"/>
                    </a:lnTo>
                    <a:lnTo>
                      <a:pt x="23" y="0"/>
                    </a:lnTo>
                    <a:close/>
                  </a:path>
                </a:pathLst>
              </a:custGeom>
              <a:solidFill>
                <a:srgbClr val="FFA6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76" name="Google Shape;576;p49"/>
              <p:cNvSpPr/>
              <p:nvPr/>
            </p:nvSpPr>
            <p:spPr>
              <a:xfrm>
                <a:off x="843" y="1617"/>
                <a:ext cx="183" cy="160"/>
              </a:xfrm>
              <a:custGeom>
                <a:rect b="b" l="l" r="r" t="t"/>
                <a:pathLst>
                  <a:path extrusionOk="0" h="320" w="549">
                    <a:moveTo>
                      <a:pt x="23" y="0"/>
                    </a:moveTo>
                    <a:lnTo>
                      <a:pt x="549" y="279"/>
                    </a:lnTo>
                    <a:lnTo>
                      <a:pt x="521" y="320"/>
                    </a:lnTo>
                    <a:lnTo>
                      <a:pt x="0" y="35"/>
                    </a:lnTo>
                    <a:lnTo>
                      <a:pt x="23" y="0"/>
                    </a:lnTo>
                    <a:lnTo>
                      <a:pt x="23" y="0"/>
                    </a:lnTo>
                    <a:close/>
                  </a:path>
                </a:pathLst>
              </a:custGeom>
              <a:solidFill>
                <a:srgbClr val="FFA6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77" name="Google Shape;577;p49"/>
              <p:cNvSpPr/>
              <p:nvPr/>
            </p:nvSpPr>
            <p:spPr>
              <a:xfrm>
                <a:off x="826" y="1656"/>
                <a:ext cx="183" cy="161"/>
              </a:xfrm>
              <a:custGeom>
                <a:rect b="b" l="l" r="r" t="t"/>
                <a:pathLst>
                  <a:path extrusionOk="0" h="321" w="549">
                    <a:moveTo>
                      <a:pt x="23" y="0"/>
                    </a:moveTo>
                    <a:lnTo>
                      <a:pt x="549" y="280"/>
                    </a:lnTo>
                    <a:lnTo>
                      <a:pt x="521" y="321"/>
                    </a:lnTo>
                    <a:lnTo>
                      <a:pt x="0" y="36"/>
                    </a:lnTo>
                    <a:lnTo>
                      <a:pt x="23" y="0"/>
                    </a:lnTo>
                    <a:lnTo>
                      <a:pt x="23" y="0"/>
                    </a:lnTo>
                    <a:close/>
                  </a:path>
                </a:pathLst>
              </a:custGeom>
              <a:solidFill>
                <a:srgbClr val="FFA6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78" name="Google Shape;578;p49"/>
              <p:cNvSpPr/>
              <p:nvPr/>
            </p:nvSpPr>
            <p:spPr>
              <a:xfrm>
                <a:off x="807" y="1699"/>
                <a:ext cx="183" cy="160"/>
              </a:xfrm>
              <a:custGeom>
                <a:rect b="b" l="l" r="r" t="t"/>
                <a:pathLst>
                  <a:path extrusionOk="0" h="320" w="549">
                    <a:moveTo>
                      <a:pt x="23" y="0"/>
                    </a:moveTo>
                    <a:lnTo>
                      <a:pt x="549" y="280"/>
                    </a:lnTo>
                    <a:lnTo>
                      <a:pt x="520" y="320"/>
                    </a:lnTo>
                    <a:lnTo>
                      <a:pt x="0" y="36"/>
                    </a:lnTo>
                    <a:lnTo>
                      <a:pt x="23" y="0"/>
                    </a:lnTo>
                    <a:lnTo>
                      <a:pt x="23" y="0"/>
                    </a:lnTo>
                    <a:close/>
                  </a:path>
                </a:pathLst>
              </a:custGeom>
              <a:solidFill>
                <a:srgbClr val="FFA6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79" name="Google Shape;579;p49"/>
              <p:cNvSpPr/>
              <p:nvPr/>
            </p:nvSpPr>
            <p:spPr>
              <a:xfrm>
                <a:off x="789" y="1739"/>
                <a:ext cx="184" cy="161"/>
              </a:xfrm>
              <a:custGeom>
                <a:rect b="b" l="l" r="r" t="t"/>
                <a:pathLst>
                  <a:path extrusionOk="0" h="321" w="548">
                    <a:moveTo>
                      <a:pt x="23" y="0"/>
                    </a:moveTo>
                    <a:lnTo>
                      <a:pt x="548" y="280"/>
                    </a:lnTo>
                    <a:lnTo>
                      <a:pt x="519" y="321"/>
                    </a:lnTo>
                    <a:lnTo>
                      <a:pt x="0" y="36"/>
                    </a:lnTo>
                    <a:lnTo>
                      <a:pt x="23" y="0"/>
                    </a:lnTo>
                    <a:lnTo>
                      <a:pt x="23" y="0"/>
                    </a:lnTo>
                    <a:close/>
                  </a:path>
                </a:pathLst>
              </a:custGeom>
              <a:solidFill>
                <a:srgbClr val="FFA6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80" name="Google Shape;580;p49"/>
              <p:cNvSpPr/>
              <p:nvPr/>
            </p:nvSpPr>
            <p:spPr>
              <a:xfrm>
                <a:off x="770" y="1782"/>
                <a:ext cx="184" cy="160"/>
              </a:xfrm>
              <a:custGeom>
                <a:rect b="b" l="l" r="r" t="t"/>
                <a:pathLst>
                  <a:path extrusionOk="0" h="320" w="548">
                    <a:moveTo>
                      <a:pt x="23" y="0"/>
                    </a:moveTo>
                    <a:lnTo>
                      <a:pt x="548" y="279"/>
                    </a:lnTo>
                    <a:lnTo>
                      <a:pt x="521" y="320"/>
                    </a:lnTo>
                    <a:lnTo>
                      <a:pt x="0" y="36"/>
                    </a:lnTo>
                    <a:lnTo>
                      <a:pt x="23" y="0"/>
                    </a:lnTo>
                    <a:lnTo>
                      <a:pt x="23" y="0"/>
                    </a:lnTo>
                    <a:close/>
                  </a:path>
                </a:pathLst>
              </a:custGeom>
              <a:solidFill>
                <a:srgbClr val="FFA6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81" name="Google Shape;581;p49"/>
              <p:cNvSpPr/>
              <p:nvPr/>
            </p:nvSpPr>
            <p:spPr>
              <a:xfrm>
                <a:off x="751" y="1821"/>
                <a:ext cx="183" cy="160"/>
              </a:xfrm>
              <a:custGeom>
                <a:rect b="b" l="l" r="r" t="t"/>
                <a:pathLst>
                  <a:path extrusionOk="0" h="320" w="549">
                    <a:moveTo>
                      <a:pt x="24" y="0"/>
                    </a:moveTo>
                    <a:lnTo>
                      <a:pt x="549" y="279"/>
                    </a:lnTo>
                    <a:lnTo>
                      <a:pt x="522" y="320"/>
                    </a:lnTo>
                    <a:lnTo>
                      <a:pt x="0" y="34"/>
                    </a:lnTo>
                    <a:lnTo>
                      <a:pt x="24" y="0"/>
                    </a:lnTo>
                    <a:lnTo>
                      <a:pt x="24" y="0"/>
                    </a:lnTo>
                    <a:close/>
                  </a:path>
                </a:pathLst>
              </a:custGeom>
              <a:solidFill>
                <a:srgbClr val="FFA6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82" name="Google Shape;582;p49"/>
              <p:cNvSpPr/>
              <p:nvPr/>
            </p:nvSpPr>
            <p:spPr>
              <a:xfrm>
                <a:off x="732" y="1860"/>
                <a:ext cx="183" cy="161"/>
              </a:xfrm>
              <a:custGeom>
                <a:rect b="b" l="l" r="r" t="t"/>
                <a:pathLst>
                  <a:path extrusionOk="0" h="321" w="549">
                    <a:moveTo>
                      <a:pt x="23" y="0"/>
                    </a:moveTo>
                    <a:lnTo>
                      <a:pt x="549" y="280"/>
                    </a:lnTo>
                    <a:lnTo>
                      <a:pt x="521" y="321"/>
                    </a:lnTo>
                    <a:lnTo>
                      <a:pt x="0" y="36"/>
                    </a:lnTo>
                    <a:lnTo>
                      <a:pt x="23" y="0"/>
                    </a:lnTo>
                    <a:lnTo>
                      <a:pt x="23" y="0"/>
                    </a:lnTo>
                    <a:close/>
                  </a:path>
                </a:pathLst>
              </a:custGeom>
              <a:solidFill>
                <a:srgbClr val="FFA6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83" name="Google Shape;583;p49"/>
              <p:cNvSpPr/>
              <p:nvPr/>
            </p:nvSpPr>
            <p:spPr>
              <a:xfrm>
                <a:off x="716" y="1903"/>
                <a:ext cx="172" cy="132"/>
              </a:xfrm>
              <a:custGeom>
                <a:rect b="b" l="l" r="r" t="t"/>
                <a:pathLst>
                  <a:path extrusionOk="0" h="264" w="512">
                    <a:moveTo>
                      <a:pt x="22" y="0"/>
                    </a:moveTo>
                    <a:lnTo>
                      <a:pt x="512" y="264"/>
                    </a:lnTo>
                    <a:lnTo>
                      <a:pt x="399" y="252"/>
                    </a:lnTo>
                    <a:lnTo>
                      <a:pt x="0" y="37"/>
                    </a:lnTo>
                    <a:lnTo>
                      <a:pt x="22" y="0"/>
                    </a:lnTo>
                    <a:lnTo>
                      <a:pt x="22" y="0"/>
                    </a:lnTo>
                    <a:close/>
                  </a:path>
                </a:pathLst>
              </a:custGeom>
              <a:solidFill>
                <a:srgbClr val="FFA6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84" name="Google Shape;584;p49"/>
              <p:cNvSpPr/>
              <p:nvPr/>
            </p:nvSpPr>
            <p:spPr>
              <a:xfrm>
                <a:off x="694" y="1950"/>
                <a:ext cx="91" cy="73"/>
              </a:xfrm>
              <a:custGeom>
                <a:rect b="b" l="l" r="r" t="t"/>
                <a:pathLst>
                  <a:path extrusionOk="0" h="146" w="274">
                    <a:moveTo>
                      <a:pt x="24" y="0"/>
                    </a:moveTo>
                    <a:lnTo>
                      <a:pt x="274" y="129"/>
                    </a:lnTo>
                    <a:lnTo>
                      <a:pt x="192" y="146"/>
                    </a:lnTo>
                    <a:lnTo>
                      <a:pt x="0" y="36"/>
                    </a:lnTo>
                    <a:lnTo>
                      <a:pt x="24" y="0"/>
                    </a:lnTo>
                    <a:lnTo>
                      <a:pt x="24" y="0"/>
                    </a:lnTo>
                    <a:close/>
                  </a:path>
                </a:pathLst>
              </a:custGeom>
              <a:solidFill>
                <a:srgbClr val="FFA6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85" name="Google Shape;585;p49"/>
              <p:cNvSpPr/>
              <p:nvPr/>
            </p:nvSpPr>
            <p:spPr>
              <a:xfrm>
                <a:off x="672" y="1020"/>
                <a:ext cx="63" cy="1014"/>
              </a:xfrm>
              <a:custGeom>
                <a:rect b="b" l="l" r="r" t="t"/>
                <a:pathLst>
                  <a:path extrusionOk="0" h="2028" w="188">
                    <a:moveTo>
                      <a:pt x="103" y="1855"/>
                    </a:moveTo>
                    <a:lnTo>
                      <a:pt x="103" y="172"/>
                    </a:lnTo>
                    <a:lnTo>
                      <a:pt x="109" y="142"/>
                    </a:lnTo>
                    <a:lnTo>
                      <a:pt x="123" y="122"/>
                    </a:lnTo>
                    <a:lnTo>
                      <a:pt x="141" y="105"/>
                    </a:lnTo>
                    <a:lnTo>
                      <a:pt x="163" y="95"/>
                    </a:lnTo>
                    <a:lnTo>
                      <a:pt x="188" y="94"/>
                    </a:lnTo>
                    <a:lnTo>
                      <a:pt x="188" y="0"/>
                    </a:lnTo>
                    <a:lnTo>
                      <a:pt x="152" y="0"/>
                    </a:lnTo>
                    <a:lnTo>
                      <a:pt x="117" y="7"/>
                    </a:lnTo>
                    <a:lnTo>
                      <a:pt x="86" y="23"/>
                    </a:lnTo>
                    <a:lnTo>
                      <a:pt x="57" y="43"/>
                    </a:lnTo>
                    <a:lnTo>
                      <a:pt x="33" y="69"/>
                    </a:lnTo>
                    <a:lnTo>
                      <a:pt x="15" y="99"/>
                    </a:lnTo>
                    <a:lnTo>
                      <a:pt x="4" y="131"/>
                    </a:lnTo>
                    <a:lnTo>
                      <a:pt x="0" y="166"/>
                    </a:lnTo>
                    <a:lnTo>
                      <a:pt x="0" y="1864"/>
                    </a:lnTo>
                    <a:lnTo>
                      <a:pt x="4" y="1896"/>
                    </a:lnTo>
                    <a:lnTo>
                      <a:pt x="14" y="1929"/>
                    </a:lnTo>
                    <a:lnTo>
                      <a:pt x="32" y="1960"/>
                    </a:lnTo>
                    <a:lnTo>
                      <a:pt x="55" y="1985"/>
                    </a:lnTo>
                    <a:lnTo>
                      <a:pt x="85" y="2006"/>
                    </a:lnTo>
                    <a:lnTo>
                      <a:pt x="117" y="2020"/>
                    </a:lnTo>
                    <a:lnTo>
                      <a:pt x="151" y="2028"/>
                    </a:lnTo>
                    <a:lnTo>
                      <a:pt x="188" y="2028"/>
                    </a:lnTo>
                    <a:lnTo>
                      <a:pt x="188" y="1934"/>
                    </a:lnTo>
                    <a:lnTo>
                      <a:pt x="163" y="1932"/>
                    </a:lnTo>
                    <a:lnTo>
                      <a:pt x="141" y="1924"/>
                    </a:lnTo>
                    <a:lnTo>
                      <a:pt x="122" y="1906"/>
                    </a:lnTo>
                    <a:lnTo>
                      <a:pt x="108" y="1886"/>
                    </a:lnTo>
                    <a:lnTo>
                      <a:pt x="103" y="1855"/>
                    </a:lnTo>
                    <a:lnTo>
                      <a:pt x="103" y="185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86" name="Google Shape;586;p49"/>
              <p:cNvSpPr/>
              <p:nvPr/>
            </p:nvSpPr>
            <p:spPr>
              <a:xfrm>
                <a:off x="1848" y="1020"/>
                <a:ext cx="64" cy="1014"/>
              </a:xfrm>
              <a:custGeom>
                <a:rect b="b" l="l" r="r" t="t"/>
                <a:pathLst>
                  <a:path extrusionOk="0" h="2028" w="191">
                    <a:moveTo>
                      <a:pt x="86" y="1855"/>
                    </a:moveTo>
                    <a:lnTo>
                      <a:pt x="86" y="172"/>
                    </a:lnTo>
                    <a:lnTo>
                      <a:pt x="81" y="142"/>
                    </a:lnTo>
                    <a:lnTo>
                      <a:pt x="66" y="122"/>
                    </a:lnTo>
                    <a:lnTo>
                      <a:pt x="48" y="105"/>
                    </a:lnTo>
                    <a:lnTo>
                      <a:pt x="25" y="95"/>
                    </a:lnTo>
                    <a:lnTo>
                      <a:pt x="0" y="94"/>
                    </a:lnTo>
                    <a:lnTo>
                      <a:pt x="0" y="0"/>
                    </a:lnTo>
                    <a:lnTo>
                      <a:pt x="37" y="0"/>
                    </a:lnTo>
                    <a:lnTo>
                      <a:pt x="72" y="7"/>
                    </a:lnTo>
                    <a:lnTo>
                      <a:pt x="103" y="23"/>
                    </a:lnTo>
                    <a:lnTo>
                      <a:pt x="132" y="43"/>
                    </a:lnTo>
                    <a:lnTo>
                      <a:pt x="156" y="69"/>
                    </a:lnTo>
                    <a:lnTo>
                      <a:pt x="174" y="99"/>
                    </a:lnTo>
                    <a:lnTo>
                      <a:pt x="187" y="131"/>
                    </a:lnTo>
                    <a:lnTo>
                      <a:pt x="191" y="175"/>
                    </a:lnTo>
                    <a:lnTo>
                      <a:pt x="190" y="1864"/>
                    </a:lnTo>
                    <a:lnTo>
                      <a:pt x="187" y="1896"/>
                    </a:lnTo>
                    <a:lnTo>
                      <a:pt x="174" y="1929"/>
                    </a:lnTo>
                    <a:lnTo>
                      <a:pt x="157" y="1960"/>
                    </a:lnTo>
                    <a:lnTo>
                      <a:pt x="134" y="1985"/>
                    </a:lnTo>
                    <a:lnTo>
                      <a:pt x="104" y="2006"/>
                    </a:lnTo>
                    <a:lnTo>
                      <a:pt x="72" y="2020"/>
                    </a:lnTo>
                    <a:lnTo>
                      <a:pt x="38" y="2028"/>
                    </a:lnTo>
                    <a:lnTo>
                      <a:pt x="1" y="2028"/>
                    </a:lnTo>
                    <a:lnTo>
                      <a:pt x="1" y="1934"/>
                    </a:lnTo>
                    <a:lnTo>
                      <a:pt x="27" y="1932"/>
                    </a:lnTo>
                    <a:lnTo>
                      <a:pt x="49" y="1924"/>
                    </a:lnTo>
                    <a:lnTo>
                      <a:pt x="67" y="1906"/>
                    </a:lnTo>
                    <a:lnTo>
                      <a:pt x="81" y="1886"/>
                    </a:lnTo>
                    <a:lnTo>
                      <a:pt x="86" y="1855"/>
                    </a:lnTo>
                    <a:lnTo>
                      <a:pt x="86" y="185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87" name="Google Shape;587;p49"/>
              <p:cNvSpPr/>
              <p:nvPr/>
            </p:nvSpPr>
            <p:spPr>
              <a:xfrm>
                <a:off x="731" y="1021"/>
                <a:ext cx="1118" cy="47"/>
              </a:xfrm>
              <a:custGeom>
                <a:rect b="b" l="l" r="r" t="t"/>
                <a:pathLst>
                  <a:path extrusionOk="0" h="95" w="3363">
                    <a:moveTo>
                      <a:pt x="0" y="95"/>
                    </a:moveTo>
                    <a:lnTo>
                      <a:pt x="3363" y="95"/>
                    </a:lnTo>
                    <a:lnTo>
                      <a:pt x="3363" y="0"/>
                    </a:lnTo>
                    <a:lnTo>
                      <a:pt x="0" y="0"/>
                    </a:lnTo>
                    <a:lnTo>
                      <a:pt x="0" y="95"/>
                    </a:lnTo>
                    <a:lnTo>
                      <a:pt x="0" y="9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88" name="Google Shape;588;p49"/>
              <p:cNvSpPr/>
              <p:nvPr/>
            </p:nvSpPr>
            <p:spPr>
              <a:xfrm>
                <a:off x="731" y="1986"/>
                <a:ext cx="1118" cy="48"/>
              </a:xfrm>
              <a:custGeom>
                <a:rect b="b" l="l" r="r" t="t"/>
                <a:pathLst>
                  <a:path extrusionOk="0" h="96" w="3363">
                    <a:moveTo>
                      <a:pt x="0" y="96"/>
                    </a:moveTo>
                    <a:lnTo>
                      <a:pt x="3363" y="96"/>
                    </a:lnTo>
                    <a:lnTo>
                      <a:pt x="3363" y="0"/>
                    </a:lnTo>
                    <a:lnTo>
                      <a:pt x="0" y="0"/>
                    </a:lnTo>
                    <a:lnTo>
                      <a:pt x="0" y="96"/>
                    </a:lnTo>
                    <a:lnTo>
                      <a:pt x="0" y="9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89" name="Google Shape;589;p49"/>
              <p:cNvSpPr/>
              <p:nvPr/>
            </p:nvSpPr>
            <p:spPr>
              <a:xfrm>
                <a:off x="686" y="1058"/>
                <a:ext cx="348" cy="512"/>
              </a:xfrm>
              <a:custGeom>
                <a:rect b="b" l="l" r="r" t="t"/>
                <a:pathLst>
                  <a:path extrusionOk="0" h="1023" w="1046">
                    <a:moveTo>
                      <a:pt x="785" y="0"/>
                    </a:moveTo>
                    <a:lnTo>
                      <a:pt x="934" y="0"/>
                    </a:lnTo>
                    <a:lnTo>
                      <a:pt x="988" y="96"/>
                    </a:lnTo>
                    <a:lnTo>
                      <a:pt x="1017" y="173"/>
                    </a:lnTo>
                    <a:lnTo>
                      <a:pt x="1037" y="254"/>
                    </a:lnTo>
                    <a:lnTo>
                      <a:pt x="1046" y="336"/>
                    </a:lnTo>
                    <a:lnTo>
                      <a:pt x="1043" y="419"/>
                    </a:lnTo>
                    <a:lnTo>
                      <a:pt x="1032" y="500"/>
                    </a:lnTo>
                    <a:lnTo>
                      <a:pt x="1009" y="580"/>
                    </a:lnTo>
                    <a:lnTo>
                      <a:pt x="976" y="656"/>
                    </a:lnTo>
                    <a:lnTo>
                      <a:pt x="934" y="728"/>
                    </a:lnTo>
                    <a:lnTo>
                      <a:pt x="883" y="794"/>
                    </a:lnTo>
                    <a:lnTo>
                      <a:pt x="824" y="853"/>
                    </a:lnTo>
                    <a:lnTo>
                      <a:pt x="759" y="904"/>
                    </a:lnTo>
                    <a:lnTo>
                      <a:pt x="687" y="947"/>
                    </a:lnTo>
                    <a:lnTo>
                      <a:pt x="609" y="982"/>
                    </a:lnTo>
                    <a:lnTo>
                      <a:pt x="528" y="1005"/>
                    </a:lnTo>
                    <a:lnTo>
                      <a:pt x="446" y="1019"/>
                    </a:lnTo>
                    <a:lnTo>
                      <a:pt x="361" y="1023"/>
                    </a:lnTo>
                    <a:lnTo>
                      <a:pt x="277" y="1015"/>
                    </a:lnTo>
                    <a:lnTo>
                      <a:pt x="195" y="999"/>
                    </a:lnTo>
                    <a:lnTo>
                      <a:pt x="115" y="971"/>
                    </a:lnTo>
                    <a:lnTo>
                      <a:pt x="13" y="920"/>
                    </a:lnTo>
                    <a:lnTo>
                      <a:pt x="0" y="776"/>
                    </a:lnTo>
                    <a:lnTo>
                      <a:pt x="71" y="820"/>
                    </a:lnTo>
                    <a:lnTo>
                      <a:pt x="131" y="854"/>
                    </a:lnTo>
                    <a:lnTo>
                      <a:pt x="196" y="879"/>
                    </a:lnTo>
                    <a:lnTo>
                      <a:pt x="263" y="897"/>
                    </a:lnTo>
                    <a:lnTo>
                      <a:pt x="333" y="907"/>
                    </a:lnTo>
                    <a:lnTo>
                      <a:pt x="401" y="908"/>
                    </a:lnTo>
                    <a:lnTo>
                      <a:pt x="470" y="901"/>
                    </a:lnTo>
                    <a:lnTo>
                      <a:pt x="539" y="884"/>
                    </a:lnTo>
                    <a:lnTo>
                      <a:pt x="604" y="860"/>
                    </a:lnTo>
                    <a:lnTo>
                      <a:pt x="666" y="828"/>
                    </a:lnTo>
                    <a:lnTo>
                      <a:pt x="722" y="788"/>
                    </a:lnTo>
                    <a:lnTo>
                      <a:pt x="774" y="742"/>
                    </a:lnTo>
                    <a:lnTo>
                      <a:pt x="819" y="691"/>
                    </a:lnTo>
                    <a:lnTo>
                      <a:pt x="858" y="633"/>
                    </a:lnTo>
                    <a:lnTo>
                      <a:pt x="888" y="571"/>
                    </a:lnTo>
                    <a:lnTo>
                      <a:pt x="910" y="506"/>
                    </a:lnTo>
                    <a:lnTo>
                      <a:pt x="925" y="440"/>
                    </a:lnTo>
                    <a:lnTo>
                      <a:pt x="930" y="372"/>
                    </a:lnTo>
                    <a:lnTo>
                      <a:pt x="926" y="304"/>
                    </a:lnTo>
                    <a:lnTo>
                      <a:pt x="914" y="236"/>
                    </a:lnTo>
                    <a:lnTo>
                      <a:pt x="893" y="171"/>
                    </a:lnTo>
                    <a:lnTo>
                      <a:pt x="865" y="108"/>
                    </a:lnTo>
                    <a:lnTo>
                      <a:pt x="828" y="50"/>
                    </a:lnTo>
                    <a:lnTo>
                      <a:pt x="785" y="0"/>
                    </a:lnTo>
                    <a:lnTo>
                      <a:pt x="785"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90" name="Google Shape;590;p49"/>
              <p:cNvSpPr/>
              <p:nvPr/>
            </p:nvSpPr>
            <p:spPr>
              <a:xfrm>
                <a:off x="1130" y="1131"/>
                <a:ext cx="733" cy="781"/>
              </a:xfrm>
              <a:custGeom>
                <a:rect b="b" l="l" r="r" t="t"/>
                <a:pathLst>
                  <a:path extrusionOk="0" h="1561" w="2204">
                    <a:moveTo>
                      <a:pt x="1652" y="0"/>
                    </a:moveTo>
                    <a:lnTo>
                      <a:pt x="1593" y="11"/>
                    </a:lnTo>
                    <a:lnTo>
                      <a:pt x="1529" y="26"/>
                    </a:lnTo>
                    <a:lnTo>
                      <a:pt x="1491" y="35"/>
                    </a:lnTo>
                    <a:lnTo>
                      <a:pt x="1450" y="47"/>
                    </a:lnTo>
                    <a:lnTo>
                      <a:pt x="1410" y="61"/>
                    </a:lnTo>
                    <a:lnTo>
                      <a:pt x="1368" y="75"/>
                    </a:lnTo>
                    <a:lnTo>
                      <a:pt x="1347" y="83"/>
                    </a:lnTo>
                    <a:lnTo>
                      <a:pt x="1325" y="93"/>
                    </a:lnTo>
                    <a:lnTo>
                      <a:pt x="1305" y="102"/>
                    </a:lnTo>
                    <a:lnTo>
                      <a:pt x="1284" y="111"/>
                    </a:lnTo>
                    <a:lnTo>
                      <a:pt x="1265" y="122"/>
                    </a:lnTo>
                    <a:lnTo>
                      <a:pt x="1245" y="133"/>
                    </a:lnTo>
                    <a:lnTo>
                      <a:pt x="1227" y="144"/>
                    </a:lnTo>
                    <a:lnTo>
                      <a:pt x="1209" y="156"/>
                    </a:lnTo>
                    <a:lnTo>
                      <a:pt x="1192" y="168"/>
                    </a:lnTo>
                    <a:lnTo>
                      <a:pt x="1176" y="181"/>
                    </a:lnTo>
                    <a:lnTo>
                      <a:pt x="1162" y="194"/>
                    </a:lnTo>
                    <a:lnTo>
                      <a:pt x="1149" y="207"/>
                    </a:lnTo>
                    <a:lnTo>
                      <a:pt x="1137" y="222"/>
                    </a:lnTo>
                    <a:lnTo>
                      <a:pt x="1125" y="236"/>
                    </a:lnTo>
                    <a:lnTo>
                      <a:pt x="1112" y="250"/>
                    </a:lnTo>
                    <a:lnTo>
                      <a:pt x="1101" y="263"/>
                    </a:lnTo>
                    <a:lnTo>
                      <a:pt x="1090" y="276"/>
                    </a:lnTo>
                    <a:lnTo>
                      <a:pt x="1080" y="289"/>
                    </a:lnTo>
                    <a:lnTo>
                      <a:pt x="1072" y="301"/>
                    </a:lnTo>
                    <a:lnTo>
                      <a:pt x="1062" y="313"/>
                    </a:lnTo>
                    <a:lnTo>
                      <a:pt x="1044" y="337"/>
                    </a:lnTo>
                    <a:lnTo>
                      <a:pt x="1029" y="360"/>
                    </a:lnTo>
                    <a:lnTo>
                      <a:pt x="1002" y="400"/>
                    </a:lnTo>
                    <a:lnTo>
                      <a:pt x="982" y="432"/>
                    </a:lnTo>
                    <a:lnTo>
                      <a:pt x="967" y="456"/>
                    </a:lnTo>
                    <a:lnTo>
                      <a:pt x="956" y="478"/>
                    </a:lnTo>
                    <a:lnTo>
                      <a:pt x="946" y="473"/>
                    </a:lnTo>
                    <a:lnTo>
                      <a:pt x="919" y="463"/>
                    </a:lnTo>
                    <a:lnTo>
                      <a:pt x="898" y="455"/>
                    </a:lnTo>
                    <a:lnTo>
                      <a:pt x="875" y="447"/>
                    </a:lnTo>
                    <a:lnTo>
                      <a:pt x="847" y="438"/>
                    </a:lnTo>
                    <a:lnTo>
                      <a:pt x="816" y="430"/>
                    </a:lnTo>
                    <a:lnTo>
                      <a:pt x="782" y="423"/>
                    </a:lnTo>
                    <a:lnTo>
                      <a:pt x="745" y="416"/>
                    </a:lnTo>
                    <a:lnTo>
                      <a:pt x="704" y="410"/>
                    </a:lnTo>
                    <a:lnTo>
                      <a:pt x="662" y="405"/>
                    </a:lnTo>
                    <a:lnTo>
                      <a:pt x="573" y="400"/>
                    </a:lnTo>
                    <a:lnTo>
                      <a:pt x="476" y="405"/>
                    </a:lnTo>
                    <a:lnTo>
                      <a:pt x="380" y="418"/>
                    </a:lnTo>
                    <a:lnTo>
                      <a:pt x="333" y="426"/>
                    </a:lnTo>
                    <a:lnTo>
                      <a:pt x="290" y="435"/>
                    </a:lnTo>
                    <a:lnTo>
                      <a:pt x="248" y="444"/>
                    </a:lnTo>
                    <a:lnTo>
                      <a:pt x="209" y="454"/>
                    </a:lnTo>
                    <a:lnTo>
                      <a:pt x="172" y="465"/>
                    </a:lnTo>
                    <a:lnTo>
                      <a:pt x="139" y="473"/>
                    </a:lnTo>
                    <a:lnTo>
                      <a:pt x="107" y="483"/>
                    </a:lnTo>
                    <a:lnTo>
                      <a:pt x="80" y="491"/>
                    </a:lnTo>
                    <a:lnTo>
                      <a:pt x="37" y="507"/>
                    </a:lnTo>
                    <a:lnTo>
                      <a:pt x="10" y="517"/>
                    </a:lnTo>
                    <a:lnTo>
                      <a:pt x="0" y="520"/>
                    </a:lnTo>
                    <a:lnTo>
                      <a:pt x="495" y="1483"/>
                    </a:lnTo>
                    <a:lnTo>
                      <a:pt x="532" y="1474"/>
                    </a:lnTo>
                    <a:lnTo>
                      <a:pt x="575" y="1466"/>
                    </a:lnTo>
                    <a:lnTo>
                      <a:pt x="632" y="1455"/>
                    </a:lnTo>
                    <a:lnTo>
                      <a:pt x="698" y="1443"/>
                    </a:lnTo>
                    <a:lnTo>
                      <a:pt x="774" y="1434"/>
                    </a:lnTo>
                    <a:lnTo>
                      <a:pt x="858" y="1425"/>
                    </a:lnTo>
                    <a:lnTo>
                      <a:pt x="944" y="1419"/>
                    </a:lnTo>
                    <a:lnTo>
                      <a:pt x="1035" y="1424"/>
                    </a:lnTo>
                    <a:lnTo>
                      <a:pt x="1125" y="1440"/>
                    </a:lnTo>
                    <a:lnTo>
                      <a:pt x="1168" y="1449"/>
                    </a:lnTo>
                    <a:lnTo>
                      <a:pt x="1211" y="1461"/>
                    </a:lnTo>
                    <a:lnTo>
                      <a:pt x="1251" y="1474"/>
                    </a:lnTo>
                    <a:lnTo>
                      <a:pt x="1289" y="1488"/>
                    </a:lnTo>
                    <a:lnTo>
                      <a:pt x="1324" y="1501"/>
                    </a:lnTo>
                    <a:lnTo>
                      <a:pt x="1357" y="1514"/>
                    </a:lnTo>
                    <a:lnTo>
                      <a:pt x="1384" y="1526"/>
                    </a:lnTo>
                    <a:lnTo>
                      <a:pt x="1410" y="1538"/>
                    </a:lnTo>
                    <a:lnTo>
                      <a:pt x="1428" y="1548"/>
                    </a:lnTo>
                    <a:lnTo>
                      <a:pt x="1443" y="1555"/>
                    </a:lnTo>
                    <a:lnTo>
                      <a:pt x="1455" y="1561"/>
                    </a:lnTo>
                    <a:lnTo>
                      <a:pt x="1463" y="1542"/>
                    </a:lnTo>
                    <a:lnTo>
                      <a:pt x="1471" y="1519"/>
                    </a:lnTo>
                    <a:lnTo>
                      <a:pt x="1484" y="1490"/>
                    </a:lnTo>
                    <a:lnTo>
                      <a:pt x="1498" y="1454"/>
                    </a:lnTo>
                    <a:lnTo>
                      <a:pt x="1516" y="1414"/>
                    </a:lnTo>
                    <a:lnTo>
                      <a:pt x="1525" y="1391"/>
                    </a:lnTo>
                    <a:lnTo>
                      <a:pt x="1536" y="1369"/>
                    </a:lnTo>
                    <a:lnTo>
                      <a:pt x="1547" y="1346"/>
                    </a:lnTo>
                    <a:lnTo>
                      <a:pt x="1560" y="1323"/>
                    </a:lnTo>
                    <a:lnTo>
                      <a:pt x="1572" y="1298"/>
                    </a:lnTo>
                    <a:lnTo>
                      <a:pt x="1586" y="1273"/>
                    </a:lnTo>
                    <a:lnTo>
                      <a:pt x="1599" y="1248"/>
                    </a:lnTo>
                    <a:lnTo>
                      <a:pt x="1613" y="1224"/>
                    </a:lnTo>
                    <a:lnTo>
                      <a:pt x="1627" y="1200"/>
                    </a:lnTo>
                    <a:lnTo>
                      <a:pt x="1643" y="1175"/>
                    </a:lnTo>
                    <a:lnTo>
                      <a:pt x="1659" y="1151"/>
                    </a:lnTo>
                    <a:lnTo>
                      <a:pt x="1675" y="1128"/>
                    </a:lnTo>
                    <a:lnTo>
                      <a:pt x="1691" y="1105"/>
                    </a:lnTo>
                    <a:lnTo>
                      <a:pt x="1701" y="1094"/>
                    </a:lnTo>
                    <a:lnTo>
                      <a:pt x="1708" y="1083"/>
                    </a:lnTo>
                    <a:lnTo>
                      <a:pt x="1718" y="1073"/>
                    </a:lnTo>
                    <a:lnTo>
                      <a:pt x="1727" y="1062"/>
                    </a:lnTo>
                    <a:lnTo>
                      <a:pt x="1736" y="1052"/>
                    </a:lnTo>
                    <a:lnTo>
                      <a:pt x="1744" y="1041"/>
                    </a:lnTo>
                    <a:lnTo>
                      <a:pt x="1754" y="1032"/>
                    </a:lnTo>
                    <a:lnTo>
                      <a:pt x="1763" y="1023"/>
                    </a:lnTo>
                    <a:lnTo>
                      <a:pt x="1772" y="1014"/>
                    </a:lnTo>
                    <a:lnTo>
                      <a:pt x="1781" y="1005"/>
                    </a:lnTo>
                    <a:lnTo>
                      <a:pt x="1791" y="997"/>
                    </a:lnTo>
                    <a:lnTo>
                      <a:pt x="1801" y="990"/>
                    </a:lnTo>
                    <a:lnTo>
                      <a:pt x="1811" y="982"/>
                    </a:lnTo>
                    <a:lnTo>
                      <a:pt x="1820" y="975"/>
                    </a:lnTo>
                    <a:lnTo>
                      <a:pt x="1839" y="962"/>
                    </a:lnTo>
                    <a:lnTo>
                      <a:pt x="1858" y="949"/>
                    </a:lnTo>
                    <a:lnTo>
                      <a:pt x="1878" y="937"/>
                    </a:lnTo>
                    <a:lnTo>
                      <a:pt x="1897" y="925"/>
                    </a:lnTo>
                    <a:lnTo>
                      <a:pt x="1915" y="915"/>
                    </a:lnTo>
                    <a:lnTo>
                      <a:pt x="1933" y="904"/>
                    </a:lnTo>
                    <a:lnTo>
                      <a:pt x="1951" y="894"/>
                    </a:lnTo>
                    <a:lnTo>
                      <a:pt x="1968" y="884"/>
                    </a:lnTo>
                    <a:lnTo>
                      <a:pt x="1985" y="875"/>
                    </a:lnTo>
                    <a:lnTo>
                      <a:pt x="2001" y="867"/>
                    </a:lnTo>
                    <a:lnTo>
                      <a:pt x="2017" y="858"/>
                    </a:lnTo>
                    <a:lnTo>
                      <a:pt x="2033" y="852"/>
                    </a:lnTo>
                    <a:lnTo>
                      <a:pt x="2064" y="838"/>
                    </a:lnTo>
                    <a:lnTo>
                      <a:pt x="2091" y="826"/>
                    </a:lnTo>
                    <a:lnTo>
                      <a:pt x="2115" y="816"/>
                    </a:lnTo>
                    <a:lnTo>
                      <a:pt x="2137" y="807"/>
                    </a:lnTo>
                    <a:lnTo>
                      <a:pt x="2174" y="795"/>
                    </a:lnTo>
                    <a:lnTo>
                      <a:pt x="2204" y="786"/>
                    </a:lnTo>
                    <a:lnTo>
                      <a:pt x="2174" y="732"/>
                    </a:lnTo>
                    <a:lnTo>
                      <a:pt x="2160" y="737"/>
                    </a:lnTo>
                    <a:lnTo>
                      <a:pt x="2121" y="750"/>
                    </a:lnTo>
                    <a:lnTo>
                      <a:pt x="2094" y="760"/>
                    </a:lnTo>
                    <a:lnTo>
                      <a:pt x="2064" y="772"/>
                    </a:lnTo>
                    <a:lnTo>
                      <a:pt x="2029" y="785"/>
                    </a:lnTo>
                    <a:lnTo>
                      <a:pt x="2011" y="792"/>
                    </a:lnTo>
                    <a:lnTo>
                      <a:pt x="1992" y="801"/>
                    </a:lnTo>
                    <a:lnTo>
                      <a:pt x="1973" y="809"/>
                    </a:lnTo>
                    <a:lnTo>
                      <a:pt x="1954" y="819"/>
                    </a:lnTo>
                    <a:lnTo>
                      <a:pt x="1933" y="828"/>
                    </a:lnTo>
                    <a:lnTo>
                      <a:pt x="1914" y="838"/>
                    </a:lnTo>
                    <a:lnTo>
                      <a:pt x="1894" y="848"/>
                    </a:lnTo>
                    <a:lnTo>
                      <a:pt x="1874" y="860"/>
                    </a:lnTo>
                    <a:lnTo>
                      <a:pt x="1855" y="870"/>
                    </a:lnTo>
                    <a:lnTo>
                      <a:pt x="1835" y="882"/>
                    </a:lnTo>
                    <a:lnTo>
                      <a:pt x="1815" y="894"/>
                    </a:lnTo>
                    <a:lnTo>
                      <a:pt x="1797" y="908"/>
                    </a:lnTo>
                    <a:lnTo>
                      <a:pt x="1777" y="921"/>
                    </a:lnTo>
                    <a:lnTo>
                      <a:pt x="1760" y="934"/>
                    </a:lnTo>
                    <a:lnTo>
                      <a:pt x="1743" y="949"/>
                    </a:lnTo>
                    <a:lnTo>
                      <a:pt x="1726" y="963"/>
                    </a:lnTo>
                    <a:lnTo>
                      <a:pt x="1711" y="977"/>
                    </a:lnTo>
                    <a:lnTo>
                      <a:pt x="1704" y="986"/>
                    </a:lnTo>
                    <a:lnTo>
                      <a:pt x="1696" y="993"/>
                    </a:lnTo>
                    <a:lnTo>
                      <a:pt x="1689" y="1002"/>
                    </a:lnTo>
                    <a:lnTo>
                      <a:pt x="1681" y="1010"/>
                    </a:lnTo>
                    <a:lnTo>
                      <a:pt x="1674" y="1017"/>
                    </a:lnTo>
                    <a:lnTo>
                      <a:pt x="1668" y="1027"/>
                    </a:lnTo>
                    <a:lnTo>
                      <a:pt x="1661" y="1035"/>
                    </a:lnTo>
                    <a:lnTo>
                      <a:pt x="1654" y="1044"/>
                    </a:lnTo>
                    <a:lnTo>
                      <a:pt x="1641" y="1062"/>
                    </a:lnTo>
                    <a:lnTo>
                      <a:pt x="1614" y="1099"/>
                    </a:lnTo>
                    <a:lnTo>
                      <a:pt x="1588" y="1138"/>
                    </a:lnTo>
                    <a:lnTo>
                      <a:pt x="1565" y="1177"/>
                    </a:lnTo>
                    <a:lnTo>
                      <a:pt x="1541" y="1217"/>
                    </a:lnTo>
                    <a:lnTo>
                      <a:pt x="1520" y="1255"/>
                    </a:lnTo>
                    <a:lnTo>
                      <a:pt x="1501" y="1293"/>
                    </a:lnTo>
                    <a:lnTo>
                      <a:pt x="1484" y="1328"/>
                    </a:lnTo>
                    <a:lnTo>
                      <a:pt x="1468" y="1361"/>
                    </a:lnTo>
                    <a:lnTo>
                      <a:pt x="1454" y="1391"/>
                    </a:lnTo>
                    <a:lnTo>
                      <a:pt x="1442" y="1417"/>
                    </a:lnTo>
                    <a:lnTo>
                      <a:pt x="1426" y="1454"/>
                    </a:lnTo>
                    <a:lnTo>
                      <a:pt x="1420" y="1467"/>
                    </a:lnTo>
                    <a:lnTo>
                      <a:pt x="1407" y="1461"/>
                    </a:lnTo>
                    <a:lnTo>
                      <a:pt x="1391" y="1456"/>
                    </a:lnTo>
                    <a:lnTo>
                      <a:pt x="1370" y="1448"/>
                    </a:lnTo>
                    <a:lnTo>
                      <a:pt x="1345" y="1438"/>
                    </a:lnTo>
                    <a:lnTo>
                      <a:pt x="1315" y="1428"/>
                    </a:lnTo>
                    <a:lnTo>
                      <a:pt x="1282" y="1415"/>
                    </a:lnTo>
                    <a:lnTo>
                      <a:pt x="1245" y="1403"/>
                    </a:lnTo>
                    <a:lnTo>
                      <a:pt x="1206" y="1393"/>
                    </a:lnTo>
                    <a:lnTo>
                      <a:pt x="1165" y="1382"/>
                    </a:lnTo>
                    <a:lnTo>
                      <a:pt x="1122" y="1372"/>
                    </a:lnTo>
                    <a:lnTo>
                      <a:pt x="1079" y="1364"/>
                    </a:lnTo>
                    <a:lnTo>
                      <a:pt x="1036" y="1358"/>
                    </a:lnTo>
                    <a:lnTo>
                      <a:pt x="992" y="1353"/>
                    </a:lnTo>
                    <a:lnTo>
                      <a:pt x="908" y="1353"/>
                    </a:lnTo>
                    <a:lnTo>
                      <a:pt x="758" y="1367"/>
                    </a:lnTo>
                    <a:lnTo>
                      <a:pt x="639" y="1382"/>
                    </a:lnTo>
                    <a:lnTo>
                      <a:pt x="559" y="1393"/>
                    </a:lnTo>
                    <a:lnTo>
                      <a:pt x="530" y="1396"/>
                    </a:lnTo>
                    <a:lnTo>
                      <a:pt x="103" y="549"/>
                    </a:lnTo>
                    <a:lnTo>
                      <a:pt x="140" y="538"/>
                    </a:lnTo>
                    <a:lnTo>
                      <a:pt x="183" y="526"/>
                    </a:lnTo>
                    <a:lnTo>
                      <a:pt x="210" y="519"/>
                    </a:lnTo>
                    <a:lnTo>
                      <a:pt x="240" y="512"/>
                    </a:lnTo>
                    <a:lnTo>
                      <a:pt x="272" y="503"/>
                    </a:lnTo>
                    <a:lnTo>
                      <a:pt x="306" y="496"/>
                    </a:lnTo>
                    <a:lnTo>
                      <a:pt x="344" y="489"/>
                    </a:lnTo>
                    <a:lnTo>
                      <a:pt x="382" y="483"/>
                    </a:lnTo>
                    <a:lnTo>
                      <a:pt x="465" y="471"/>
                    </a:lnTo>
                    <a:lnTo>
                      <a:pt x="549" y="463"/>
                    </a:lnTo>
                    <a:lnTo>
                      <a:pt x="634" y="463"/>
                    </a:lnTo>
                    <a:lnTo>
                      <a:pt x="717" y="470"/>
                    </a:lnTo>
                    <a:lnTo>
                      <a:pt x="792" y="483"/>
                    </a:lnTo>
                    <a:lnTo>
                      <a:pt x="858" y="500"/>
                    </a:lnTo>
                    <a:lnTo>
                      <a:pt x="887" y="508"/>
                    </a:lnTo>
                    <a:lnTo>
                      <a:pt x="913" y="517"/>
                    </a:lnTo>
                    <a:lnTo>
                      <a:pt x="956" y="531"/>
                    </a:lnTo>
                    <a:lnTo>
                      <a:pt x="985" y="542"/>
                    </a:lnTo>
                    <a:lnTo>
                      <a:pt x="993" y="546"/>
                    </a:lnTo>
                    <a:lnTo>
                      <a:pt x="1013" y="508"/>
                    </a:lnTo>
                    <a:lnTo>
                      <a:pt x="1036" y="469"/>
                    </a:lnTo>
                    <a:lnTo>
                      <a:pt x="1050" y="444"/>
                    </a:lnTo>
                    <a:lnTo>
                      <a:pt x="1067" y="418"/>
                    </a:lnTo>
                    <a:lnTo>
                      <a:pt x="1085" y="390"/>
                    </a:lnTo>
                    <a:lnTo>
                      <a:pt x="1105" y="363"/>
                    </a:lnTo>
                    <a:lnTo>
                      <a:pt x="1116" y="348"/>
                    </a:lnTo>
                    <a:lnTo>
                      <a:pt x="1128" y="335"/>
                    </a:lnTo>
                    <a:lnTo>
                      <a:pt x="1139" y="321"/>
                    </a:lnTo>
                    <a:lnTo>
                      <a:pt x="1152" y="306"/>
                    </a:lnTo>
                    <a:lnTo>
                      <a:pt x="1164" y="292"/>
                    </a:lnTo>
                    <a:lnTo>
                      <a:pt x="1177" y="278"/>
                    </a:lnTo>
                    <a:lnTo>
                      <a:pt x="1191" y="265"/>
                    </a:lnTo>
                    <a:lnTo>
                      <a:pt x="1205" y="252"/>
                    </a:lnTo>
                    <a:lnTo>
                      <a:pt x="1218" y="239"/>
                    </a:lnTo>
                    <a:lnTo>
                      <a:pt x="1233" y="228"/>
                    </a:lnTo>
                    <a:lnTo>
                      <a:pt x="1249" y="216"/>
                    </a:lnTo>
                    <a:lnTo>
                      <a:pt x="1264" y="205"/>
                    </a:lnTo>
                    <a:lnTo>
                      <a:pt x="1280" y="194"/>
                    </a:lnTo>
                    <a:lnTo>
                      <a:pt x="1295" y="185"/>
                    </a:lnTo>
                    <a:lnTo>
                      <a:pt x="1311" y="176"/>
                    </a:lnTo>
                    <a:lnTo>
                      <a:pt x="1327" y="167"/>
                    </a:lnTo>
                    <a:lnTo>
                      <a:pt x="1345" y="157"/>
                    </a:lnTo>
                    <a:lnTo>
                      <a:pt x="1361" y="150"/>
                    </a:lnTo>
                    <a:lnTo>
                      <a:pt x="1378" y="141"/>
                    </a:lnTo>
                    <a:lnTo>
                      <a:pt x="1395" y="135"/>
                    </a:lnTo>
                    <a:lnTo>
                      <a:pt x="1428" y="121"/>
                    </a:lnTo>
                    <a:lnTo>
                      <a:pt x="1461" y="110"/>
                    </a:lnTo>
                    <a:lnTo>
                      <a:pt x="1493" y="99"/>
                    </a:lnTo>
                    <a:lnTo>
                      <a:pt x="1524" y="91"/>
                    </a:lnTo>
                    <a:lnTo>
                      <a:pt x="1552" y="82"/>
                    </a:lnTo>
                    <a:lnTo>
                      <a:pt x="1578" y="76"/>
                    </a:lnTo>
                    <a:lnTo>
                      <a:pt x="1621" y="67"/>
                    </a:lnTo>
                    <a:lnTo>
                      <a:pt x="1661" y="61"/>
                    </a:lnTo>
                    <a:lnTo>
                      <a:pt x="1652" y="0"/>
                    </a:lnTo>
                    <a:lnTo>
                      <a:pt x="1652"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91" name="Google Shape;591;p49"/>
              <p:cNvSpPr/>
              <p:nvPr/>
            </p:nvSpPr>
            <p:spPr>
              <a:xfrm>
                <a:off x="1668" y="1131"/>
                <a:ext cx="201" cy="393"/>
              </a:xfrm>
              <a:custGeom>
                <a:rect b="b" l="l" r="r" t="t"/>
                <a:pathLst>
                  <a:path extrusionOk="0" h="790" w="599">
                    <a:moveTo>
                      <a:pt x="0" y="45"/>
                    </a:moveTo>
                    <a:lnTo>
                      <a:pt x="508" y="766"/>
                    </a:lnTo>
                    <a:lnTo>
                      <a:pt x="599" y="790"/>
                    </a:lnTo>
                    <a:lnTo>
                      <a:pt x="37" y="0"/>
                    </a:lnTo>
                    <a:lnTo>
                      <a:pt x="0" y="45"/>
                    </a:lnTo>
                    <a:lnTo>
                      <a:pt x="0" y="4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92" name="Google Shape;592;p49"/>
              <p:cNvSpPr/>
              <p:nvPr/>
            </p:nvSpPr>
            <p:spPr>
              <a:xfrm>
                <a:off x="1103" y="1436"/>
                <a:ext cx="764" cy="532"/>
              </a:xfrm>
              <a:custGeom>
                <a:rect b="b" l="l" r="r" t="t"/>
                <a:pathLst>
                  <a:path extrusionOk="0" h="1063" w="2298">
                    <a:moveTo>
                      <a:pt x="166" y="0"/>
                    </a:moveTo>
                    <a:lnTo>
                      <a:pt x="0" y="43"/>
                    </a:lnTo>
                    <a:lnTo>
                      <a:pt x="501" y="1063"/>
                    </a:lnTo>
                    <a:lnTo>
                      <a:pt x="514" y="1060"/>
                    </a:lnTo>
                    <a:lnTo>
                      <a:pt x="550" y="1049"/>
                    </a:lnTo>
                    <a:lnTo>
                      <a:pt x="576" y="1041"/>
                    </a:lnTo>
                    <a:lnTo>
                      <a:pt x="605" y="1032"/>
                    </a:lnTo>
                    <a:lnTo>
                      <a:pt x="638" y="1022"/>
                    </a:lnTo>
                    <a:lnTo>
                      <a:pt x="676" y="1013"/>
                    </a:lnTo>
                    <a:lnTo>
                      <a:pt x="714" y="1003"/>
                    </a:lnTo>
                    <a:lnTo>
                      <a:pt x="756" y="994"/>
                    </a:lnTo>
                    <a:lnTo>
                      <a:pt x="799" y="984"/>
                    </a:lnTo>
                    <a:lnTo>
                      <a:pt x="843" y="974"/>
                    </a:lnTo>
                    <a:lnTo>
                      <a:pt x="888" y="967"/>
                    </a:lnTo>
                    <a:lnTo>
                      <a:pt x="932" y="959"/>
                    </a:lnTo>
                    <a:lnTo>
                      <a:pt x="1019" y="948"/>
                    </a:lnTo>
                    <a:lnTo>
                      <a:pt x="1199" y="948"/>
                    </a:lnTo>
                    <a:lnTo>
                      <a:pt x="1371" y="966"/>
                    </a:lnTo>
                    <a:lnTo>
                      <a:pt x="1443" y="977"/>
                    </a:lnTo>
                    <a:lnTo>
                      <a:pt x="1501" y="986"/>
                    </a:lnTo>
                    <a:lnTo>
                      <a:pt x="1553" y="997"/>
                    </a:lnTo>
                    <a:lnTo>
                      <a:pt x="1563" y="980"/>
                    </a:lnTo>
                    <a:lnTo>
                      <a:pt x="1575" y="960"/>
                    </a:lnTo>
                    <a:lnTo>
                      <a:pt x="1593" y="935"/>
                    </a:lnTo>
                    <a:lnTo>
                      <a:pt x="1613" y="902"/>
                    </a:lnTo>
                    <a:lnTo>
                      <a:pt x="1638" y="867"/>
                    </a:lnTo>
                    <a:lnTo>
                      <a:pt x="1665" y="828"/>
                    </a:lnTo>
                    <a:lnTo>
                      <a:pt x="1694" y="785"/>
                    </a:lnTo>
                    <a:lnTo>
                      <a:pt x="1710" y="764"/>
                    </a:lnTo>
                    <a:lnTo>
                      <a:pt x="1726" y="742"/>
                    </a:lnTo>
                    <a:lnTo>
                      <a:pt x="1743" y="720"/>
                    </a:lnTo>
                    <a:lnTo>
                      <a:pt x="1751" y="710"/>
                    </a:lnTo>
                    <a:lnTo>
                      <a:pt x="1759" y="699"/>
                    </a:lnTo>
                    <a:lnTo>
                      <a:pt x="1768" y="688"/>
                    </a:lnTo>
                    <a:lnTo>
                      <a:pt x="1776" y="677"/>
                    </a:lnTo>
                    <a:lnTo>
                      <a:pt x="1785" y="666"/>
                    </a:lnTo>
                    <a:lnTo>
                      <a:pt x="1794" y="655"/>
                    </a:lnTo>
                    <a:lnTo>
                      <a:pt x="1802" y="646"/>
                    </a:lnTo>
                    <a:lnTo>
                      <a:pt x="1812" y="635"/>
                    </a:lnTo>
                    <a:lnTo>
                      <a:pt x="1821" y="624"/>
                    </a:lnTo>
                    <a:lnTo>
                      <a:pt x="1829" y="615"/>
                    </a:lnTo>
                    <a:lnTo>
                      <a:pt x="1839" y="605"/>
                    </a:lnTo>
                    <a:lnTo>
                      <a:pt x="1848" y="595"/>
                    </a:lnTo>
                    <a:lnTo>
                      <a:pt x="1856" y="584"/>
                    </a:lnTo>
                    <a:lnTo>
                      <a:pt x="1865" y="575"/>
                    </a:lnTo>
                    <a:lnTo>
                      <a:pt x="1874" y="566"/>
                    </a:lnTo>
                    <a:lnTo>
                      <a:pt x="1883" y="557"/>
                    </a:lnTo>
                    <a:lnTo>
                      <a:pt x="1891" y="548"/>
                    </a:lnTo>
                    <a:lnTo>
                      <a:pt x="1901" y="540"/>
                    </a:lnTo>
                    <a:lnTo>
                      <a:pt x="1909" y="532"/>
                    </a:lnTo>
                    <a:lnTo>
                      <a:pt x="1918" y="523"/>
                    </a:lnTo>
                    <a:lnTo>
                      <a:pt x="1926" y="516"/>
                    </a:lnTo>
                    <a:lnTo>
                      <a:pt x="1935" y="509"/>
                    </a:lnTo>
                    <a:lnTo>
                      <a:pt x="1952" y="495"/>
                    </a:lnTo>
                    <a:lnTo>
                      <a:pt x="1968" y="483"/>
                    </a:lnTo>
                    <a:lnTo>
                      <a:pt x="1985" y="473"/>
                    </a:lnTo>
                    <a:lnTo>
                      <a:pt x="2001" y="462"/>
                    </a:lnTo>
                    <a:lnTo>
                      <a:pt x="2017" y="452"/>
                    </a:lnTo>
                    <a:lnTo>
                      <a:pt x="2033" y="443"/>
                    </a:lnTo>
                    <a:lnTo>
                      <a:pt x="2049" y="433"/>
                    </a:lnTo>
                    <a:lnTo>
                      <a:pt x="2064" y="424"/>
                    </a:lnTo>
                    <a:lnTo>
                      <a:pt x="2079" y="416"/>
                    </a:lnTo>
                    <a:lnTo>
                      <a:pt x="2094" y="409"/>
                    </a:lnTo>
                    <a:lnTo>
                      <a:pt x="2123" y="394"/>
                    </a:lnTo>
                    <a:lnTo>
                      <a:pt x="2150" y="382"/>
                    </a:lnTo>
                    <a:lnTo>
                      <a:pt x="2176" y="372"/>
                    </a:lnTo>
                    <a:lnTo>
                      <a:pt x="2199" y="362"/>
                    </a:lnTo>
                    <a:lnTo>
                      <a:pt x="2221" y="355"/>
                    </a:lnTo>
                    <a:lnTo>
                      <a:pt x="2240" y="349"/>
                    </a:lnTo>
                    <a:lnTo>
                      <a:pt x="2271" y="339"/>
                    </a:lnTo>
                    <a:lnTo>
                      <a:pt x="2298" y="332"/>
                    </a:lnTo>
                    <a:lnTo>
                      <a:pt x="2160" y="192"/>
                    </a:lnTo>
                    <a:lnTo>
                      <a:pt x="2096" y="231"/>
                    </a:lnTo>
                    <a:lnTo>
                      <a:pt x="2185" y="308"/>
                    </a:lnTo>
                    <a:lnTo>
                      <a:pt x="2154" y="320"/>
                    </a:lnTo>
                    <a:lnTo>
                      <a:pt x="2138" y="327"/>
                    </a:lnTo>
                    <a:lnTo>
                      <a:pt x="2119" y="335"/>
                    </a:lnTo>
                    <a:lnTo>
                      <a:pt x="2100" y="345"/>
                    </a:lnTo>
                    <a:lnTo>
                      <a:pt x="2076" y="357"/>
                    </a:lnTo>
                    <a:lnTo>
                      <a:pt x="2052" y="369"/>
                    </a:lnTo>
                    <a:lnTo>
                      <a:pt x="2025" y="382"/>
                    </a:lnTo>
                    <a:lnTo>
                      <a:pt x="2011" y="391"/>
                    </a:lnTo>
                    <a:lnTo>
                      <a:pt x="1999" y="398"/>
                    </a:lnTo>
                    <a:lnTo>
                      <a:pt x="1984" y="406"/>
                    </a:lnTo>
                    <a:lnTo>
                      <a:pt x="1971" y="415"/>
                    </a:lnTo>
                    <a:lnTo>
                      <a:pt x="1957" y="423"/>
                    </a:lnTo>
                    <a:lnTo>
                      <a:pt x="1942" y="432"/>
                    </a:lnTo>
                    <a:lnTo>
                      <a:pt x="1929" y="441"/>
                    </a:lnTo>
                    <a:lnTo>
                      <a:pt x="1915" y="451"/>
                    </a:lnTo>
                    <a:lnTo>
                      <a:pt x="1901" y="461"/>
                    </a:lnTo>
                    <a:lnTo>
                      <a:pt x="1886" y="471"/>
                    </a:lnTo>
                    <a:lnTo>
                      <a:pt x="1874" y="482"/>
                    </a:lnTo>
                    <a:lnTo>
                      <a:pt x="1859" y="492"/>
                    </a:lnTo>
                    <a:lnTo>
                      <a:pt x="1846" y="504"/>
                    </a:lnTo>
                    <a:lnTo>
                      <a:pt x="1832" y="516"/>
                    </a:lnTo>
                    <a:lnTo>
                      <a:pt x="1818" y="530"/>
                    </a:lnTo>
                    <a:lnTo>
                      <a:pt x="1805" y="545"/>
                    </a:lnTo>
                    <a:lnTo>
                      <a:pt x="1790" y="559"/>
                    </a:lnTo>
                    <a:lnTo>
                      <a:pt x="1783" y="568"/>
                    </a:lnTo>
                    <a:lnTo>
                      <a:pt x="1775" y="576"/>
                    </a:lnTo>
                    <a:lnTo>
                      <a:pt x="1768" y="584"/>
                    </a:lnTo>
                    <a:lnTo>
                      <a:pt x="1762" y="593"/>
                    </a:lnTo>
                    <a:lnTo>
                      <a:pt x="1754" y="601"/>
                    </a:lnTo>
                    <a:lnTo>
                      <a:pt x="1747" y="610"/>
                    </a:lnTo>
                    <a:lnTo>
                      <a:pt x="1740" y="619"/>
                    </a:lnTo>
                    <a:lnTo>
                      <a:pt x="1732" y="628"/>
                    </a:lnTo>
                    <a:lnTo>
                      <a:pt x="1725" y="637"/>
                    </a:lnTo>
                    <a:lnTo>
                      <a:pt x="1719" y="646"/>
                    </a:lnTo>
                    <a:lnTo>
                      <a:pt x="1690" y="683"/>
                    </a:lnTo>
                    <a:lnTo>
                      <a:pt x="1663" y="720"/>
                    </a:lnTo>
                    <a:lnTo>
                      <a:pt x="1638" y="757"/>
                    </a:lnTo>
                    <a:lnTo>
                      <a:pt x="1614" y="793"/>
                    </a:lnTo>
                    <a:lnTo>
                      <a:pt x="1593" y="825"/>
                    </a:lnTo>
                    <a:lnTo>
                      <a:pt x="1572" y="856"/>
                    </a:lnTo>
                    <a:lnTo>
                      <a:pt x="1556" y="882"/>
                    </a:lnTo>
                    <a:lnTo>
                      <a:pt x="1533" y="921"/>
                    </a:lnTo>
                    <a:lnTo>
                      <a:pt x="1523" y="936"/>
                    </a:lnTo>
                    <a:lnTo>
                      <a:pt x="1512" y="931"/>
                    </a:lnTo>
                    <a:lnTo>
                      <a:pt x="1477" y="919"/>
                    </a:lnTo>
                    <a:lnTo>
                      <a:pt x="1452" y="912"/>
                    </a:lnTo>
                    <a:lnTo>
                      <a:pt x="1421" y="903"/>
                    </a:lnTo>
                    <a:lnTo>
                      <a:pt x="1387" y="895"/>
                    </a:lnTo>
                    <a:lnTo>
                      <a:pt x="1347" y="888"/>
                    </a:lnTo>
                    <a:lnTo>
                      <a:pt x="1304" y="880"/>
                    </a:lnTo>
                    <a:lnTo>
                      <a:pt x="1258" y="874"/>
                    </a:lnTo>
                    <a:lnTo>
                      <a:pt x="1153" y="868"/>
                    </a:lnTo>
                    <a:lnTo>
                      <a:pt x="1038" y="871"/>
                    </a:lnTo>
                    <a:lnTo>
                      <a:pt x="914" y="886"/>
                    </a:lnTo>
                    <a:lnTo>
                      <a:pt x="852" y="897"/>
                    </a:lnTo>
                    <a:lnTo>
                      <a:pt x="798" y="909"/>
                    </a:lnTo>
                    <a:lnTo>
                      <a:pt x="751" y="919"/>
                    </a:lnTo>
                    <a:lnTo>
                      <a:pt x="711" y="929"/>
                    </a:lnTo>
                    <a:lnTo>
                      <a:pt x="674" y="937"/>
                    </a:lnTo>
                    <a:lnTo>
                      <a:pt x="644" y="945"/>
                    </a:lnTo>
                    <a:lnTo>
                      <a:pt x="598" y="959"/>
                    </a:lnTo>
                    <a:lnTo>
                      <a:pt x="551" y="977"/>
                    </a:lnTo>
                    <a:lnTo>
                      <a:pt x="542" y="984"/>
                    </a:lnTo>
                    <a:lnTo>
                      <a:pt x="99" y="82"/>
                    </a:lnTo>
                    <a:lnTo>
                      <a:pt x="191" y="59"/>
                    </a:lnTo>
                    <a:lnTo>
                      <a:pt x="166" y="0"/>
                    </a:lnTo>
                    <a:lnTo>
                      <a:pt x="16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93" name="Google Shape;593;p49"/>
              <p:cNvSpPr/>
              <p:nvPr/>
            </p:nvSpPr>
            <p:spPr>
              <a:xfrm>
                <a:off x="1083" y="1518"/>
                <a:ext cx="174" cy="494"/>
              </a:xfrm>
              <a:custGeom>
                <a:rect b="b" l="l" r="r" t="t"/>
                <a:pathLst>
                  <a:path extrusionOk="0" h="987" w="524">
                    <a:moveTo>
                      <a:pt x="172" y="0"/>
                    </a:moveTo>
                    <a:lnTo>
                      <a:pt x="0" y="58"/>
                    </a:lnTo>
                    <a:lnTo>
                      <a:pt x="446" y="987"/>
                    </a:lnTo>
                    <a:lnTo>
                      <a:pt x="524" y="968"/>
                    </a:lnTo>
                    <a:lnTo>
                      <a:pt x="93" y="87"/>
                    </a:lnTo>
                    <a:lnTo>
                      <a:pt x="205" y="53"/>
                    </a:lnTo>
                    <a:lnTo>
                      <a:pt x="172" y="0"/>
                    </a:lnTo>
                    <a:lnTo>
                      <a:pt x="172"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94" name="Google Shape;594;p49"/>
              <p:cNvSpPr/>
              <p:nvPr/>
            </p:nvSpPr>
            <p:spPr>
              <a:xfrm>
                <a:off x="1274" y="1613"/>
                <a:ext cx="607" cy="398"/>
              </a:xfrm>
              <a:custGeom>
                <a:rect b="b" l="l" r="r" t="t"/>
                <a:pathLst>
                  <a:path extrusionOk="0" h="796" w="1825">
                    <a:moveTo>
                      <a:pt x="0" y="768"/>
                    </a:moveTo>
                    <a:lnTo>
                      <a:pt x="14" y="763"/>
                    </a:lnTo>
                    <a:lnTo>
                      <a:pt x="51" y="754"/>
                    </a:lnTo>
                    <a:lnTo>
                      <a:pt x="77" y="746"/>
                    </a:lnTo>
                    <a:lnTo>
                      <a:pt x="107" y="738"/>
                    </a:lnTo>
                    <a:lnTo>
                      <a:pt x="139" y="730"/>
                    </a:lnTo>
                    <a:lnTo>
                      <a:pt x="174" y="720"/>
                    </a:lnTo>
                    <a:lnTo>
                      <a:pt x="210" y="710"/>
                    </a:lnTo>
                    <a:lnTo>
                      <a:pt x="248" y="701"/>
                    </a:lnTo>
                    <a:lnTo>
                      <a:pt x="285" y="691"/>
                    </a:lnTo>
                    <a:lnTo>
                      <a:pt x="320" y="681"/>
                    </a:lnTo>
                    <a:lnTo>
                      <a:pt x="356" y="673"/>
                    </a:lnTo>
                    <a:lnTo>
                      <a:pt x="389" y="665"/>
                    </a:lnTo>
                    <a:lnTo>
                      <a:pt x="446" y="651"/>
                    </a:lnTo>
                    <a:lnTo>
                      <a:pt x="510" y="643"/>
                    </a:lnTo>
                    <a:lnTo>
                      <a:pt x="595" y="638"/>
                    </a:lnTo>
                    <a:lnTo>
                      <a:pt x="794" y="633"/>
                    </a:lnTo>
                    <a:lnTo>
                      <a:pt x="1043" y="638"/>
                    </a:lnTo>
                    <a:lnTo>
                      <a:pt x="1054" y="625"/>
                    </a:lnTo>
                    <a:lnTo>
                      <a:pt x="1060" y="618"/>
                    </a:lnTo>
                    <a:lnTo>
                      <a:pt x="1068" y="609"/>
                    </a:lnTo>
                    <a:lnTo>
                      <a:pt x="1076" y="601"/>
                    </a:lnTo>
                    <a:lnTo>
                      <a:pt x="1085" y="590"/>
                    </a:lnTo>
                    <a:lnTo>
                      <a:pt x="1095" y="579"/>
                    </a:lnTo>
                    <a:lnTo>
                      <a:pt x="1107" y="567"/>
                    </a:lnTo>
                    <a:lnTo>
                      <a:pt x="1118" y="554"/>
                    </a:lnTo>
                    <a:lnTo>
                      <a:pt x="1132" y="541"/>
                    </a:lnTo>
                    <a:lnTo>
                      <a:pt x="1145" y="526"/>
                    </a:lnTo>
                    <a:lnTo>
                      <a:pt x="1153" y="518"/>
                    </a:lnTo>
                    <a:lnTo>
                      <a:pt x="1160" y="511"/>
                    </a:lnTo>
                    <a:lnTo>
                      <a:pt x="1167" y="503"/>
                    </a:lnTo>
                    <a:lnTo>
                      <a:pt x="1175" y="495"/>
                    </a:lnTo>
                    <a:lnTo>
                      <a:pt x="1182" y="488"/>
                    </a:lnTo>
                    <a:lnTo>
                      <a:pt x="1189" y="479"/>
                    </a:lnTo>
                    <a:lnTo>
                      <a:pt x="1205" y="464"/>
                    </a:lnTo>
                    <a:lnTo>
                      <a:pt x="1214" y="455"/>
                    </a:lnTo>
                    <a:lnTo>
                      <a:pt x="1223" y="447"/>
                    </a:lnTo>
                    <a:lnTo>
                      <a:pt x="1231" y="438"/>
                    </a:lnTo>
                    <a:lnTo>
                      <a:pt x="1239" y="430"/>
                    </a:lnTo>
                    <a:lnTo>
                      <a:pt x="1256" y="413"/>
                    </a:lnTo>
                    <a:lnTo>
                      <a:pt x="1266" y="406"/>
                    </a:lnTo>
                    <a:lnTo>
                      <a:pt x="1274" y="398"/>
                    </a:lnTo>
                    <a:lnTo>
                      <a:pt x="1283" y="389"/>
                    </a:lnTo>
                    <a:lnTo>
                      <a:pt x="1293" y="381"/>
                    </a:lnTo>
                    <a:lnTo>
                      <a:pt x="1301" y="372"/>
                    </a:lnTo>
                    <a:lnTo>
                      <a:pt x="1310" y="365"/>
                    </a:lnTo>
                    <a:lnTo>
                      <a:pt x="1320" y="358"/>
                    </a:lnTo>
                    <a:lnTo>
                      <a:pt x="1328" y="349"/>
                    </a:lnTo>
                    <a:lnTo>
                      <a:pt x="1337" y="342"/>
                    </a:lnTo>
                    <a:lnTo>
                      <a:pt x="1347" y="334"/>
                    </a:lnTo>
                    <a:lnTo>
                      <a:pt x="1365" y="319"/>
                    </a:lnTo>
                    <a:lnTo>
                      <a:pt x="1384" y="305"/>
                    </a:lnTo>
                    <a:lnTo>
                      <a:pt x="1402" y="292"/>
                    </a:lnTo>
                    <a:lnTo>
                      <a:pt x="1419" y="278"/>
                    </a:lnTo>
                    <a:lnTo>
                      <a:pt x="1438" y="266"/>
                    </a:lnTo>
                    <a:lnTo>
                      <a:pt x="1455" y="256"/>
                    </a:lnTo>
                    <a:lnTo>
                      <a:pt x="1472" y="246"/>
                    </a:lnTo>
                    <a:lnTo>
                      <a:pt x="1488" y="236"/>
                    </a:lnTo>
                    <a:lnTo>
                      <a:pt x="1504" y="228"/>
                    </a:lnTo>
                    <a:lnTo>
                      <a:pt x="1520" y="219"/>
                    </a:lnTo>
                    <a:lnTo>
                      <a:pt x="1534" y="212"/>
                    </a:lnTo>
                    <a:lnTo>
                      <a:pt x="1562" y="198"/>
                    </a:lnTo>
                    <a:lnTo>
                      <a:pt x="1585" y="187"/>
                    </a:lnTo>
                    <a:lnTo>
                      <a:pt x="1607" y="176"/>
                    </a:lnTo>
                    <a:lnTo>
                      <a:pt x="1626" y="168"/>
                    </a:lnTo>
                    <a:lnTo>
                      <a:pt x="1658" y="154"/>
                    </a:lnTo>
                    <a:lnTo>
                      <a:pt x="1708" y="140"/>
                    </a:lnTo>
                    <a:lnTo>
                      <a:pt x="1609" y="25"/>
                    </a:lnTo>
                    <a:lnTo>
                      <a:pt x="1668" y="0"/>
                    </a:lnTo>
                    <a:lnTo>
                      <a:pt x="1825" y="170"/>
                    </a:lnTo>
                    <a:lnTo>
                      <a:pt x="1813" y="174"/>
                    </a:lnTo>
                    <a:lnTo>
                      <a:pt x="1781" y="185"/>
                    </a:lnTo>
                    <a:lnTo>
                      <a:pt x="1757" y="193"/>
                    </a:lnTo>
                    <a:lnTo>
                      <a:pt x="1732" y="201"/>
                    </a:lnTo>
                    <a:lnTo>
                      <a:pt x="1702" y="212"/>
                    </a:lnTo>
                    <a:lnTo>
                      <a:pt x="1670" y="225"/>
                    </a:lnTo>
                    <a:lnTo>
                      <a:pt x="1637" y="239"/>
                    </a:lnTo>
                    <a:lnTo>
                      <a:pt x="1618" y="246"/>
                    </a:lnTo>
                    <a:lnTo>
                      <a:pt x="1601" y="254"/>
                    </a:lnTo>
                    <a:lnTo>
                      <a:pt x="1584" y="262"/>
                    </a:lnTo>
                    <a:lnTo>
                      <a:pt x="1566" y="271"/>
                    </a:lnTo>
                    <a:lnTo>
                      <a:pt x="1547" y="280"/>
                    </a:lnTo>
                    <a:lnTo>
                      <a:pt x="1530" y="288"/>
                    </a:lnTo>
                    <a:lnTo>
                      <a:pt x="1511" y="298"/>
                    </a:lnTo>
                    <a:lnTo>
                      <a:pt x="1494" y="307"/>
                    </a:lnTo>
                    <a:lnTo>
                      <a:pt x="1476" y="318"/>
                    </a:lnTo>
                    <a:lnTo>
                      <a:pt x="1459" y="328"/>
                    </a:lnTo>
                    <a:lnTo>
                      <a:pt x="1441" y="339"/>
                    </a:lnTo>
                    <a:lnTo>
                      <a:pt x="1425" y="349"/>
                    </a:lnTo>
                    <a:lnTo>
                      <a:pt x="1409" y="360"/>
                    </a:lnTo>
                    <a:lnTo>
                      <a:pt x="1393" y="371"/>
                    </a:lnTo>
                    <a:lnTo>
                      <a:pt x="1379" y="383"/>
                    </a:lnTo>
                    <a:lnTo>
                      <a:pt x="1363" y="395"/>
                    </a:lnTo>
                    <a:lnTo>
                      <a:pt x="1348" y="408"/>
                    </a:lnTo>
                    <a:lnTo>
                      <a:pt x="1332" y="420"/>
                    </a:lnTo>
                    <a:lnTo>
                      <a:pt x="1319" y="435"/>
                    </a:lnTo>
                    <a:lnTo>
                      <a:pt x="1304" y="448"/>
                    </a:lnTo>
                    <a:lnTo>
                      <a:pt x="1289" y="461"/>
                    </a:lnTo>
                    <a:lnTo>
                      <a:pt x="1275" y="476"/>
                    </a:lnTo>
                    <a:lnTo>
                      <a:pt x="1261" y="489"/>
                    </a:lnTo>
                    <a:lnTo>
                      <a:pt x="1246" y="503"/>
                    </a:lnTo>
                    <a:lnTo>
                      <a:pt x="1234" y="517"/>
                    </a:lnTo>
                    <a:lnTo>
                      <a:pt x="1220" y="531"/>
                    </a:lnTo>
                    <a:lnTo>
                      <a:pt x="1208" y="544"/>
                    </a:lnTo>
                    <a:lnTo>
                      <a:pt x="1194" y="558"/>
                    </a:lnTo>
                    <a:lnTo>
                      <a:pt x="1183" y="571"/>
                    </a:lnTo>
                    <a:lnTo>
                      <a:pt x="1171" y="584"/>
                    </a:lnTo>
                    <a:lnTo>
                      <a:pt x="1160" y="596"/>
                    </a:lnTo>
                    <a:lnTo>
                      <a:pt x="1150" y="608"/>
                    </a:lnTo>
                    <a:lnTo>
                      <a:pt x="1140" y="620"/>
                    </a:lnTo>
                    <a:lnTo>
                      <a:pt x="1130" y="631"/>
                    </a:lnTo>
                    <a:lnTo>
                      <a:pt x="1122" y="642"/>
                    </a:lnTo>
                    <a:lnTo>
                      <a:pt x="1113" y="651"/>
                    </a:lnTo>
                    <a:lnTo>
                      <a:pt x="1106" y="660"/>
                    </a:lnTo>
                    <a:lnTo>
                      <a:pt x="1100" y="669"/>
                    </a:lnTo>
                    <a:lnTo>
                      <a:pt x="1087" y="684"/>
                    </a:lnTo>
                    <a:lnTo>
                      <a:pt x="1079" y="694"/>
                    </a:lnTo>
                    <a:lnTo>
                      <a:pt x="1071" y="703"/>
                    </a:lnTo>
                    <a:lnTo>
                      <a:pt x="577" y="720"/>
                    </a:lnTo>
                    <a:lnTo>
                      <a:pt x="462" y="738"/>
                    </a:lnTo>
                    <a:lnTo>
                      <a:pt x="406" y="751"/>
                    </a:lnTo>
                    <a:lnTo>
                      <a:pt x="356" y="763"/>
                    </a:lnTo>
                    <a:lnTo>
                      <a:pt x="313" y="775"/>
                    </a:lnTo>
                    <a:lnTo>
                      <a:pt x="280" y="786"/>
                    </a:lnTo>
                    <a:lnTo>
                      <a:pt x="250" y="796"/>
                    </a:lnTo>
                    <a:lnTo>
                      <a:pt x="0" y="768"/>
                    </a:lnTo>
                    <a:lnTo>
                      <a:pt x="0" y="76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95" name="Google Shape;595;p49"/>
              <p:cNvSpPr/>
              <p:nvPr/>
            </p:nvSpPr>
            <p:spPr>
              <a:xfrm>
                <a:off x="783" y="1189"/>
                <a:ext cx="48" cy="70"/>
              </a:xfrm>
              <a:custGeom>
                <a:rect b="b" l="l" r="r" t="t"/>
                <a:pathLst>
                  <a:path extrusionOk="0" h="141" w="145">
                    <a:moveTo>
                      <a:pt x="105" y="134"/>
                    </a:moveTo>
                    <a:lnTo>
                      <a:pt x="97" y="137"/>
                    </a:lnTo>
                    <a:lnTo>
                      <a:pt x="89" y="140"/>
                    </a:lnTo>
                    <a:lnTo>
                      <a:pt x="80" y="141"/>
                    </a:lnTo>
                    <a:lnTo>
                      <a:pt x="70" y="141"/>
                    </a:lnTo>
                    <a:lnTo>
                      <a:pt x="62" y="140"/>
                    </a:lnTo>
                    <a:lnTo>
                      <a:pt x="52" y="139"/>
                    </a:lnTo>
                    <a:lnTo>
                      <a:pt x="44" y="135"/>
                    </a:lnTo>
                    <a:lnTo>
                      <a:pt x="36" y="131"/>
                    </a:lnTo>
                    <a:lnTo>
                      <a:pt x="28" y="127"/>
                    </a:lnTo>
                    <a:lnTo>
                      <a:pt x="21" y="121"/>
                    </a:lnTo>
                    <a:lnTo>
                      <a:pt x="16" y="113"/>
                    </a:lnTo>
                    <a:lnTo>
                      <a:pt x="10" y="106"/>
                    </a:lnTo>
                    <a:lnTo>
                      <a:pt x="6" y="98"/>
                    </a:lnTo>
                    <a:lnTo>
                      <a:pt x="4" y="89"/>
                    </a:lnTo>
                    <a:lnTo>
                      <a:pt x="1" y="81"/>
                    </a:lnTo>
                    <a:lnTo>
                      <a:pt x="0" y="72"/>
                    </a:lnTo>
                    <a:lnTo>
                      <a:pt x="1" y="64"/>
                    </a:lnTo>
                    <a:lnTo>
                      <a:pt x="3" y="54"/>
                    </a:lnTo>
                    <a:lnTo>
                      <a:pt x="5" y="46"/>
                    </a:lnTo>
                    <a:lnTo>
                      <a:pt x="9" y="37"/>
                    </a:lnTo>
                    <a:lnTo>
                      <a:pt x="14" y="30"/>
                    </a:lnTo>
                    <a:lnTo>
                      <a:pt x="20" y="23"/>
                    </a:lnTo>
                    <a:lnTo>
                      <a:pt x="26" y="18"/>
                    </a:lnTo>
                    <a:lnTo>
                      <a:pt x="33" y="12"/>
                    </a:lnTo>
                    <a:lnTo>
                      <a:pt x="41" y="7"/>
                    </a:lnTo>
                    <a:lnTo>
                      <a:pt x="49" y="4"/>
                    </a:lnTo>
                    <a:lnTo>
                      <a:pt x="58" y="1"/>
                    </a:lnTo>
                    <a:lnTo>
                      <a:pt x="66" y="0"/>
                    </a:lnTo>
                    <a:lnTo>
                      <a:pt x="75" y="0"/>
                    </a:lnTo>
                    <a:lnTo>
                      <a:pt x="85" y="1"/>
                    </a:lnTo>
                    <a:lnTo>
                      <a:pt x="94" y="3"/>
                    </a:lnTo>
                    <a:lnTo>
                      <a:pt x="102" y="6"/>
                    </a:lnTo>
                    <a:lnTo>
                      <a:pt x="109" y="10"/>
                    </a:lnTo>
                    <a:lnTo>
                      <a:pt x="117" y="15"/>
                    </a:lnTo>
                    <a:lnTo>
                      <a:pt x="124" y="21"/>
                    </a:lnTo>
                    <a:lnTo>
                      <a:pt x="130" y="28"/>
                    </a:lnTo>
                    <a:lnTo>
                      <a:pt x="135" y="35"/>
                    </a:lnTo>
                    <a:lnTo>
                      <a:pt x="139" y="43"/>
                    </a:lnTo>
                    <a:lnTo>
                      <a:pt x="143" y="52"/>
                    </a:lnTo>
                    <a:lnTo>
                      <a:pt x="144" y="60"/>
                    </a:lnTo>
                    <a:lnTo>
                      <a:pt x="145" y="69"/>
                    </a:lnTo>
                    <a:lnTo>
                      <a:pt x="144" y="78"/>
                    </a:lnTo>
                    <a:lnTo>
                      <a:pt x="143" y="87"/>
                    </a:lnTo>
                    <a:lnTo>
                      <a:pt x="140" y="95"/>
                    </a:lnTo>
                    <a:lnTo>
                      <a:pt x="137" y="102"/>
                    </a:lnTo>
                    <a:lnTo>
                      <a:pt x="132" y="111"/>
                    </a:lnTo>
                    <a:lnTo>
                      <a:pt x="127" y="118"/>
                    </a:lnTo>
                    <a:lnTo>
                      <a:pt x="121" y="124"/>
                    </a:lnTo>
                    <a:lnTo>
                      <a:pt x="113" y="129"/>
                    </a:lnTo>
                    <a:lnTo>
                      <a:pt x="105" y="134"/>
                    </a:lnTo>
                    <a:lnTo>
                      <a:pt x="105" y="13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96" name="Google Shape;596;p49"/>
              <p:cNvSpPr/>
              <p:nvPr/>
            </p:nvSpPr>
            <p:spPr>
              <a:xfrm>
                <a:off x="801" y="1427"/>
                <a:ext cx="18" cy="59"/>
              </a:xfrm>
              <a:custGeom>
                <a:rect b="b" l="l" r="r" t="t"/>
                <a:pathLst>
                  <a:path extrusionOk="0" h="118" w="55">
                    <a:moveTo>
                      <a:pt x="0" y="118"/>
                    </a:moveTo>
                    <a:lnTo>
                      <a:pt x="55" y="118"/>
                    </a:lnTo>
                    <a:lnTo>
                      <a:pt x="55" y="0"/>
                    </a:lnTo>
                    <a:lnTo>
                      <a:pt x="0" y="0"/>
                    </a:lnTo>
                    <a:lnTo>
                      <a:pt x="0" y="118"/>
                    </a:lnTo>
                    <a:lnTo>
                      <a:pt x="0" y="11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97" name="Google Shape;597;p49"/>
              <p:cNvSpPr/>
              <p:nvPr/>
            </p:nvSpPr>
            <p:spPr>
              <a:xfrm>
                <a:off x="927" y="1225"/>
                <a:ext cx="49" cy="24"/>
              </a:xfrm>
              <a:custGeom>
                <a:rect b="b" l="l" r="r" t="t"/>
                <a:pathLst>
                  <a:path extrusionOk="0" h="50" w="147">
                    <a:moveTo>
                      <a:pt x="0" y="50"/>
                    </a:moveTo>
                    <a:lnTo>
                      <a:pt x="147" y="50"/>
                    </a:lnTo>
                    <a:lnTo>
                      <a:pt x="147" y="0"/>
                    </a:lnTo>
                    <a:lnTo>
                      <a:pt x="0" y="0"/>
                    </a:lnTo>
                    <a:lnTo>
                      <a:pt x="0" y="50"/>
                    </a:lnTo>
                    <a:lnTo>
                      <a:pt x="0" y="5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98" name="Google Shape;598;p49"/>
              <p:cNvSpPr/>
              <p:nvPr/>
            </p:nvSpPr>
            <p:spPr>
              <a:xfrm>
                <a:off x="873" y="1364"/>
                <a:ext cx="37" cy="71"/>
              </a:xfrm>
              <a:custGeom>
                <a:rect b="b" l="l" r="r" t="t"/>
                <a:pathLst>
                  <a:path extrusionOk="0" h="141" w="110">
                    <a:moveTo>
                      <a:pt x="33" y="0"/>
                    </a:moveTo>
                    <a:lnTo>
                      <a:pt x="0" y="36"/>
                    </a:lnTo>
                    <a:lnTo>
                      <a:pt x="78" y="141"/>
                    </a:lnTo>
                    <a:lnTo>
                      <a:pt x="110" y="109"/>
                    </a:lnTo>
                    <a:lnTo>
                      <a:pt x="33" y="0"/>
                    </a:lnTo>
                    <a:lnTo>
                      <a:pt x="3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99" name="Google Shape;599;p49"/>
              <p:cNvSpPr/>
              <p:nvPr/>
            </p:nvSpPr>
            <p:spPr>
              <a:xfrm>
                <a:off x="889" y="1066"/>
                <a:ext cx="44" cy="56"/>
              </a:xfrm>
              <a:custGeom>
                <a:rect b="b" l="l" r="r" t="t"/>
                <a:pathLst>
                  <a:path extrusionOk="0" h="112" w="134">
                    <a:moveTo>
                      <a:pt x="0" y="72"/>
                    </a:moveTo>
                    <a:lnTo>
                      <a:pt x="37" y="112"/>
                    </a:lnTo>
                    <a:lnTo>
                      <a:pt x="134" y="26"/>
                    </a:lnTo>
                    <a:lnTo>
                      <a:pt x="106" y="0"/>
                    </a:lnTo>
                    <a:lnTo>
                      <a:pt x="0" y="72"/>
                    </a:lnTo>
                    <a:lnTo>
                      <a:pt x="0" y="7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00" name="Google Shape;600;p49"/>
              <p:cNvSpPr/>
              <p:nvPr/>
            </p:nvSpPr>
            <p:spPr>
              <a:xfrm>
                <a:off x="709" y="1385"/>
                <a:ext cx="34" cy="50"/>
              </a:xfrm>
              <a:custGeom>
                <a:rect b="b" l="l" r="r" t="t"/>
                <a:pathLst>
                  <a:path extrusionOk="0" h="100" w="102">
                    <a:moveTo>
                      <a:pt x="102" y="33"/>
                    </a:moveTo>
                    <a:lnTo>
                      <a:pt x="23" y="100"/>
                    </a:lnTo>
                    <a:lnTo>
                      <a:pt x="0" y="64"/>
                    </a:lnTo>
                    <a:lnTo>
                      <a:pt x="75" y="0"/>
                    </a:lnTo>
                    <a:lnTo>
                      <a:pt x="102" y="33"/>
                    </a:lnTo>
                    <a:lnTo>
                      <a:pt x="102" y="3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01" name="Google Shape;601;p49"/>
              <p:cNvSpPr/>
              <p:nvPr/>
            </p:nvSpPr>
            <p:spPr>
              <a:xfrm>
                <a:off x="1442" y="1373"/>
                <a:ext cx="175" cy="509"/>
              </a:xfrm>
              <a:custGeom>
                <a:rect b="b" l="l" r="r" t="t"/>
                <a:pathLst>
                  <a:path extrusionOk="0" h="1017" w="521">
                    <a:moveTo>
                      <a:pt x="63" y="0"/>
                    </a:moveTo>
                    <a:lnTo>
                      <a:pt x="521" y="955"/>
                    </a:lnTo>
                    <a:lnTo>
                      <a:pt x="483" y="1017"/>
                    </a:lnTo>
                    <a:lnTo>
                      <a:pt x="0" y="10"/>
                    </a:lnTo>
                    <a:lnTo>
                      <a:pt x="63" y="0"/>
                    </a:lnTo>
                    <a:lnTo>
                      <a:pt x="6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02" name="Google Shape;602;p49"/>
              <p:cNvSpPr/>
              <p:nvPr/>
            </p:nvSpPr>
            <p:spPr>
              <a:xfrm>
                <a:off x="688" y="1543"/>
                <a:ext cx="138" cy="309"/>
              </a:xfrm>
              <a:custGeom>
                <a:rect b="b" l="l" r="r" t="t"/>
                <a:pathLst>
                  <a:path extrusionOk="0" h="618" w="414">
                    <a:moveTo>
                      <a:pt x="345" y="0"/>
                    </a:moveTo>
                    <a:lnTo>
                      <a:pt x="0" y="523"/>
                    </a:lnTo>
                    <a:lnTo>
                      <a:pt x="18" y="618"/>
                    </a:lnTo>
                    <a:lnTo>
                      <a:pt x="414" y="13"/>
                    </a:lnTo>
                    <a:lnTo>
                      <a:pt x="345" y="0"/>
                    </a:lnTo>
                    <a:lnTo>
                      <a:pt x="345"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03" name="Google Shape;603;p49"/>
              <p:cNvSpPr/>
              <p:nvPr/>
            </p:nvSpPr>
            <p:spPr>
              <a:xfrm>
                <a:off x="807" y="1204"/>
                <a:ext cx="126" cy="147"/>
              </a:xfrm>
              <a:custGeom>
                <a:rect b="b" l="l" r="r" t="t"/>
                <a:pathLst>
                  <a:path extrusionOk="0" h="294" w="378">
                    <a:moveTo>
                      <a:pt x="0" y="68"/>
                    </a:moveTo>
                    <a:lnTo>
                      <a:pt x="355" y="294"/>
                    </a:lnTo>
                    <a:lnTo>
                      <a:pt x="378" y="266"/>
                    </a:lnTo>
                    <a:lnTo>
                      <a:pt x="23" y="0"/>
                    </a:lnTo>
                    <a:lnTo>
                      <a:pt x="0" y="68"/>
                    </a:lnTo>
                    <a:lnTo>
                      <a:pt x="0" y="6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04" name="Google Shape;604;p49"/>
              <p:cNvSpPr/>
              <p:nvPr/>
            </p:nvSpPr>
            <p:spPr>
              <a:xfrm>
                <a:off x="715" y="1229"/>
                <a:ext cx="92" cy="133"/>
              </a:xfrm>
              <a:custGeom>
                <a:rect b="b" l="l" r="r" t="t"/>
                <a:pathLst>
                  <a:path extrusionOk="0" h="267" w="277">
                    <a:moveTo>
                      <a:pt x="221" y="0"/>
                    </a:moveTo>
                    <a:lnTo>
                      <a:pt x="0" y="235"/>
                    </a:lnTo>
                    <a:lnTo>
                      <a:pt x="18" y="267"/>
                    </a:lnTo>
                    <a:lnTo>
                      <a:pt x="277" y="45"/>
                    </a:lnTo>
                    <a:lnTo>
                      <a:pt x="221" y="0"/>
                    </a:lnTo>
                    <a:lnTo>
                      <a:pt x="221"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05" name="Google Shape;605;p49"/>
              <p:cNvSpPr/>
              <p:nvPr/>
            </p:nvSpPr>
            <p:spPr>
              <a:xfrm>
                <a:off x="907" y="1480"/>
                <a:ext cx="214" cy="198"/>
              </a:xfrm>
              <a:custGeom>
                <a:rect b="b" l="l" r="r" t="t"/>
                <a:pathLst>
                  <a:path extrusionOk="0" h="397" w="640">
                    <a:moveTo>
                      <a:pt x="0" y="54"/>
                    </a:moveTo>
                    <a:lnTo>
                      <a:pt x="640" y="397"/>
                    </a:lnTo>
                    <a:lnTo>
                      <a:pt x="640" y="320"/>
                    </a:lnTo>
                    <a:lnTo>
                      <a:pt x="50" y="0"/>
                    </a:lnTo>
                    <a:lnTo>
                      <a:pt x="0" y="54"/>
                    </a:lnTo>
                    <a:lnTo>
                      <a:pt x="0" y="5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06" name="Google Shape;606;p49"/>
              <p:cNvSpPr/>
              <p:nvPr/>
            </p:nvSpPr>
            <p:spPr>
              <a:xfrm>
                <a:off x="956" y="1654"/>
                <a:ext cx="179" cy="359"/>
              </a:xfrm>
              <a:custGeom>
                <a:rect b="b" l="l" r="r" t="t"/>
                <a:pathLst>
                  <a:path extrusionOk="0" h="718" w="533">
                    <a:moveTo>
                      <a:pt x="483" y="0"/>
                    </a:moveTo>
                    <a:lnTo>
                      <a:pt x="0" y="718"/>
                    </a:lnTo>
                    <a:lnTo>
                      <a:pt x="97" y="704"/>
                    </a:lnTo>
                    <a:lnTo>
                      <a:pt x="533" y="67"/>
                    </a:lnTo>
                    <a:lnTo>
                      <a:pt x="483" y="0"/>
                    </a:lnTo>
                    <a:lnTo>
                      <a:pt x="48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07" name="Google Shape;607;p49"/>
              <p:cNvSpPr/>
              <p:nvPr/>
            </p:nvSpPr>
            <p:spPr>
              <a:xfrm>
                <a:off x="863" y="1565"/>
                <a:ext cx="182" cy="161"/>
              </a:xfrm>
              <a:custGeom>
                <a:rect b="b" l="l" r="r" t="t"/>
                <a:pathLst>
                  <a:path extrusionOk="0" h="321" w="548">
                    <a:moveTo>
                      <a:pt x="23" y="0"/>
                    </a:moveTo>
                    <a:lnTo>
                      <a:pt x="548" y="281"/>
                    </a:lnTo>
                    <a:lnTo>
                      <a:pt x="521" y="321"/>
                    </a:lnTo>
                    <a:lnTo>
                      <a:pt x="0" y="36"/>
                    </a:lnTo>
                    <a:lnTo>
                      <a:pt x="23" y="0"/>
                    </a:lnTo>
                    <a:lnTo>
                      <a:pt x="2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08" name="Google Shape;608;p49"/>
              <p:cNvSpPr/>
              <p:nvPr/>
            </p:nvSpPr>
            <p:spPr>
              <a:xfrm>
                <a:off x="844" y="1606"/>
                <a:ext cx="183" cy="161"/>
              </a:xfrm>
              <a:custGeom>
                <a:rect b="b" l="l" r="r" t="t"/>
                <a:pathLst>
                  <a:path extrusionOk="0" h="321" w="550">
                    <a:moveTo>
                      <a:pt x="24" y="0"/>
                    </a:moveTo>
                    <a:lnTo>
                      <a:pt x="550" y="280"/>
                    </a:lnTo>
                    <a:lnTo>
                      <a:pt x="521" y="321"/>
                    </a:lnTo>
                    <a:lnTo>
                      <a:pt x="0" y="36"/>
                    </a:lnTo>
                    <a:lnTo>
                      <a:pt x="24" y="0"/>
                    </a:lnTo>
                    <a:lnTo>
                      <a:pt x="24"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09" name="Google Shape;609;p49"/>
              <p:cNvSpPr/>
              <p:nvPr/>
            </p:nvSpPr>
            <p:spPr>
              <a:xfrm>
                <a:off x="826" y="1647"/>
                <a:ext cx="183" cy="160"/>
              </a:xfrm>
              <a:custGeom>
                <a:rect b="b" l="l" r="r" t="t"/>
                <a:pathLst>
                  <a:path extrusionOk="0" h="320" w="549">
                    <a:moveTo>
                      <a:pt x="23" y="0"/>
                    </a:moveTo>
                    <a:lnTo>
                      <a:pt x="549" y="280"/>
                    </a:lnTo>
                    <a:lnTo>
                      <a:pt x="521" y="320"/>
                    </a:lnTo>
                    <a:lnTo>
                      <a:pt x="0" y="36"/>
                    </a:lnTo>
                    <a:lnTo>
                      <a:pt x="23" y="0"/>
                    </a:lnTo>
                    <a:lnTo>
                      <a:pt x="2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10" name="Google Shape;610;p49"/>
              <p:cNvSpPr/>
              <p:nvPr/>
            </p:nvSpPr>
            <p:spPr>
              <a:xfrm>
                <a:off x="808" y="1688"/>
                <a:ext cx="182" cy="160"/>
              </a:xfrm>
              <a:custGeom>
                <a:rect b="b" l="l" r="r" t="t"/>
                <a:pathLst>
                  <a:path extrusionOk="0" h="320" w="548">
                    <a:moveTo>
                      <a:pt x="23" y="0"/>
                    </a:moveTo>
                    <a:lnTo>
                      <a:pt x="548" y="279"/>
                    </a:lnTo>
                    <a:lnTo>
                      <a:pt x="521" y="320"/>
                    </a:lnTo>
                    <a:lnTo>
                      <a:pt x="0" y="36"/>
                    </a:lnTo>
                    <a:lnTo>
                      <a:pt x="23" y="0"/>
                    </a:lnTo>
                    <a:lnTo>
                      <a:pt x="2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11" name="Google Shape;611;p49"/>
              <p:cNvSpPr/>
              <p:nvPr/>
            </p:nvSpPr>
            <p:spPr>
              <a:xfrm>
                <a:off x="789" y="1728"/>
                <a:ext cx="184" cy="161"/>
              </a:xfrm>
              <a:custGeom>
                <a:rect b="b" l="l" r="r" t="t"/>
                <a:pathLst>
                  <a:path extrusionOk="0" h="322" w="548">
                    <a:moveTo>
                      <a:pt x="23" y="0"/>
                    </a:moveTo>
                    <a:lnTo>
                      <a:pt x="548" y="281"/>
                    </a:lnTo>
                    <a:lnTo>
                      <a:pt x="519" y="322"/>
                    </a:lnTo>
                    <a:lnTo>
                      <a:pt x="0" y="38"/>
                    </a:lnTo>
                    <a:lnTo>
                      <a:pt x="23" y="0"/>
                    </a:lnTo>
                    <a:lnTo>
                      <a:pt x="2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12" name="Google Shape;612;p49"/>
              <p:cNvSpPr/>
              <p:nvPr/>
            </p:nvSpPr>
            <p:spPr>
              <a:xfrm>
                <a:off x="771" y="1769"/>
                <a:ext cx="183" cy="161"/>
              </a:xfrm>
              <a:custGeom>
                <a:rect b="b" l="l" r="r" t="t"/>
                <a:pathLst>
                  <a:path extrusionOk="0" h="321" w="550">
                    <a:moveTo>
                      <a:pt x="24" y="0"/>
                    </a:moveTo>
                    <a:lnTo>
                      <a:pt x="550" y="280"/>
                    </a:lnTo>
                    <a:lnTo>
                      <a:pt x="521" y="321"/>
                    </a:lnTo>
                    <a:lnTo>
                      <a:pt x="0" y="36"/>
                    </a:lnTo>
                    <a:lnTo>
                      <a:pt x="24" y="0"/>
                    </a:lnTo>
                    <a:lnTo>
                      <a:pt x="24"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13" name="Google Shape;613;p49"/>
              <p:cNvSpPr/>
              <p:nvPr/>
            </p:nvSpPr>
            <p:spPr>
              <a:xfrm>
                <a:off x="752" y="1810"/>
                <a:ext cx="184" cy="161"/>
              </a:xfrm>
              <a:custGeom>
                <a:rect b="b" l="l" r="r" t="t"/>
                <a:pathLst>
                  <a:path extrusionOk="0" h="321" w="548">
                    <a:moveTo>
                      <a:pt x="23" y="0"/>
                    </a:moveTo>
                    <a:lnTo>
                      <a:pt x="548" y="280"/>
                    </a:lnTo>
                    <a:lnTo>
                      <a:pt x="521" y="321"/>
                    </a:lnTo>
                    <a:lnTo>
                      <a:pt x="0" y="36"/>
                    </a:lnTo>
                    <a:lnTo>
                      <a:pt x="23" y="0"/>
                    </a:lnTo>
                    <a:lnTo>
                      <a:pt x="2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14" name="Google Shape;614;p49"/>
              <p:cNvSpPr/>
              <p:nvPr/>
            </p:nvSpPr>
            <p:spPr>
              <a:xfrm>
                <a:off x="734" y="1851"/>
                <a:ext cx="184" cy="160"/>
              </a:xfrm>
              <a:custGeom>
                <a:rect b="b" l="l" r="r" t="t"/>
                <a:pathLst>
                  <a:path extrusionOk="0" h="320" w="548">
                    <a:moveTo>
                      <a:pt x="22" y="0"/>
                    </a:moveTo>
                    <a:lnTo>
                      <a:pt x="548" y="280"/>
                    </a:lnTo>
                    <a:lnTo>
                      <a:pt x="521" y="320"/>
                    </a:lnTo>
                    <a:lnTo>
                      <a:pt x="0" y="36"/>
                    </a:lnTo>
                    <a:lnTo>
                      <a:pt x="22" y="0"/>
                    </a:lnTo>
                    <a:lnTo>
                      <a:pt x="22"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15" name="Google Shape;615;p49"/>
              <p:cNvSpPr/>
              <p:nvPr/>
            </p:nvSpPr>
            <p:spPr>
              <a:xfrm>
                <a:off x="716" y="1892"/>
                <a:ext cx="172" cy="131"/>
              </a:xfrm>
              <a:custGeom>
                <a:rect b="b" l="l" r="r" t="t"/>
                <a:pathLst>
                  <a:path extrusionOk="0" h="262" w="512">
                    <a:moveTo>
                      <a:pt x="23" y="0"/>
                    </a:moveTo>
                    <a:lnTo>
                      <a:pt x="512" y="262"/>
                    </a:lnTo>
                    <a:lnTo>
                      <a:pt x="399" y="251"/>
                    </a:lnTo>
                    <a:lnTo>
                      <a:pt x="0" y="34"/>
                    </a:lnTo>
                    <a:lnTo>
                      <a:pt x="23" y="0"/>
                    </a:lnTo>
                    <a:lnTo>
                      <a:pt x="2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16" name="Google Shape;616;p49"/>
              <p:cNvSpPr/>
              <p:nvPr/>
            </p:nvSpPr>
            <p:spPr>
              <a:xfrm>
                <a:off x="697" y="1932"/>
                <a:ext cx="115" cy="91"/>
              </a:xfrm>
              <a:custGeom>
                <a:rect b="b" l="l" r="r" t="t"/>
                <a:pathLst>
                  <a:path extrusionOk="0" h="182" w="343">
                    <a:moveTo>
                      <a:pt x="24" y="0"/>
                    </a:moveTo>
                    <a:lnTo>
                      <a:pt x="343" y="173"/>
                    </a:lnTo>
                    <a:lnTo>
                      <a:pt x="274" y="182"/>
                    </a:lnTo>
                    <a:lnTo>
                      <a:pt x="0" y="36"/>
                    </a:lnTo>
                    <a:lnTo>
                      <a:pt x="24" y="0"/>
                    </a:lnTo>
                    <a:lnTo>
                      <a:pt x="24"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17" name="Google Shape;617;p49"/>
              <p:cNvSpPr/>
              <p:nvPr/>
            </p:nvSpPr>
            <p:spPr>
              <a:xfrm>
                <a:off x="1044" y="1085"/>
                <a:ext cx="83" cy="180"/>
              </a:xfrm>
              <a:custGeom>
                <a:rect b="b" l="l" r="r" t="t"/>
                <a:pathLst>
                  <a:path extrusionOk="0" h="361" w="247">
                    <a:moveTo>
                      <a:pt x="65" y="361"/>
                    </a:moveTo>
                    <a:lnTo>
                      <a:pt x="0" y="327"/>
                    </a:lnTo>
                    <a:lnTo>
                      <a:pt x="131" y="85"/>
                    </a:lnTo>
                    <a:lnTo>
                      <a:pt x="123" y="88"/>
                    </a:lnTo>
                    <a:lnTo>
                      <a:pt x="117" y="90"/>
                    </a:lnTo>
                    <a:lnTo>
                      <a:pt x="110" y="91"/>
                    </a:lnTo>
                    <a:lnTo>
                      <a:pt x="104" y="94"/>
                    </a:lnTo>
                    <a:lnTo>
                      <a:pt x="89" y="96"/>
                    </a:lnTo>
                    <a:lnTo>
                      <a:pt x="74" y="97"/>
                    </a:lnTo>
                    <a:lnTo>
                      <a:pt x="59" y="99"/>
                    </a:lnTo>
                    <a:lnTo>
                      <a:pt x="46" y="99"/>
                    </a:lnTo>
                    <a:lnTo>
                      <a:pt x="32" y="97"/>
                    </a:lnTo>
                    <a:lnTo>
                      <a:pt x="18" y="96"/>
                    </a:lnTo>
                    <a:lnTo>
                      <a:pt x="52" y="31"/>
                    </a:lnTo>
                    <a:lnTo>
                      <a:pt x="85" y="34"/>
                    </a:lnTo>
                    <a:lnTo>
                      <a:pt x="105" y="33"/>
                    </a:lnTo>
                    <a:lnTo>
                      <a:pt x="113" y="31"/>
                    </a:lnTo>
                    <a:lnTo>
                      <a:pt x="124" y="30"/>
                    </a:lnTo>
                    <a:lnTo>
                      <a:pt x="134" y="29"/>
                    </a:lnTo>
                    <a:lnTo>
                      <a:pt x="144" y="25"/>
                    </a:lnTo>
                    <a:lnTo>
                      <a:pt x="154" y="23"/>
                    </a:lnTo>
                    <a:lnTo>
                      <a:pt x="163" y="19"/>
                    </a:lnTo>
                    <a:lnTo>
                      <a:pt x="195" y="0"/>
                    </a:lnTo>
                    <a:lnTo>
                      <a:pt x="247" y="28"/>
                    </a:lnTo>
                    <a:lnTo>
                      <a:pt x="65" y="361"/>
                    </a:lnTo>
                    <a:lnTo>
                      <a:pt x="65" y="36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18" name="Google Shape;618;p49"/>
              <p:cNvSpPr/>
              <p:nvPr/>
            </p:nvSpPr>
            <p:spPr>
              <a:xfrm>
                <a:off x="1141" y="1136"/>
                <a:ext cx="83" cy="189"/>
              </a:xfrm>
              <a:custGeom>
                <a:rect b="b" l="l" r="r" t="t"/>
                <a:pathLst>
                  <a:path extrusionOk="0" h="378" w="249">
                    <a:moveTo>
                      <a:pt x="249" y="305"/>
                    </a:moveTo>
                    <a:lnTo>
                      <a:pt x="249" y="378"/>
                    </a:lnTo>
                    <a:lnTo>
                      <a:pt x="0" y="378"/>
                    </a:lnTo>
                    <a:lnTo>
                      <a:pt x="2" y="359"/>
                    </a:lnTo>
                    <a:lnTo>
                      <a:pt x="8" y="341"/>
                    </a:lnTo>
                    <a:lnTo>
                      <a:pt x="14" y="324"/>
                    </a:lnTo>
                    <a:lnTo>
                      <a:pt x="23" y="307"/>
                    </a:lnTo>
                    <a:lnTo>
                      <a:pt x="36" y="289"/>
                    </a:lnTo>
                    <a:lnTo>
                      <a:pt x="38" y="283"/>
                    </a:lnTo>
                    <a:lnTo>
                      <a:pt x="43" y="278"/>
                    </a:lnTo>
                    <a:lnTo>
                      <a:pt x="48" y="273"/>
                    </a:lnTo>
                    <a:lnTo>
                      <a:pt x="52" y="267"/>
                    </a:lnTo>
                    <a:lnTo>
                      <a:pt x="58" y="263"/>
                    </a:lnTo>
                    <a:lnTo>
                      <a:pt x="63" y="257"/>
                    </a:lnTo>
                    <a:lnTo>
                      <a:pt x="68" y="251"/>
                    </a:lnTo>
                    <a:lnTo>
                      <a:pt x="75" y="245"/>
                    </a:lnTo>
                    <a:lnTo>
                      <a:pt x="80" y="237"/>
                    </a:lnTo>
                    <a:lnTo>
                      <a:pt x="88" y="233"/>
                    </a:lnTo>
                    <a:lnTo>
                      <a:pt x="95" y="225"/>
                    </a:lnTo>
                    <a:lnTo>
                      <a:pt x="101" y="218"/>
                    </a:lnTo>
                    <a:lnTo>
                      <a:pt x="107" y="212"/>
                    </a:lnTo>
                    <a:lnTo>
                      <a:pt x="112" y="207"/>
                    </a:lnTo>
                    <a:lnTo>
                      <a:pt x="122" y="198"/>
                    </a:lnTo>
                    <a:lnTo>
                      <a:pt x="132" y="188"/>
                    </a:lnTo>
                    <a:lnTo>
                      <a:pt x="139" y="181"/>
                    </a:lnTo>
                    <a:lnTo>
                      <a:pt x="147" y="174"/>
                    </a:lnTo>
                    <a:lnTo>
                      <a:pt x="152" y="168"/>
                    </a:lnTo>
                    <a:lnTo>
                      <a:pt x="159" y="158"/>
                    </a:lnTo>
                    <a:lnTo>
                      <a:pt x="170" y="136"/>
                    </a:lnTo>
                    <a:lnTo>
                      <a:pt x="174" y="115"/>
                    </a:lnTo>
                    <a:lnTo>
                      <a:pt x="170" y="93"/>
                    </a:lnTo>
                    <a:lnTo>
                      <a:pt x="161" y="77"/>
                    </a:lnTo>
                    <a:lnTo>
                      <a:pt x="155" y="71"/>
                    </a:lnTo>
                    <a:lnTo>
                      <a:pt x="148" y="68"/>
                    </a:lnTo>
                    <a:lnTo>
                      <a:pt x="129" y="64"/>
                    </a:lnTo>
                    <a:lnTo>
                      <a:pt x="110" y="68"/>
                    </a:lnTo>
                    <a:lnTo>
                      <a:pt x="96" y="79"/>
                    </a:lnTo>
                    <a:lnTo>
                      <a:pt x="86" y="95"/>
                    </a:lnTo>
                    <a:lnTo>
                      <a:pt x="82" y="122"/>
                    </a:lnTo>
                    <a:lnTo>
                      <a:pt x="8" y="115"/>
                    </a:lnTo>
                    <a:lnTo>
                      <a:pt x="13" y="86"/>
                    </a:lnTo>
                    <a:lnTo>
                      <a:pt x="16" y="74"/>
                    </a:lnTo>
                    <a:lnTo>
                      <a:pt x="21" y="62"/>
                    </a:lnTo>
                    <a:lnTo>
                      <a:pt x="32" y="41"/>
                    </a:lnTo>
                    <a:lnTo>
                      <a:pt x="38" y="34"/>
                    </a:lnTo>
                    <a:lnTo>
                      <a:pt x="47" y="27"/>
                    </a:lnTo>
                    <a:lnTo>
                      <a:pt x="56" y="20"/>
                    </a:lnTo>
                    <a:lnTo>
                      <a:pt x="66" y="15"/>
                    </a:lnTo>
                    <a:lnTo>
                      <a:pt x="75" y="10"/>
                    </a:lnTo>
                    <a:lnTo>
                      <a:pt x="85" y="6"/>
                    </a:lnTo>
                    <a:lnTo>
                      <a:pt x="106" y="1"/>
                    </a:lnTo>
                    <a:lnTo>
                      <a:pt x="131" y="0"/>
                    </a:lnTo>
                    <a:lnTo>
                      <a:pt x="180" y="6"/>
                    </a:lnTo>
                    <a:lnTo>
                      <a:pt x="201" y="16"/>
                    </a:lnTo>
                    <a:lnTo>
                      <a:pt x="208" y="22"/>
                    </a:lnTo>
                    <a:lnTo>
                      <a:pt x="217" y="29"/>
                    </a:lnTo>
                    <a:lnTo>
                      <a:pt x="240" y="62"/>
                    </a:lnTo>
                    <a:lnTo>
                      <a:pt x="249" y="103"/>
                    </a:lnTo>
                    <a:lnTo>
                      <a:pt x="246" y="127"/>
                    </a:lnTo>
                    <a:lnTo>
                      <a:pt x="240" y="151"/>
                    </a:lnTo>
                    <a:lnTo>
                      <a:pt x="228" y="174"/>
                    </a:lnTo>
                    <a:lnTo>
                      <a:pt x="212" y="198"/>
                    </a:lnTo>
                    <a:lnTo>
                      <a:pt x="208" y="201"/>
                    </a:lnTo>
                    <a:lnTo>
                      <a:pt x="204" y="206"/>
                    </a:lnTo>
                    <a:lnTo>
                      <a:pt x="198" y="211"/>
                    </a:lnTo>
                    <a:lnTo>
                      <a:pt x="193" y="217"/>
                    </a:lnTo>
                    <a:lnTo>
                      <a:pt x="187" y="223"/>
                    </a:lnTo>
                    <a:lnTo>
                      <a:pt x="181" y="230"/>
                    </a:lnTo>
                    <a:lnTo>
                      <a:pt x="174" y="237"/>
                    </a:lnTo>
                    <a:lnTo>
                      <a:pt x="165" y="245"/>
                    </a:lnTo>
                    <a:lnTo>
                      <a:pt x="156" y="252"/>
                    </a:lnTo>
                    <a:lnTo>
                      <a:pt x="149" y="259"/>
                    </a:lnTo>
                    <a:lnTo>
                      <a:pt x="143" y="264"/>
                    </a:lnTo>
                    <a:lnTo>
                      <a:pt x="137" y="270"/>
                    </a:lnTo>
                    <a:lnTo>
                      <a:pt x="128" y="278"/>
                    </a:lnTo>
                    <a:lnTo>
                      <a:pt x="122" y="285"/>
                    </a:lnTo>
                    <a:lnTo>
                      <a:pt x="109" y="305"/>
                    </a:lnTo>
                    <a:lnTo>
                      <a:pt x="249" y="305"/>
                    </a:lnTo>
                    <a:lnTo>
                      <a:pt x="249" y="30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19" name="Google Shape;619;p49"/>
              <p:cNvSpPr/>
              <p:nvPr/>
            </p:nvSpPr>
            <p:spPr>
              <a:xfrm>
                <a:off x="1247" y="1077"/>
                <a:ext cx="92" cy="190"/>
              </a:xfrm>
              <a:custGeom>
                <a:rect b="b" l="l" r="r" t="t"/>
                <a:pathLst>
                  <a:path extrusionOk="0" h="382" w="276">
                    <a:moveTo>
                      <a:pt x="32" y="296"/>
                    </a:moveTo>
                    <a:lnTo>
                      <a:pt x="103" y="271"/>
                    </a:lnTo>
                    <a:lnTo>
                      <a:pt x="114" y="294"/>
                    </a:lnTo>
                    <a:lnTo>
                      <a:pt x="129" y="308"/>
                    </a:lnTo>
                    <a:lnTo>
                      <a:pt x="137" y="313"/>
                    </a:lnTo>
                    <a:lnTo>
                      <a:pt x="146" y="315"/>
                    </a:lnTo>
                    <a:lnTo>
                      <a:pt x="164" y="315"/>
                    </a:lnTo>
                    <a:lnTo>
                      <a:pt x="182" y="307"/>
                    </a:lnTo>
                    <a:lnTo>
                      <a:pt x="195" y="290"/>
                    </a:lnTo>
                    <a:lnTo>
                      <a:pt x="201" y="270"/>
                    </a:lnTo>
                    <a:lnTo>
                      <a:pt x="198" y="243"/>
                    </a:lnTo>
                    <a:lnTo>
                      <a:pt x="189" y="220"/>
                    </a:lnTo>
                    <a:lnTo>
                      <a:pt x="175" y="205"/>
                    </a:lnTo>
                    <a:lnTo>
                      <a:pt x="167" y="199"/>
                    </a:lnTo>
                    <a:lnTo>
                      <a:pt x="158" y="195"/>
                    </a:lnTo>
                    <a:lnTo>
                      <a:pt x="140" y="195"/>
                    </a:lnTo>
                    <a:lnTo>
                      <a:pt x="113" y="207"/>
                    </a:lnTo>
                    <a:lnTo>
                      <a:pt x="105" y="149"/>
                    </a:lnTo>
                    <a:lnTo>
                      <a:pt x="128" y="142"/>
                    </a:lnTo>
                    <a:lnTo>
                      <a:pt x="140" y="130"/>
                    </a:lnTo>
                    <a:lnTo>
                      <a:pt x="147" y="113"/>
                    </a:lnTo>
                    <a:lnTo>
                      <a:pt x="145" y="95"/>
                    </a:lnTo>
                    <a:lnTo>
                      <a:pt x="140" y="81"/>
                    </a:lnTo>
                    <a:lnTo>
                      <a:pt x="130" y="71"/>
                    </a:lnTo>
                    <a:lnTo>
                      <a:pt x="124" y="68"/>
                    </a:lnTo>
                    <a:lnTo>
                      <a:pt x="118" y="65"/>
                    </a:lnTo>
                    <a:lnTo>
                      <a:pt x="103" y="66"/>
                    </a:lnTo>
                    <a:lnTo>
                      <a:pt x="89" y="72"/>
                    </a:lnTo>
                    <a:lnTo>
                      <a:pt x="80" y="83"/>
                    </a:lnTo>
                    <a:lnTo>
                      <a:pt x="73" y="99"/>
                    </a:lnTo>
                    <a:lnTo>
                      <a:pt x="75" y="119"/>
                    </a:lnTo>
                    <a:lnTo>
                      <a:pt x="0" y="125"/>
                    </a:lnTo>
                    <a:lnTo>
                      <a:pt x="1" y="94"/>
                    </a:lnTo>
                    <a:lnTo>
                      <a:pt x="2" y="80"/>
                    </a:lnTo>
                    <a:lnTo>
                      <a:pt x="6" y="68"/>
                    </a:lnTo>
                    <a:lnTo>
                      <a:pt x="10" y="62"/>
                    </a:lnTo>
                    <a:lnTo>
                      <a:pt x="12" y="57"/>
                    </a:lnTo>
                    <a:lnTo>
                      <a:pt x="14" y="51"/>
                    </a:lnTo>
                    <a:lnTo>
                      <a:pt x="18" y="46"/>
                    </a:lnTo>
                    <a:lnTo>
                      <a:pt x="27" y="36"/>
                    </a:lnTo>
                    <a:lnTo>
                      <a:pt x="37" y="27"/>
                    </a:lnTo>
                    <a:lnTo>
                      <a:pt x="48" y="19"/>
                    </a:lnTo>
                    <a:lnTo>
                      <a:pt x="60" y="12"/>
                    </a:lnTo>
                    <a:lnTo>
                      <a:pt x="87" y="4"/>
                    </a:lnTo>
                    <a:lnTo>
                      <a:pt x="135" y="0"/>
                    </a:lnTo>
                    <a:lnTo>
                      <a:pt x="156" y="6"/>
                    </a:lnTo>
                    <a:lnTo>
                      <a:pt x="166" y="11"/>
                    </a:lnTo>
                    <a:lnTo>
                      <a:pt x="177" y="17"/>
                    </a:lnTo>
                    <a:lnTo>
                      <a:pt x="203" y="40"/>
                    </a:lnTo>
                    <a:lnTo>
                      <a:pt x="216" y="71"/>
                    </a:lnTo>
                    <a:lnTo>
                      <a:pt x="219" y="94"/>
                    </a:lnTo>
                    <a:lnTo>
                      <a:pt x="212" y="116"/>
                    </a:lnTo>
                    <a:lnTo>
                      <a:pt x="207" y="128"/>
                    </a:lnTo>
                    <a:lnTo>
                      <a:pt x="204" y="133"/>
                    </a:lnTo>
                    <a:lnTo>
                      <a:pt x="200" y="137"/>
                    </a:lnTo>
                    <a:lnTo>
                      <a:pt x="190" y="148"/>
                    </a:lnTo>
                    <a:lnTo>
                      <a:pt x="180" y="159"/>
                    </a:lnTo>
                    <a:lnTo>
                      <a:pt x="211" y="164"/>
                    </a:lnTo>
                    <a:lnTo>
                      <a:pt x="226" y="170"/>
                    </a:lnTo>
                    <a:lnTo>
                      <a:pt x="238" y="177"/>
                    </a:lnTo>
                    <a:lnTo>
                      <a:pt x="260" y="201"/>
                    </a:lnTo>
                    <a:lnTo>
                      <a:pt x="271" y="231"/>
                    </a:lnTo>
                    <a:lnTo>
                      <a:pt x="276" y="255"/>
                    </a:lnTo>
                    <a:lnTo>
                      <a:pt x="274" y="279"/>
                    </a:lnTo>
                    <a:lnTo>
                      <a:pt x="268" y="302"/>
                    </a:lnTo>
                    <a:lnTo>
                      <a:pt x="264" y="313"/>
                    </a:lnTo>
                    <a:lnTo>
                      <a:pt x="260" y="319"/>
                    </a:lnTo>
                    <a:lnTo>
                      <a:pt x="257" y="324"/>
                    </a:lnTo>
                    <a:lnTo>
                      <a:pt x="249" y="335"/>
                    </a:lnTo>
                    <a:lnTo>
                      <a:pt x="242" y="343"/>
                    </a:lnTo>
                    <a:lnTo>
                      <a:pt x="233" y="352"/>
                    </a:lnTo>
                    <a:lnTo>
                      <a:pt x="225" y="359"/>
                    </a:lnTo>
                    <a:lnTo>
                      <a:pt x="203" y="371"/>
                    </a:lnTo>
                    <a:lnTo>
                      <a:pt x="178" y="379"/>
                    </a:lnTo>
                    <a:lnTo>
                      <a:pt x="131" y="382"/>
                    </a:lnTo>
                    <a:lnTo>
                      <a:pt x="110" y="377"/>
                    </a:lnTo>
                    <a:lnTo>
                      <a:pt x="99" y="372"/>
                    </a:lnTo>
                    <a:lnTo>
                      <a:pt x="89" y="367"/>
                    </a:lnTo>
                    <a:lnTo>
                      <a:pt x="55" y="338"/>
                    </a:lnTo>
                    <a:lnTo>
                      <a:pt x="32" y="296"/>
                    </a:lnTo>
                    <a:lnTo>
                      <a:pt x="32" y="29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20" name="Google Shape;620;p49"/>
              <p:cNvSpPr/>
              <p:nvPr/>
            </p:nvSpPr>
            <p:spPr>
              <a:xfrm>
                <a:off x="1743" y="1788"/>
                <a:ext cx="90" cy="192"/>
              </a:xfrm>
              <a:custGeom>
                <a:rect b="b" l="l" r="r" t="t"/>
                <a:pathLst>
                  <a:path extrusionOk="0" h="383" w="271">
                    <a:moveTo>
                      <a:pt x="0" y="240"/>
                    </a:moveTo>
                    <a:lnTo>
                      <a:pt x="75" y="249"/>
                    </a:lnTo>
                    <a:lnTo>
                      <a:pt x="75" y="274"/>
                    </a:lnTo>
                    <a:lnTo>
                      <a:pt x="81" y="294"/>
                    </a:lnTo>
                    <a:lnTo>
                      <a:pt x="86" y="302"/>
                    </a:lnTo>
                    <a:lnTo>
                      <a:pt x="93" y="309"/>
                    </a:lnTo>
                    <a:lnTo>
                      <a:pt x="109" y="316"/>
                    </a:lnTo>
                    <a:lnTo>
                      <a:pt x="129" y="316"/>
                    </a:lnTo>
                    <a:lnTo>
                      <a:pt x="149" y="309"/>
                    </a:lnTo>
                    <a:lnTo>
                      <a:pt x="163" y="292"/>
                    </a:lnTo>
                    <a:lnTo>
                      <a:pt x="173" y="267"/>
                    </a:lnTo>
                    <a:lnTo>
                      <a:pt x="176" y="243"/>
                    </a:lnTo>
                    <a:lnTo>
                      <a:pt x="171" y="222"/>
                    </a:lnTo>
                    <a:lnTo>
                      <a:pt x="166" y="214"/>
                    </a:lnTo>
                    <a:lnTo>
                      <a:pt x="160" y="208"/>
                    </a:lnTo>
                    <a:lnTo>
                      <a:pt x="144" y="199"/>
                    </a:lnTo>
                    <a:lnTo>
                      <a:pt x="114" y="198"/>
                    </a:lnTo>
                    <a:lnTo>
                      <a:pt x="135" y="143"/>
                    </a:lnTo>
                    <a:lnTo>
                      <a:pt x="157" y="145"/>
                    </a:lnTo>
                    <a:lnTo>
                      <a:pt x="174" y="140"/>
                    </a:lnTo>
                    <a:lnTo>
                      <a:pt x="188" y="128"/>
                    </a:lnTo>
                    <a:lnTo>
                      <a:pt x="195" y="112"/>
                    </a:lnTo>
                    <a:lnTo>
                      <a:pt x="198" y="97"/>
                    </a:lnTo>
                    <a:lnTo>
                      <a:pt x="193" y="84"/>
                    </a:lnTo>
                    <a:lnTo>
                      <a:pt x="189" y="78"/>
                    </a:lnTo>
                    <a:lnTo>
                      <a:pt x="184" y="73"/>
                    </a:lnTo>
                    <a:lnTo>
                      <a:pt x="171" y="67"/>
                    </a:lnTo>
                    <a:lnTo>
                      <a:pt x="157" y="67"/>
                    </a:lnTo>
                    <a:lnTo>
                      <a:pt x="142" y="73"/>
                    </a:lnTo>
                    <a:lnTo>
                      <a:pt x="130" y="84"/>
                    </a:lnTo>
                    <a:lnTo>
                      <a:pt x="121" y="102"/>
                    </a:lnTo>
                    <a:lnTo>
                      <a:pt x="51" y="74"/>
                    </a:lnTo>
                    <a:lnTo>
                      <a:pt x="67" y="45"/>
                    </a:lnTo>
                    <a:lnTo>
                      <a:pt x="76" y="34"/>
                    </a:lnTo>
                    <a:lnTo>
                      <a:pt x="85" y="25"/>
                    </a:lnTo>
                    <a:lnTo>
                      <a:pt x="94" y="18"/>
                    </a:lnTo>
                    <a:lnTo>
                      <a:pt x="99" y="14"/>
                    </a:lnTo>
                    <a:lnTo>
                      <a:pt x="105" y="10"/>
                    </a:lnTo>
                    <a:lnTo>
                      <a:pt x="117" y="7"/>
                    </a:lnTo>
                    <a:lnTo>
                      <a:pt x="130" y="2"/>
                    </a:lnTo>
                    <a:lnTo>
                      <a:pt x="144" y="1"/>
                    </a:lnTo>
                    <a:lnTo>
                      <a:pt x="158" y="0"/>
                    </a:lnTo>
                    <a:lnTo>
                      <a:pt x="187" y="4"/>
                    </a:lnTo>
                    <a:lnTo>
                      <a:pt x="231" y="24"/>
                    </a:lnTo>
                    <a:lnTo>
                      <a:pt x="247" y="38"/>
                    </a:lnTo>
                    <a:lnTo>
                      <a:pt x="254" y="47"/>
                    </a:lnTo>
                    <a:lnTo>
                      <a:pt x="259" y="56"/>
                    </a:lnTo>
                    <a:lnTo>
                      <a:pt x="271" y="90"/>
                    </a:lnTo>
                    <a:lnTo>
                      <a:pt x="270" y="122"/>
                    </a:lnTo>
                    <a:lnTo>
                      <a:pt x="260" y="144"/>
                    </a:lnTo>
                    <a:lnTo>
                      <a:pt x="246" y="161"/>
                    </a:lnTo>
                    <a:lnTo>
                      <a:pt x="241" y="164"/>
                    </a:lnTo>
                    <a:lnTo>
                      <a:pt x="236" y="168"/>
                    </a:lnTo>
                    <a:lnTo>
                      <a:pt x="223" y="174"/>
                    </a:lnTo>
                    <a:lnTo>
                      <a:pt x="211" y="180"/>
                    </a:lnTo>
                    <a:lnTo>
                      <a:pt x="196" y="184"/>
                    </a:lnTo>
                    <a:lnTo>
                      <a:pt x="222" y="202"/>
                    </a:lnTo>
                    <a:lnTo>
                      <a:pt x="232" y="215"/>
                    </a:lnTo>
                    <a:lnTo>
                      <a:pt x="239" y="227"/>
                    </a:lnTo>
                    <a:lnTo>
                      <a:pt x="248" y="257"/>
                    </a:lnTo>
                    <a:lnTo>
                      <a:pt x="244" y="290"/>
                    </a:lnTo>
                    <a:lnTo>
                      <a:pt x="236" y="314"/>
                    </a:lnTo>
                    <a:lnTo>
                      <a:pt x="223" y="333"/>
                    </a:lnTo>
                    <a:lnTo>
                      <a:pt x="208" y="351"/>
                    </a:lnTo>
                    <a:lnTo>
                      <a:pt x="199" y="358"/>
                    </a:lnTo>
                    <a:lnTo>
                      <a:pt x="188" y="365"/>
                    </a:lnTo>
                    <a:lnTo>
                      <a:pt x="177" y="371"/>
                    </a:lnTo>
                    <a:lnTo>
                      <a:pt x="166" y="376"/>
                    </a:lnTo>
                    <a:lnTo>
                      <a:pt x="153" y="380"/>
                    </a:lnTo>
                    <a:lnTo>
                      <a:pt x="142" y="382"/>
                    </a:lnTo>
                    <a:lnTo>
                      <a:pt x="118" y="383"/>
                    </a:lnTo>
                    <a:lnTo>
                      <a:pt x="92" y="379"/>
                    </a:lnTo>
                    <a:lnTo>
                      <a:pt x="49" y="361"/>
                    </a:lnTo>
                    <a:lnTo>
                      <a:pt x="32" y="346"/>
                    </a:lnTo>
                    <a:lnTo>
                      <a:pt x="24" y="338"/>
                    </a:lnTo>
                    <a:lnTo>
                      <a:pt x="18" y="328"/>
                    </a:lnTo>
                    <a:lnTo>
                      <a:pt x="1" y="287"/>
                    </a:lnTo>
                    <a:lnTo>
                      <a:pt x="0" y="240"/>
                    </a:lnTo>
                    <a:lnTo>
                      <a:pt x="0" y="24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21" name="Google Shape;621;p49"/>
              <p:cNvSpPr/>
              <p:nvPr/>
            </p:nvSpPr>
            <p:spPr>
              <a:xfrm>
                <a:off x="1736" y="1070"/>
                <a:ext cx="82" cy="189"/>
              </a:xfrm>
              <a:custGeom>
                <a:rect b="b" l="l" r="r" t="t"/>
                <a:pathLst>
                  <a:path extrusionOk="0" h="378" w="247">
                    <a:moveTo>
                      <a:pt x="247" y="304"/>
                    </a:moveTo>
                    <a:lnTo>
                      <a:pt x="247" y="378"/>
                    </a:lnTo>
                    <a:lnTo>
                      <a:pt x="0" y="378"/>
                    </a:lnTo>
                    <a:lnTo>
                      <a:pt x="3" y="360"/>
                    </a:lnTo>
                    <a:lnTo>
                      <a:pt x="7" y="342"/>
                    </a:lnTo>
                    <a:lnTo>
                      <a:pt x="14" y="324"/>
                    </a:lnTo>
                    <a:lnTo>
                      <a:pt x="23" y="307"/>
                    </a:lnTo>
                    <a:lnTo>
                      <a:pt x="36" y="289"/>
                    </a:lnTo>
                    <a:lnTo>
                      <a:pt x="39" y="284"/>
                    </a:lnTo>
                    <a:lnTo>
                      <a:pt x="43" y="278"/>
                    </a:lnTo>
                    <a:lnTo>
                      <a:pt x="53" y="268"/>
                    </a:lnTo>
                    <a:lnTo>
                      <a:pt x="58" y="262"/>
                    </a:lnTo>
                    <a:lnTo>
                      <a:pt x="63" y="256"/>
                    </a:lnTo>
                    <a:lnTo>
                      <a:pt x="69" y="250"/>
                    </a:lnTo>
                    <a:lnTo>
                      <a:pt x="75" y="244"/>
                    </a:lnTo>
                    <a:lnTo>
                      <a:pt x="81" y="238"/>
                    </a:lnTo>
                    <a:lnTo>
                      <a:pt x="87" y="232"/>
                    </a:lnTo>
                    <a:lnTo>
                      <a:pt x="94" y="225"/>
                    </a:lnTo>
                    <a:lnTo>
                      <a:pt x="101" y="218"/>
                    </a:lnTo>
                    <a:lnTo>
                      <a:pt x="107" y="213"/>
                    </a:lnTo>
                    <a:lnTo>
                      <a:pt x="113" y="207"/>
                    </a:lnTo>
                    <a:lnTo>
                      <a:pt x="123" y="198"/>
                    </a:lnTo>
                    <a:lnTo>
                      <a:pt x="132" y="189"/>
                    </a:lnTo>
                    <a:lnTo>
                      <a:pt x="139" y="182"/>
                    </a:lnTo>
                    <a:lnTo>
                      <a:pt x="145" y="173"/>
                    </a:lnTo>
                    <a:lnTo>
                      <a:pt x="151" y="167"/>
                    </a:lnTo>
                    <a:lnTo>
                      <a:pt x="160" y="158"/>
                    </a:lnTo>
                    <a:lnTo>
                      <a:pt x="170" y="136"/>
                    </a:lnTo>
                    <a:lnTo>
                      <a:pt x="173" y="114"/>
                    </a:lnTo>
                    <a:lnTo>
                      <a:pt x="171" y="94"/>
                    </a:lnTo>
                    <a:lnTo>
                      <a:pt x="161" y="77"/>
                    </a:lnTo>
                    <a:lnTo>
                      <a:pt x="155" y="72"/>
                    </a:lnTo>
                    <a:lnTo>
                      <a:pt x="148" y="67"/>
                    </a:lnTo>
                    <a:lnTo>
                      <a:pt x="129" y="65"/>
                    </a:lnTo>
                    <a:lnTo>
                      <a:pt x="111" y="67"/>
                    </a:lnTo>
                    <a:lnTo>
                      <a:pt x="96" y="78"/>
                    </a:lnTo>
                    <a:lnTo>
                      <a:pt x="86" y="95"/>
                    </a:lnTo>
                    <a:lnTo>
                      <a:pt x="82" y="121"/>
                    </a:lnTo>
                    <a:lnTo>
                      <a:pt x="7" y="115"/>
                    </a:lnTo>
                    <a:lnTo>
                      <a:pt x="12" y="87"/>
                    </a:lnTo>
                    <a:lnTo>
                      <a:pt x="16" y="73"/>
                    </a:lnTo>
                    <a:lnTo>
                      <a:pt x="20" y="61"/>
                    </a:lnTo>
                    <a:lnTo>
                      <a:pt x="32" y="42"/>
                    </a:lnTo>
                    <a:lnTo>
                      <a:pt x="39" y="34"/>
                    </a:lnTo>
                    <a:lnTo>
                      <a:pt x="47" y="26"/>
                    </a:lnTo>
                    <a:lnTo>
                      <a:pt x="55" y="20"/>
                    </a:lnTo>
                    <a:lnTo>
                      <a:pt x="64" y="14"/>
                    </a:lnTo>
                    <a:lnTo>
                      <a:pt x="75" y="10"/>
                    </a:lnTo>
                    <a:lnTo>
                      <a:pt x="85" y="6"/>
                    </a:lnTo>
                    <a:lnTo>
                      <a:pt x="106" y="2"/>
                    </a:lnTo>
                    <a:lnTo>
                      <a:pt x="130" y="0"/>
                    </a:lnTo>
                    <a:lnTo>
                      <a:pt x="180" y="7"/>
                    </a:lnTo>
                    <a:lnTo>
                      <a:pt x="199" y="17"/>
                    </a:lnTo>
                    <a:lnTo>
                      <a:pt x="209" y="22"/>
                    </a:lnTo>
                    <a:lnTo>
                      <a:pt x="216" y="29"/>
                    </a:lnTo>
                    <a:lnTo>
                      <a:pt x="240" y="63"/>
                    </a:lnTo>
                    <a:lnTo>
                      <a:pt x="247" y="102"/>
                    </a:lnTo>
                    <a:lnTo>
                      <a:pt x="246" y="126"/>
                    </a:lnTo>
                    <a:lnTo>
                      <a:pt x="240" y="150"/>
                    </a:lnTo>
                    <a:lnTo>
                      <a:pt x="228" y="173"/>
                    </a:lnTo>
                    <a:lnTo>
                      <a:pt x="212" y="197"/>
                    </a:lnTo>
                    <a:lnTo>
                      <a:pt x="203" y="206"/>
                    </a:lnTo>
                    <a:lnTo>
                      <a:pt x="199" y="212"/>
                    </a:lnTo>
                    <a:lnTo>
                      <a:pt x="193" y="218"/>
                    </a:lnTo>
                    <a:lnTo>
                      <a:pt x="187" y="224"/>
                    </a:lnTo>
                    <a:lnTo>
                      <a:pt x="181" y="230"/>
                    </a:lnTo>
                    <a:lnTo>
                      <a:pt x="173" y="237"/>
                    </a:lnTo>
                    <a:lnTo>
                      <a:pt x="165" y="244"/>
                    </a:lnTo>
                    <a:lnTo>
                      <a:pt x="156" y="251"/>
                    </a:lnTo>
                    <a:lnTo>
                      <a:pt x="149" y="259"/>
                    </a:lnTo>
                    <a:lnTo>
                      <a:pt x="143" y="265"/>
                    </a:lnTo>
                    <a:lnTo>
                      <a:pt x="137" y="269"/>
                    </a:lnTo>
                    <a:lnTo>
                      <a:pt x="128" y="278"/>
                    </a:lnTo>
                    <a:lnTo>
                      <a:pt x="122" y="285"/>
                    </a:lnTo>
                    <a:lnTo>
                      <a:pt x="107" y="304"/>
                    </a:lnTo>
                    <a:lnTo>
                      <a:pt x="247" y="304"/>
                    </a:lnTo>
                    <a:lnTo>
                      <a:pt x="247" y="30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22" name="Google Shape;622;p49"/>
              <p:cNvSpPr/>
              <p:nvPr/>
            </p:nvSpPr>
            <p:spPr>
              <a:xfrm>
                <a:off x="1348" y="1139"/>
                <a:ext cx="72" cy="192"/>
              </a:xfrm>
              <a:custGeom>
                <a:rect b="b" l="l" r="r" t="t"/>
                <a:pathLst>
                  <a:path extrusionOk="0" h="385" w="216">
                    <a:moveTo>
                      <a:pt x="216" y="373"/>
                    </a:moveTo>
                    <a:lnTo>
                      <a:pt x="142" y="385"/>
                    </a:lnTo>
                    <a:lnTo>
                      <a:pt x="96" y="117"/>
                    </a:lnTo>
                    <a:lnTo>
                      <a:pt x="88" y="129"/>
                    </a:lnTo>
                    <a:lnTo>
                      <a:pt x="83" y="134"/>
                    </a:lnTo>
                    <a:lnTo>
                      <a:pt x="79" y="138"/>
                    </a:lnTo>
                    <a:lnTo>
                      <a:pt x="69" y="149"/>
                    </a:lnTo>
                    <a:lnTo>
                      <a:pt x="59" y="159"/>
                    </a:lnTo>
                    <a:lnTo>
                      <a:pt x="48" y="169"/>
                    </a:lnTo>
                    <a:lnTo>
                      <a:pt x="37" y="177"/>
                    </a:lnTo>
                    <a:lnTo>
                      <a:pt x="24" y="185"/>
                    </a:lnTo>
                    <a:lnTo>
                      <a:pt x="12" y="193"/>
                    </a:lnTo>
                    <a:lnTo>
                      <a:pt x="0" y="120"/>
                    </a:lnTo>
                    <a:lnTo>
                      <a:pt x="27" y="102"/>
                    </a:lnTo>
                    <a:lnTo>
                      <a:pt x="42" y="90"/>
                    </a:lnTo>
                    <a:lnTo>
                      <a:pt x="49" y="83"/>
                    </a:lnTo>
                    <a:lnTo>
                      <a:pt x="56" y="76"/>
                    </a:lnTo>
                    <a:lnTo>
                      <a:pt x="64" y="69"/>
                    </a:lnTo>
                    <a:lnTo>
                      <a:pt x="69" y="60"/>
                    </a:lnTo>
                    <a:lnTo>
                      <a:pt x="75" y="52"/>
                    </a:lnTo>
                    <a:lnTo>
                      <a:pt x="80" y="45"/>
                    </a:lnTo>
                    <a:lnTo>
                      <a:pt x="92" y="10"/>
                    </a:lnTo>
                    <a:lnTo>
                      <a:pt x="151" y="0"/>
                    </a:lnTo>
                    <a:lnTo>
                      <a:pt x="216" y="373"/>
                    </a:lnTo>
                    <a:lnTo>
                      <a:pt x="216" y="37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23" name="Google Shape;623;p49"/>
              <p:cNvSpPr/>
              <p:nvPr/>
            </p:nvSpPr>
            <p:spPr>
              <a:xfrm>
                <a:off x="1092" y="1791"/>
                <a:ext cx="84" cy="191"/>
              </a:xfrm>
              <a:custGeom>
                <a:rect b="b" l="l" r="r" t="t"/>
                <a:pathLst>
                  <a:path extrusionOk="0" h="381" w="253">
                    <a:moveTo>
                      <a:pt x="253" y="358"/>
                    </a:moveTo>
                    <a:lnTo>
                      <a:pt x="182" y="381"/>
                    </a:lnTo>
                    <a:lnTo>
                      <a:pt x="94" y="122"/>
                    </a:lnTo>
                    <a:lnTo>
                      <a:pt x="87" y="136"/>
                    </a:lnTo>
                    <a:lnTo>
                      <a:pt x="83" y="142"/>
                    </a:lnTo>
                    <a:lnTo>
                      <a:pt x="80" y="148"/>
                    </a:lnTo>
                    <a:lnTo>
                      <a:pt x="72" y="160"/>
                    </a:lnTo>
                    <a:lnTo>
                      <a:pt x="64" y="170"/>
                    </a:lnTo>
                    <a:lnTo>
                      <a:pt x="55" y="181"/>
                    </a:lnTo>
                    <a:lnTo>
                      <a:pt x="45" y="191"/>
                    </a:lnTo>
                    <a:lnTo>
                      <a:pt x="34" y="202"/>
                    </a:lnTo>
                    <a:lnTo>
                      <a:pt x="23" y="210"/>
                    </a:lnTo>
                    <a:lnTo>
                      <a:pt x="0" y="140"/>
                    </a:lnTo>
                    <a:lnTo>
                      <a:pt x="24" y="119"/>
                    </a:lnTo>
                    <a:lnTo>
                      <a:pt x="35" y="104"/>
                    </a:lnTo>
                    <a:lnTo>
                      <a:pt x="43" y="97"/>
                    </a:lnTo>
                    <a:lnTo>
                      <a:pt x="48" y="89"/>
                    </a:lnTo>
                    <a:lnTo>
                      <a:pt x="55" y="80"/>
                    </a:lnTo>
                    <a:lnTo>
                      <a:pt x="59" y="72"/>
                    </a:lnTo>
                    <a:lnTo>
                      <a:pt x="64" y="62"/>
                    </a:lnTo>
                    <a:lnTo>
                      <a:pt x="66" y="54"/>
                    </a:lnTo>
                    <a:lnTo>
                      <a:pt x="73" y="18"/>
                    </a:lnTo>
                    <a:lnTo>
                      <a:pt x="131" y="0"/>
                    </a:lnTo>
                    <a:lnTo>
                      <a:pt x="253" y="358"/>
                    </a:lnTo>
                    <a:lnTo>
                      <a:pt x="253" y="35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24" name="Google Shape;624;p49"/>
              <p:cNvSpPr/>
              <p:nvPr/>
            </p:nvSpPr>
            <p:spPr>
              <a:xfrm>
                <a:off x="1426" y="1068"/>
                <a:ext cx="100" cy="195"/>
              </a:xfrm>
              <a:custGeom>
                <a:rect b="b" l="l" r="r" t="t"/>
                <a:pathLst>
                  <a:path extrusionOk="0" h="390" w="300">
                    <a:moveTo>
                      <a:pt x="0" y="243"/>
                    </a:moveTo>
                    <a:lnTo>
                      <a:pt x="65" y="252"/>
                    </a:lnTo>
                    <a:lnTo>
                      <a:pt x="65" y="277"/>
                    </a:lnTo>
                    <a:lnTo>
                      <a:pt x="72" y="298"/>
                    </a:lnTo>
                    <a:lnTo>
                      <a:pt x="79" y="306"/>
                    </a:lnTo>
                    <a:lnTo>
                      <a:pt x="86" y="313"/>
                    </a:lnTo>
                    <a:lnTo>
                      <a:pt x="103" y="322"/>
                    </a:lnTo>
                    <a:lnTo>
                      <a:pt x="125" y="323"/>
                    </a:lnTo>
                    <a:lnTo>
                      <a:pt x="146" y="317"/>
                    </a:lnTo>
                    <a:lnTo>
                      <a:pt x="165" y="301"/>
                    </a:lnTo>
                    <a:lnTo>
                      <a:pt x="174" y="276"/>
                    </a:lnTo>
                    <a:lnTo>
                      <a:pt x="178" y="249"/>
                    </a:lnTo>
                    <a:lnTo>
                      <a:pt x="173" y="229"/>
                    </a:lnTo>
                    <a:lnTo>
                      <a:pt x="167" y="221"/>
                    </a:lnTo>
                    <a:lnTo>
                      <a:pt x="160" y="215"/>
                    </a:lnTo>
                    <a:lnTo>
                      <a:pt x="140" y="205"/>
                    </a:lnTo>
                    <a:lnTo>
                      <a:pt x="112" y="205"/>
                    </a:lnTo>
                    <a:lnTo>
                      <a:pt x="97" y="210"/>
                    </a:lnTo>
                    <a:lnTo>
                      <a:pt x="90" y="213"/>
                    </a:lnTo>
                    <a:lnTo>
                      <a:pt x="81" y="219"/>
                    </a:lnTo>
                    <a:lnTo>
                      <a:pt x="22" y="193"/>
                    </a:lnTo>
                    <a:lnTo>
                      <a:pt x="120" y="0"/>
                    </a:lnTo>
                    <a:lnTo>
                      <a:pt x="300" y="50"/>
                    </a:lnTo>
                    <a:lnTo>
                      <a:pt x="280" y="121"/>
                    </a:lnTo>
                    <a:lnTo>
                      <a:pt x="158" y="88"/>
                    </a:lnTo>
                    <a:lnTo>
                      <a:pt x="126" y="148"/>
                    </a:lnTo>
                    <a:lnTo>
                      <a:pt x="139" y="146"/>
                    </a:lnTo>
                    <a:lnTo>
                      <a:pt x="151" y="144"/>
                    </a:lnTo>
                    <a:lnTo>
                      <a:pt x="176" y="147"/>
                    </a:lnTo>
                    <a:lnTo>
                      <a:pt x="214" y="166"/>
                    </a:lnTo>
                    <a:lnTo>
                      <a:pt x="230" y="182"/>
                    </a:lnTo>
                    <a:lnTo>
                      <a:pt x="235" y="190"/>
                    </a:lnTo>
                    <a:lnTo>
                      <a:pt x="241" y="200"/>
                    </a:lnTo>
                    <a:lnTo>
                      <a:pt x="254" y="245"/>
                    </a:lnTo>
                    <a:lnTo>
                      <a:pt x="247" y="294"/>
                    </a:lnTo>
                    <a:lnTo>
                      <a:pt x="240" y="314"/>
                    </a:lnTo>
                    <a:lnTo>
                      <a:pt x="230" y="334"/>
                    </a:lnTo>
                    <a:lnTo>
                      <a:pt x="215" y="350"/>
                    </a:lnTo>
                    <a:lnTo>
                      <a:pt x="199" y="365"/>
                    </a:lnTo>
                    <a:lnTo>
                      <a:pt x="193" y="370"/>
                    </a:lnTo>
                    <a:lnTo>
                      <a:pt x="187" y="373"/>
                    </a:lnTo>
                    <a:lnTo>
                      <a:pt x="181" y="377"/>
                    </a:lnTo>
                    <a:lnTo>
                      <a:pt x="173" y="381"/>
                    </a:lnTo>
                    <a:lnTo>
                      <a:pt x="161" y="385"/>
                    </a:lnTo>
                    <a:lnTo>
                      <a:pt x="147" y="388"/>
                    </a:lnTo>
                    <a:lnTo>
                      <a:pt x="133" y="390"/>
                    </a:lnTo>
                    <a:lnTo>
                      <a:pt x="118" y="390"/>
                    </a:lnTo>
                    <a:lnTo>
                      <a:pt x="88" y="385"/>
                    </a:lnTo>
                    <a:lnTo>
                      <a:pt x="44" y="365"/>
                    </a:lnTo>
                    <a:lnTo>
                      <a:pt x="28" y="350"/>
                    </a:lnTo>
                    <a:lnTo>
                      <a:pt x="21" y="342"/>
                    </a:lnTo>
                    <a:lnTo>
                      <a:pt x="15" y="332"/>
                    </a:lnTo>
                    <a:lnTo>
                      <a:pt x="0" y="292"/>
                    </a:lnTo>
                    <a:lnTo>
                      <a:pt x="0" y="243"/>
                    </a:lnTo>
                    <a:lnTo>
                      <a:pt x="0" y="24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25" name="Google Shape;625;p49"/>
              <p:cNvSpPr/>
              <p:nvPr/>
            </p:nvSpPr>
            <p:spPr>
              <a:xfrm>
                <a:off x="1009" y="1325"/>
                <a:ext cx="96" cy="194"/>
              </a:xfrm>
              <a:custGeom>
                <a:rect b="b" l="l" r="r" t="t"/>
                <a:pathLst>
                  <a:path extrusionOk="0" h="389" w="289">
                    <a:moveTo>
                      <a:pt x="0" y="247"/>
                    </a:moveTo>
                    <a:lnTo>
                      <a:pt x="67" y="254"/>
                    </a:lnTo>
                    <a:lnTo>
                      <a:pt x="68" y="278"/>
                    </a:lnTo>
                    <a:lnTo>
                      <a:pt x="75" y="299"/>
                    </a:lnTo>
                    <a:lnTo>
                      <a:pt x="83" y="307"/>
                    </a:lnTo>
                    <a:lnTo>
                      <a:pt x="90" y="313"/>
                    </a:lnTo>
                    <a:lnTo>
                      <a:pt x="107" y="321"/>
                    </a:lnTo>
                    <a:lnTo>
                      <a:pt x="129" y="321"/>
                    </a:lnTo>
                    <a:lnTo>
                      <a:pt x="150" y="315"/>
                    </a:lnTo>
                    <a:lnTo>
                      <a:pt x="166" y="299"/>
                    </a:lnTo>
                    <a:lnTo>
                      <a:pt x="177" y="272"/>
                    </a:lnTo>
                    <a:lnTo>
                      <a:pt x="180" y="246"/>
                    </a:lnTo>
                    <a:lnTo>
                      <a:pt x="172" y="226"/>
                    </a:lnTo>
                    <a:lnTo>
                      <a:pt x="166" y="218"/>
                    </a:lnTo>
                    <a:lnTo>
                      <a:pt x="158" y="212"/>
                    </a:lnTo>
                    <a:lnTo>
                      <a:pt x="138" y="203"/>
                    </a:lnTo>
                    <a:lnTo>
                      <a:pt x="110" y="205"/>
                    </a:lnTo>
                    <a:lnTo>
                      <a:pt x="95" y="209"/>
                    </a:lnTo>
                    <a:lnTo>
                      <a:pt x="88" y="214"/>
                    </a:lnTo>
                    <a:lnTo>
                      <a:pt x="80" y="219"/>
                    </a:lnTo>
                    <a:lnTo>
                      <a:pt x="20" y="197"/>
                    </a:lnTo>
                    <a:lnTo>
                      <a:pt x="107" y="0"/>
                    </a:lnTo>
                    <a:lnTo>
                      <a:pt x="289" y="41"/>
                    </a:lnTo>
                    <a:lnTo>
                      <a:pt x="273" y="112"/>
                    </a:lnTo>
                    <a:lnTo>
                      <a:pt x="150" y="84"/>
                    </a:lnTo>
                    <a:lnTo>
                      <a:pt x="122" y="147"/>
                    </a:lnTo>
                    <a:lnTo>
                      <a:pt x="134" y="144"/>
                    </a:lnTo>
                    <a:lnTo>
                      <a:pt x="147" y="142"/>
                    </a:lnTo>
                    <a:lnTo>
                      <a:pt x="171" y="143"/>
                    </a:lnTo>
                    <a:lnTo>
                      <a:pt x="211" y="161"/>
                    </a:lnTo>
                    <a:lnTo>
                      <a:pt x="225" y="176"/>
                    </a:lnTo>
                    <a:lnTo>
                      <a:pt x="233" y="184"/>
                    </a:lnTo>
                    <a:lnTo>
                      <a:pt x="239" y="194"/>
                    </a:lnTo>
                    <a:lnTo>
                      <a:pt x="254" y="237"/>
                    </a:lnTo>
                    <a:lnTo>
                      <a:pt x="250" y="286"/>
                    </a:lnTo>
                    <a:lnTo>
                      <a:pt x="244" y="308"/>
                    </a:lnTo>
                    <a:lnTo>
                      <a:pt x="234" y="327"/>
                    </a:lnTo>
                    <a:lnTo>
                      <a:pt x="222" y="344"/>
                    </a:lnTo>
                    <a:lnTo>
                      <a:pt x="206" y="360"/>
                    </a:lnTo>
                    <a:lnTo>
                      <a:pt x="199" y="365"/>
                    </a:lnTo>
                    <a:lnTo>
                      <a:pt x="195" y="368"/>
                    </a:lnTo>
                    <a:lnTo>
                      <a:pt x="188" y="373"/>
                    </a:lnTo>
                    <a:lnTo>
                      <a:pt x="181" y="377"/>
                    </a:lnTo>
                    <a:lnTo>
                      <a:pt x="169" y="382"/>
                    </a:lnTo>
                    <a:lnTo>
                      <a:pt x="155" y="385"/>
                    </a:lnTo>
                    <a:lnTo>
                      <a:pt x="140" y="389"/>
                    </a:lnTo>
                    <a:lnTo>
                      <a:pt x="127" y="389"/>
                    </a:lnTo>
                    <a:lnTo>
                      <a:pt x="95" y="385"/>
                    </a:lnTo>
                    <a:lnTo>
                      <a:pt x="51" y="367"/>
                    </a:lnTo>
                    <a:lnTo>
                      <a:pt x="34" y="354"/>
                    </a:lnTo>
                    <a:lnTo>
                      <a:pt x="26" y="345"/>
                    </a:lnTo>
                    <a:lnTo>
                      <a:pt x="20" y="337"/>
                    </a:lnTo>
                    <a:lnTo>
                      <a:pt x="2" y="296"/>
                    </a:lnTo>
                    <a:lnTo>
                      <a:pt x="0" y="247"/>
                    </a:lnTo>
                    <a:lnTo>
                      <a:pt x="0" y="24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26" name="Google Shape;626;p49"/>
              <p:cNvSpPr/>
              <p:nvPr/>
            </p:nvSpPr>
            <p:spPr>
              <a:xfrm>
                <a:off x="1792" y="1253"/>
                <a:ext cx="72" cy="192"/>
              </a:xfrm>
              <a:custGeom>
                <a:rect b="b" l="l" r="r" t="t"/>
                <a:pathLst>
                  <a:path extrusionOk="0" h="385" w="216">
                    <a:moveTo>
                      <a:pt x="216" y="372"/>
                    </a:moveTo>
                    <a:lnTo>
                      <a:pt x="142" y="385"/>
                    </a:lnTo>
                    <a:lnTo>
                      <a:pt x="95" y="115"/>
                    </a:lnTo>
                    <a:lnTo>
                      <a:pt x="87" y="127"/>
                    </a:lnTo>
                    <a:lnTo>
                      <a:pt x="83" y="132"/>
                    </a:lnTo>
                    <a:lnTo>
                      <a:pt x="78" y="138"/>
                    </a:lnTo>
                    <a:lnTo>
                      <a:pt x="68" y="149"/>
                    </a:lnTo>
                    <a:lnTo>
                      <a:pt x="59" y="157"/>
                    </a:lnTo>
                    <a:lnTo>
                      <a:pt x="47" y="168"/>
                    </a:lnTo>
                    <a:lnTo>
                      <a:pt x="36" y="175"/>
                    </a:lnTo>
                    <a:lnTo>
                      <a:pt x="24" y="184"/>
                    </a:lnTo>
                    <a:lnTo>
                      <a:pt x="12" y="191"/>
                    </a:lnTo>
                    <a:lnTo>
                      <a:pt x="0" y="119"/>
                    </a:lnTo>
                    <a:lnTo>
                      <a:pt x="27" y="102"/>
                    </a:lnTo>
                    <a:lnTo>
                      <a:pt x="41" y="89"/>
                    </a:lnTo>
                    <a:lnTo>
                      <a:pt x="49" y="83"/>
                    </a:lnTo>
                    <a:lnTo>
                      <a:pt x="55" y="76"/>
                    </a:lnTo>
                    <a:lnTo>
                      <a:pt x="62" y="67"/>
                    </a:lnTo>
                    <a:lnTo>
                      <a:pt x="68" y="60"/>
                    </a:lnTo>
                    <a:lnTo>
                      <a:pt x="74" y="51"/>
                    </a:lnTo>
                    <a:lnTo>
                      <a:pt x="79" y="43"/>
                    </a:lnTo>
                    <a:lnTo>
                      <a:pt x="92" y="9"/>
                    </a:lnTo>
                    <a:lnTo>
                      <a:pt x="151" y="0"/>
                    </a:lnTo>
                    <a:lnTo>
                      <a:pt x="216" y="372"/>
                    </a:lnTo>
                    <a:lnTo>
                      <a:pt x="216" y="37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27" name="Google Shape;627;p49"/>
              <p:cNvSpPr/>
              <p:nvPr/>
            </p:nvSpPr>
            <p:spPr>
              <a:xfrm>
                <a:off x="1232" y="1424"/>
                <a:ext cx="303" cy="342"/>
              </a:xfrm>
              <a:custGeom>
                <a:rect b="b" l="l" r="r" t="t"/>
                <a:pathLst>
                  <a:path extrusionOk="0" h="685" w="910">
                    <a:moveTo>
                      <a:pt x="0" y="46"/>
                    </a:moveTo>
                    <a:lnTo>
                      <a:pt x="28" y="39"/>
                    </a:lnTo>
                    <a:lnTo>
                      <a:pt x="61" y="31"/>
                    </a:lnTo>
                    <a:lnTo>
                      <a:pt x="106" y="22"/>
                    </a:lnTo>
                    <a:lnTo>
                      <a:pt x="159" y="12"/>
                    </a:lnTo>
                    <a:lnTo>
                      <a:pt x="218" y="5"/>
                    </a:lnTo>
                    <a:lnTo>
                      <a:pt x="353" y="0"/>
                    </a:lnTo>
                    <a:lnTo>
                      <a:pt x="472" y="12"/>
                    </a:lnTo>
                    <a:lnTo>
                      <a:pt x="554" y="33"/>
                    </a:lnTo>
                    <a:lnTo>
                      <a:pt x="581" y="44"/>
                    </a:lnTo>
                    <a:lnTo>
                      <a:pt x="600" y="52"/>
                    </a:lnTo>
                    <a:lnTo>
                      <a:pt x="615" y="61"/>
                    </a:lnTo>
                    <a:lnTo>
                      <a:pt x="910" y="685"/>
                    </a:lnTo>
                    <a:lnTo>
                      <a:pt x="874" y="677"/>
                    </a:lnTo>
                    <a:lnTo>
                      <a:pt x="835" y="669"/>
                    </a:lnTo>
                    <a:lnTo>
                      <a:pt x="785" y="660"/>
                    </a:lnTo>
                    <a:lnTo>
                      <a:pt x="731" y="650"/>
                    </a:lnTo>
                    <a:lnTo>
                      <a:pt x="674" y="643"/>
                    </a:lnTo>
                    <a:lnTo>
                      <a:pt x="616" y="638"/>
                    </a:lnTo>
                    <a:lnTo>
                      <a:pt x="564" y="636"/>
                    </a:lnTo>
                    <a:lnTo>
                      <a:pt x="374" y="654"/>
                    </a:lnTo>
                    <a:lnTo>
                      <a:pt x="307" y="665"/>
                    </a:lnTo>
                    <a:lnTo>
                      <a:pt x="281" y="669"/>
                    </a:lnTo>
                    <a:lnTo>
                      <a:pt x="0" y="46"/>
                    </a:lnTo>
                    <a:lnTo>
                      <a:pt x="0" y="46"/>
                    </a:lnTo>
                    <a:close/>
                  </a:path>
                </a:pathLst>
              </a:custGeom>
              <a:solidFill>
                <a:srgbClr val="B8B8D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28" name="Google Shape;628;p49"/>
              <p:cNvSpPr/>
              <p:nvPr/>
            </p:nvSpPr>
            <p:spPr>
              <a:xfrm>
                <a:off x="1496" y="1222"/>
                <a:ext cx="266" cy="492"/>
              </a:xfrm>
              <a:custGeom>
                <a:rect b="b" l="l" r="r" t="t"/>
                <a:pathLst>
                  <a:path extrusionOk="0" h="984" w="800">
                    <a:moveTo>
                      <a:pt x="0" y="339"/>
                    </a:moveTo>
                    <a:lnTo>
                      <a:pt x="6" y="332"/>
                    </a:lnTo>
                    <a:lnTo>
                      <a:pt x="12" y="325"/>
                    </a:lnTo>
                    <a:lnTo>
                      <a:pt x="19" y="314"/>
                    </a:lnTo>
                    <a:lnTo>
                      <a:pt x="30" y="302"/>
                    </a:lnTo>
                    <a:lnTo>
                      <a:pt x="41" y="288"/>
                    </a:lnTo>
                    <a:lnTo>
                      <a:pt x="49" y="279"/>
                    </a:lnTo>
                    <a:lnTo>
                      <a:pt x="55" y="271"/>
                    </a:lnTo>
                    <a:lnTo>
                      <a:pt x="62" y="262"/>
                    </a:lnTo>
                    <a:lnTo>
                      <a:pt x="70" y="254"/>
                    </a:lnTo>
                    <a:lnTo>
                      <a:pt x="77" y="246"/>
                    </a:lnTo>
                    <a:lnTo>
                      <a:pt x="86" y="237"/>
                    </a:lnTo>
                    <a:lnTo>
                      <a:pt x="93" y="228"/>
                    </a:lnTo>
                    <a:lnTo>
                      <a:pt x="102" y="219"/>
                    </a:lnTo>
                    <a:lnTo>
                      <a:pt x="110" y="210"/>
                    </a:lnTo>
                    <a:lnTo>
                      <a:pt x="120" y="200"/>
                    </a:lnTo>
                    <a:lnTo>
                      <a:pt x="129" y="190"/>
                    </a:lnTo>
                    <a:lnTo>
                      <a:pt x="138" y="182"/>
                    </a:lnTo>
                    <a:lnTo>
                      <a:pt x="147" y="173"/>
                    </a:lnTo>
                    <a:lnTo>
                      <a:pt x="157" y="164"/>
                    </a:lnTo>
                    <a:lnTo>
                      <a:pt x="166" y="157"/>
                    </a:lnTo>
                    <a:lnTo>
                      <a:pt x="175" y="148"/>
                    </a:lnTo>
                    <a:lnTo>
                      <a:pt x="184" y="140"/>
                    </a:lnTo>
                    <a:lnTo>
                      <a:pt x="194" y="131"/>
                    </a:lnTo>
                    <a:lnTo>
                      <a:pt x="202" y="124"/>
                    </a:lnTo>
                    <a:lnTo>
                      <a:pt x="212" y="118"/>
                    </a:lnTo>
                    <a:lnTo>
                      <a:pt x="231" y="105"/>
                    </a:lnTo>
                    <a:lnTo>
                      <a:pt x="252" y="94"/>
                    </a:lnTo>
                    <a:lnTo>
                      <a:pt x="272" y="82"/>
                    </a:lnTo>
                    <a:lnTo>
                      <a:pt x="293" y="71"/>
                    </a:lnTo>
                    <a:lnTo>
                      <a:pt x="315" y="60"/>
                    </a:lnTo>
                    <a:lnTo>
                      <a:pt x="336" y="51"/>
                    </a:lnTo>
                    <a:lnTo>
                      <a:pt x="357" y="41"/>
                    </a:lnTo>
                    <a:lnTo>
                      <a:pt x="378" y="33"/>
                    </a:lnTo>
                    <a:lnTo>
                      <a:pt x="397" y="25"/>
                    </a:lnTo>
                    <a:lnTo>
                      <a:pt x="415" y="19"/>
                    </a:lnTo>
                    <a:lnTo>
                      <a:pt x="443" y="9"/>
                    </a:lnTo>
                    <a:lnTo>
                      <a:pt x="470" y="0"/>
                    </a:lnTo>
                    <a:lnTo>
                      <a:pt x="800" y="480"/>
                    </a:lnTo>
                    <a:lnTo>
                      <a:pt x="791" y="485"/>
                    </a:lnTo>
                    <a:lnTo>
                      <a:pt x="768" y="498"/>
                    </a:lnTo>
                    <a:lnTo>
                      <a:pt x="753" y="508"/>
                    </a:lnTo>
                    <a:lnTo>
                      <a:pt x="735" y="518"/>
                    </a:lnTo>
                    <a:lnTo>
                      <a:pt x="715" y="531"/>
                    </a:lnTo>
                    <a:lnTo>
                      <a:pt x="694" y="543"/>
                    </a:lnTo>
                    <a:lnTo>
                      <a:pt x="673" y="557"/>
                    </a:lnTo>
                    <a:lnTo>
                      <a:pt x="651" y="570"/>
                    </a:lnTo>
                    <a:lnTo>
                      <a:pt x="630" y="585"/>
                    </a:lnTo>
                    <a:lnTo>
                      <a:pt x="608" y="601"/>
                    </a:lnTo>
                    <a:lnTo>
                      <a:pt x="588" y="615"/>
                    </a:lnTo>
                    <a:lnTo>
                      <a:pt x="571" y="629"/>
                    </a:lnTo>
                    <a:lnTo>
                      <a:pt x="554" y="641"/>
                    </a:lnTo>
                    <a:lnTo>
                      <a:pt x="542" y="656"/>
                    </a:lnTo>
                    <a:lnTo>
                      <a:pt x="528" y="670"/>
                    </a:lnTo>
                    <a:lnTo>
                      <a:pt x="522" y="679"/>
                    </a:lnTo>
                    <a:lnTo>
                      <a:pt x="515" y="688"/>
                    </a:lnTo>
                    <a:lnTo>
                      <a:pt x="499" y="710"/>
                    </a:lnTo>
                    <a:lnTo>
                      <a:pt x="483" y="734"/>
                    </a:lnTo>
                    <a:lnTo>
                      <a:pt x="465" y="761"/>
                    </a:lnTo>
                    <a:lnTo>
                      <a:pt x="448" y="788"/>
                    </a:lnTo>
                    <a:lnTo>
                      <a:pt x="431" y="816"/>
                    </a:lnTo>
                    <a:lnTo>
                      <a:pt x="415" y="845"/>
                    </a:lnTo>
                    <a:lnTo>
                      <a:pt x="399" y="871"/>
                    </a:lnTo>
                    <a:lnTo>
                      <a:pt x="384" y="898"/>
                    </a:lnTo>
                    <a:lnTo>
                      <a:pt x="371" y="921"/>
                    </a:lnTo>
                    <a:lnTo>
                      <a:pt x="360" y="942"/>
                    </a:lnTo>
                    <a:lnTo>
                      <a:pt x="343" y="972"/>
                    </a:lnTo>
                    <a:lnTo>
                      <a:pt x="336" y="984"/>
                    </a:lnTo>
                    <a:lnTo>
                      <a:pt x="0" y="339"/>
                    </a:lnTo>
                    <a:lnTo>
                      <a:pt x="0" y="339"/>
                    </a:lnTo>
                    <a:close/>
                  </a:path>
                </a:pathLst>
              </a:custGeom>
              <a:solidFill>
                <a:srgbClr val="B8B8D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29" name="Google Shape;629;p49"/>
              <p:cNvSpPr/>
              <p:nvPr/>
            </p:nvSpPr>
            <p:spPr>
              <a:xfrm>
                <a:off x="1564" y="1034"/>
                <a:ext cx="81" cy="112"/>
              </a:xfrm>
              <a:custGeom>
                <a:rect b="b" l="l" r="r" t="t"/>
                <a:pathLst>
                  <a:path extrusionOk="0" h="223" w="243">
                    <a:moveTo>
                      <a:pt x="148" y="0"/>
                    </a:moveTo>
                    <a:lnTo>
                      <a:pt x="180" y="5"/>
                    </a:lnTo>
                    <a:lnTo>
                      <a:pt x="193" y="11"/>
                    </a:lnTo>
                    <a:lnTo>
                      <a:pt x="207" y="19"/>
                    </a:lnTo>
                    <a:lnTo>
                      <a:pt x="227" y="42"/>
                    </a:lnTo>
                    <a:lnTo>
                      <a:pt x="240" y="73"/>
                    </a:lnTo>
                    <a:lnTo>
                      <a:pt x="243" y="97"/>
                    </a:lnTo>
                    <a:lnTo>
                      <a:pt x="242" y="121"/>
                    </a:lnTo>
                    <a:lnTo>
                      <a:pt x="236" y="143"/>
                    </a:lnTo>
                    <a:lnTo>
                      <a:pt x="231" y="155"/>
                    </a:lnTo>
                    <a:lnTo>
                      <a:pt x="229" y="160"/>
                    </a:lnTo>
                    <a:lnTo>
                      <a:pt x="225" y="165"/>
                    </a:lnTo>
                    <a:lnTo>
                      <a:pt x="218" y="176"/>
                    </a:lnTo>
                    <a:lnTo>
                      <a:pt x="210" y="185"/>
                    </a:lnTo>
                    <a:lnTo>
                      <a:pt x="202" y="194"/>
                    </a:lnTo>
                    <a:lnTo>
                      <a:pt x="192" y="201"/>
                    </a:lnTo>
                    <a:lnTo>
                      <a:pt x="171" y="213"/>
                    </a:lnTo>
                    <a:lnTo>
                      <a:pt x="146" y="220"/>
                    </a:lnTo>
                    <a:lnTo>
                      <a:pt x="98" y="223"/>
                    </a:lnTo>
                    <a:lnTo>
                      <a:pt x="78" y="218"/>
                    </a:lnTo>
                    <a:lnTo>
                      <a:pt x="66" y="214"/>
                    </a:lnTo>
                    <a:lnTo>
                      <a:pt x="57" y="208"/>
                    </a:lnTo>
                    <a:lnTo>
                      <a:pt x="22" y="179"/>
                    </a:lnTo>
                    <a:lnTo>
                      <a:pt x="0" y="138"/>
                    </a:lnTo>
                    <a:lnTo>
                      <a:pt x="71" y="113"/>
                    </a:lnTo>
                    <a:lnTo>
                      <a:pt x="81" y="135"/>
                    </a:lnTo>
                    <a:lnTo>
                      <a:pt x="97" y="150"/>
                    </a:lnTo>
                    <a:lnTo>
                      <a:pt x="106" y="155"/>
                    </a:lnTo>
                    <a:lnTo>
                      <a:pt x="114" y="158"/>
                    </a:lnTo>
                    <a:lnTo>
                      <a:pt x="133" y="156"/>
                    </a:lnTo>
                    <a:lnTo>
                      <a:pt x="150" y="148"/>
                    </a:lnTo>
                    <a:lnTo>
                      <a:pt x="164" y="132"/>
                    </a:lnTo>
                    <a:lnTo>
                      <a:pt x="168" y="111"/>
                    </a:lnTo>
                    <a:lnTo>
                      <a:pt x="166" y="84"/>
                    </a:lnTo>
                    <a:lnTo>
                      <a:pt x="157" y="61"/>
                    </a:lnTo>
                    <a:lnTo>
                      <a:pt x="143" y="46"/>
                    </a:lnTo>
                    <a:lnTo>
                      <a:pt x="134" y="40"/>
                    </a:lnTo>
                    <a:lnTo>
                      <a:pt x="125" y="37"/>
                    </a:lnTo>
                    <a:lnTo>
                      <a:pt x="148" y="0"/>
                    </a:lnTo>
                    <a:lnTo>
                      <a:pt x="148"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630" name="Google Shape;630;p49"/>
            <p:cNvSpPr txBox="1"/>
            <p:nvPr/>
          </p:nvSpPr>
          <p:spPr>
            <a:xfrm>
              <a:off x="720" y="2162"/>
              <a:ext cx="1200" cy="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631" name="Google Shape;631;p49"/>
          <p:cNvSpPr txBox="1"/>
          <p:nvPr/>
        </p:nvSpPr>
        <p:spPr>
          <a:xfrm>
            <a:off x="1219200" y="3124200"/>
            <a:ext cx="957300" cy="519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hlink"/>
              </a:buClr>
              <a:buSzPts val="2800"/>
              <a:buFont typeface="Arial"/>
              <a:buNone/>
            </a:pPr>
            <a:r>
              <a:rPr b="1" i="0" lang="en-US" sz="2800" u="none">
                <a:solidFill>
                  <a:schemeClr val="hlink"/>
                </a:solidFill>
                <a:latin typeface="Arial"/>
                <a:ea typeface="Arial"/>
                <a:cs typeface="Arial"/>
                <a:sym typeface="Arial"/>
              </a:rPr>
              <a:t>Data</a:t>
            </a:r>
            <a:endParaRPr/>
          </a:p>
        </p:txBody>
      </p:sp>
      <p:sp>
        <p:nvSpPr>
          <p:cNvPr id="632" name="Google Shape;632;p49"/>
          <p:cNvSpPr txBox="1"/>
          <p:nvPr/>
        </p:nvSpPr>
        <p:spPr>
          <a:xfrm>
            <a:off x="609600" y="3657600"/>
            <a:ext cx="2209800" cy="1260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A Record of a</a:t>
            </a:r>
            <a:endParaRPr/>
          </a:p>
          <a:p>
            <a:pPr indent="0" lvl="0" marL="0" marR="0" rtl="0" algn="ctr">
              <a:lnSpc>
                <a:spcPct val="100000"/>
              </a:lnSpc>
              <a:spcBef>
                <a:spcPts val="48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Change of State</a:t>
            </a:r>
            <a:endParaRPr/>
          </a:p>
        </p:txBody>
      </p:sp>
      <p:sp>
        <p:nvSpPr>
          <p:cNvPr id="633" name="Google Shape;633;p49"/>
          <p:cNvSpPr txBox="1"/>
          <p:nvPr/>
        </p:nvSpPr>
        <p:spPr>
          <a:xfrm>
            <a:off x="762000" y="5411787"/>
            <a:ext cx="1906500" cy="39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32F27"/>
              </a:buClr>
              <a:buSzPts val="2000"/>
              <a:buFont typeface="Arial"/>
              <a:buNone/>
            </a:pPr>
            <a:r>
              <a:rPr b="0" i="0" lang="en-US" sz="2000" u="none">
                <a:solidFill>
                  <a:srgbClr val="032F27"/>
                </a:solidFill>
                <a:latin typeface="Arial"/>
                <a:ea typeface="Arial"/>
                <a:cs typeface="Arial"/>
                <a:sym typeface="Arial"/>
              </a:rPr>
              <a:t>“1840KL0617”</a:t>
            </a:r>
            <a:r>
              <a:rPr b="0" i="0" lang="en-US" sz="2000" u="none">
                <a:solidFill>
                  <a:srgbClr val="032F27"/>
                </a:solidFill>
                <a:latin typeface="Times New Roman"/>
                <a:ea typeface="Times New Roman"/>
                <a:cs typeface="Times New Roman"/>
                <a:sym typeface="Times New Roman"/>
              </a:rPr>
              <a:t>“</a:t>
            </a:r>
            <a:endParaRPr/>
          </a:p>
        </p:txBody>
      </p:sp>
      <p:grpSp>
        <p:nvGrpSpPr>
          <p:cNvPr id="634" name="Google Shape;634;p49"/>
          <p:cNvGrpSpPr/>
          <p:nvPr/>
        </p:nvGrpSpPr>
        <p:grpSpPr>
          <a:xfrm>
            <a:off x="3048000" y="1736725"/>
            <a:ext cx="2857500" cy="1659255"/>
            <a:chOff x="2064" y="1056"/>
            <a:chExt cx="1800" cy="1404"/>
          </a:xfrm>
        </p:grpSpPr>
        <p:pic>
          <p:nvPicPr>
            <p:cNvPr id="635" name="Google Shape;635;p49"/>
            <p:cNvPicPr preferRelativeResize="0"/>
            <p:nvPr/>
          </p:nvPicPr>
          <p:blipFill rotWithShape="1">
            <a:blip r:embed="rId4">
              <a:alphaModFix/>
            </a:blip>
            <a:srcRect b="0" l="0" r="0" t="0"/>
            <a:stretch/>
          </p:blipFill>
          <p:spPr>
            <a:xfrm>
              <a:off x="2400" y="1056"/>
              <a:ext cx="1158" cy="952"/>
            </a:xfrm>
            <a:prstGeom prst="rect">
              <a:avLst/>
            </a:prstGeom>
            <a:noFill/>
            <a:ln>
              <a:noFill/>
            </a:ln>
          </p:spPr>
        </p:pic>
        <p:sp>
          <p:nvSpPr>
            <p:cNvPr id="636" name="Google Shape;636;p49"/>
            <p:cNvSpPr txBox="1"/>
            <p:nvPr/>
          </p:nvSpPr>
          <p:spPr>
            <a:xfrm>
              <a:off x="2064" y="2160"/>
              <a:ext cx="18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637" name="Google Shape;637;p49"/>
          <p:cNvSpPr txBox="1"/>
          <p:nvPr/>
        </p:nvSpPr>
        <p:spPr>
          <a:xfrm>
            <a:off x="3429000" y="3124200"/>
            <a:ext cx="2141400" cy="519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Arial"/>
              <a:buNone/>
            </a:pPr>
            <a:r>
              <a:rPr b="1" i="0" lang="en-US" sz="2800" u="none">
                <a:solidFill>
                  <a:schemeClr val="hlink"/>
                </a:solidFill>
                <a:latin typeface="Arial"/>
                <a:ea typeface="Arial"/>
                <a:cs typeface="Arial"/>
                <a:sym typeface="Arial"/>
              </a:rPr>
              <a:t>Information</a:t>
            </a:r>
            <a:endParaRPr/>
          </a:p>
        </p:txBody>
      </p:sp>
      <p:sp>
        <p:nvSpPr>
          <p:cNvPr id="638" name="Google Shape;638;p49"/>
          <p:cNvSpPr txBox="1"/>
          <p:nvPr/>
        </p:nvSpPr>
        <p:spPr>
          <a:xfrm>
            <a:off x="3048000" y="5318125"/>
            <a:ext cx="2895600" cy="70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32F27"/>
              </a:buClr>
              <a:buSzPts val="2000"/>
              <a:buFont typeface="Arial"/>
              <a:buNone/>
            </a:pPr>
            <a:r>
              <a:rPr b="0" i="0" lang="en-US" sz="2000" u="none">
                <a:solidFill>
                  <a:srgbClr val="032F27"/>
                </a:solidFill>
                <a:latin typeface="Arial"/>
                <a:ea typeface="Arial"/>
                <a:cs typeface="Arial"/>
                <a:sym typeface="Arial"/>
              </a:rPr>
              <a:t>“The flight from Amman leaves at 18:40</a:t>
            </a:r>
            <a:endParaRPr/>
          </a:p>
        </p:txBody>
      </p:sp>
      <p:sp>
        <p:nvSpPr>
          <p:cNvPr id="639" name="Google Shape;639;p49"/>
          <p:cNvSpPr txBox="1"/>
          <p:nvPr/>
        </p:nvSpPr>
        <p:spPr>
          <a:xfrm>
            <a:off x="3314700" y="3565525"/>
            <a:ext cx="2362200" cy="1625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Data organized with</a:t>
            </a:r>
            <a:endParaRPr/>
          </a:p>
          <a:p>
            <a:pPr indent="0" lvl="0" marL="0" marR="0" rtl="0" algn="ctr">
              <a:lnSpc>
                <a:spcPct val="100000"/>
              </a:lnSpc>
              <a:spcBef>
                <a:spcPts val="48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a purpose. A message</a:t>
            </a:r>
            <a:endParaRPr/>
          </a:p>
        </p:txBody>
      </p:sp>
      <p:sp>
        <p:nvSpPr>
          <p:cNvPr id="640" name="Google Shape;640;p49"/>
          <p:cNvSpPr txBox="1"/>
          <p:nvPr/>
        </p:nvSpPr>
        <p:spPr>
          <a:xfrm>
            <a:off x="6705600" y="3200400"/>
            <a:ext cx="2082900" cy="519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Arial"/>
              <a:buNone/>
            </a:pPr>
            <a:r>
              <a:rPr b="1" i="0" lang="en-US" sz="2800" u="none">
                <a:solidFill>
                  <a:schemeClr val="hlink"/>
                </a:solidFill>
                <a:latin typeface="Arial"/>
                <a:ea typeface="Arial"/>
                <a:cs typeface="Arial"/>
                <a:sym typeface="Arial"/>
              </a:rPr>
              <a:t>Knowledge</a:t>
            </a:r>
            <a:endParaRPr/>
          </a:p>
        </p:txBody>
      </p:sp>
      <p:sp>
        <p:nvSpPr>
          <p:cNvPr id="641" name="Google Shape;641;p49"/>
          <p:cNvSpPr txBox="1"/>
          <p:nvPr/>
        </p:nvSpPr>
        <p:spPr>
          <a:xfrm>
            <a:off x="6345237" y="4937125"/>
            <a:ext cx="2417700" cy="100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32F27"/>
              </a:buClr>
              <a:buSzPts val="2000"/>
              <a:buFont typeface="Arial"/>
              <a:buNone/>
            </a:pPr>
            <a:r>
              <a:rPr b="0" i="0" lang="en-US" sz="2000" u="none">
                <a:solidFill>
                  <a:srgbClr val="032F27"/>
                </a:solidFill>
                <a:latin typeface="Arial"/>
                <a:ea typeface="Arial"/>
                <a:cs typeface="Arial"/>
                <a:sym typeface="Arial"/>
              </a:rPr>
              <a:t>“that’s not a good flight;  Often busy and delayed”</a:t>
            </a:r>
            <a:endParaRPr/>
          </a:p>
        </p:txBody>
      </p:sp>
      <p:grpSp>
        <p:nvGrpSpPr>
          <p:cNvPr id="642" name="Google Shape;642;p49"/>
          <p:cNvGrpSpPr/>
          <p:nvPr/>
        </p:nvGrpSpPr>
        <p:grpSpPr>
          <a:xfrm>
            <a:off x="6324600" y="1508125"/>
            <a:ext cx="2327704" cy="1945587"/>
            <a:chOff x="3696" y="1536"/>
            <a:chExt cx="1644" cy="1452"/>
          </a:xfrm>
        </p:grpSpPr>
        <p:pic>
          <p:nvPicPr>
            <p:cNvPr id="643" name="Google Shape;643;p49"/>
            <p:cNvPicPr preferRelativeResize="0"/>
            <p:nvPr/>
          </p:nvPicPr>
          <p:blipFill rotWithShape="1">
            <a:blip r:embed="rId5">
              <a:alphaModFix/>
            </a:blip>
            <a:srcRect b="0" l="0" r="0" t="0"/>
            <a:stretch/>
          </p:blipFill>
          <p:spPr>
            <a:xfrm>
              <a:off x="3696" y="1536"/>
              <a:ext cx="1633" cy="1063"/>
            </a:xfrm>
            <a:prstGeom prst="rect">
              <a:avLst/>
            </a:prstGeom>
            <a:noFill/>
            <a:ln>
              <a:noFill/>
            </a:ln>
          </p:spPr>
        </p:pic>
        <p:sp>
          <p:nvSpPr>
            <p:cNvPr id="644" name="Google Shape;644;p49"/>
            <p:cNvSpPr txBox="1"/>
            <p:nvPr/>
          </p:nvSpPr>
          <p:spPr>
            <a:xfrm>
              <a:off x="3840" y="2688"/>
              <a:ext cx="15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645" name="Google Shape;645;p49"/>
          <p:cNvSpPr txBox="1"/>
          <p:nvPr/>
        </p:nvSpPr>
        <p:spPr>
          <a:xfrm>
            <a:off x="6553200" y="3733800"/>
            <a:ext cx="2347800" cy="1625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Literally… </a:t>
            </a:r>
            <a:endParaRPr/>
          </a:p>
          <a:p>
            <a:pPr indent="0" lvl="0" marL="0" marR="0" rtl="0" algn="ctr">
              <a:lnSpc>
                <a:spcPct val="100000"/>
              </a:lnSpc>
              <a:spcBef>
                <a:spcPts val="48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what people know</a:t>
            </a:r>
            <a:endParaRPr/>
          </a:p>
          <a:p>
            <a:pPr indent="0" lvl="0" marL="0" marR="0" rtl="0" algn="l">
              <a:lnSpc>
                <a:spcPct val="100000"/>
              </a:lnSpc>
              <a:spcBef>
                <a:spcPts val="0"/>
              </a:spcBef>
              <a:spcAft>
                <a:spcPts val="0"/>
              </a:spcAft>
              <a:buNone/>
            </a:pPr>
            <a:r>
              <a:t/>
            </a:r>
            <a:endParaRPr b="1" i="0" sz="24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0">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49" name="Shape 649"/>
        <p:cNvGrpSpPr/>
        <p:nvPr/>
      </p:nvGrpSpPr>
      <p:grpSpPr>
        <a:xfrm>
          <a:off x="0" y="0"/>
          <a:ext cx="0" cy="0"/>
          <a:chOff x="0" y="0"/>
          <a:chExt cx="0" cy="0"/>
        </a:xfrm>
      </p:grpSpPr>
      <p:sp>
        <p:nvSpPr>
          <p:cNvPr id="650" name="Google Shape;650;p50"/>
          <p:cNvSpPr txBox="1"/>
          <p:nvPr>
            <p:ph type="title"/>
          </p:nvPr>
        </p:nvSpPr>
        <p:spPr>
          <a:xfrm>
            <a:off x="381000" y="738187"/>
            <a:ext cx="8001000" cy="335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2400"/>
              <a:buFont typeface="Tahoma"/>
              <a:buNone/>
            </a:pPr>
            <a:r>
              <a:rPr b="1" i="0" lang="en-US" sz="2400" u="none">
                <a:solidFill>
                  <a:schemeClr val="dk2"/>
                </a:solidFill>
                <a:latin typeface="Tahoma"/>
                <a:ea typeface="Tahoma"/>
                <a:cs typeface="Tahoma"/>
                <a:sym typeface="Tahoma"/>
              </a:rPr>
              <a:t>The Continuum of Understanding</a:t>
            </a:r>
            <a:br>
              <a:rPr b="1" i="1" lang="en-US" sz="3200" u="none">
                <a:solidFill>
                  <a:schemeClr val="dk2"/>
                </a:solidFill>
                <a:latin typeface="Tahoma"/>
                <a:ea typeface="Tahoma"/>
                <a:cs typeface="Tahoma"/>
                <a:sym typeface="Tahoma"/>
              </a:rPr>
            </a:br>
            <a:endParaRPr/>
          </a:p>
        </p:txBody>
      </p:sp>
      <p:pic>
        <p:nvPicPr>
          <p:cNvPr id="651" name="Google Shape;651;p50"/>
          <p:cNvPicPr preferRelativeResize="0"/>
          <p:nvPr>
            <p:ph idx="1" type="body"/>
          </p:nvPr>
        </p:nvPicPr>
        <p:blipFill rotWithShape="1">
          <a:blip r:embed="rId3">
            <a:alphaModFix/>
          </a:blip>
          <a:srcRect b="0" l="0" r="0" t="0"/>
          <a:stretch/>
        </p:blipFill>
        <p:spPr>
          <a:xfrm>
            <a:off x="1549400" y="1447800"/>
            <a:ext cx="5900700" cy="4240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55" name="Shape 655"/>
        <p:cNvGrpSpPr/>
        <p:nvPr/>
      </p:nvGrpSpPr>
      <p:grpSpPr>
        <a:xfrm>
          <a:off x="0" y="0"/>
          <a:ext cx="0" cy="0"/>
          <a:chOff x="0" y="0"/>
          <a:chExt cx="0" cy="0"/>
        </a:xfrm>
      </p:grpSpPr>
      <p:sp>
        <p:nvSpPr>
          <p:cNvPr id="656" name="Google Shape;656;p5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1" i="0" lang="en-US" sz="4400" u="none">
                <a:solidFill>
                  <a:schemeClr val="dk2"/>
                </a:solidFill>
                <a:latin typeface="Arial"/>
                <a:ea typeface="Arial"/>
                <a:cs typeface="Arial"/>
                <a:sym typeface="Arial"/>
              </a:rPr>
              <a:t>Defining knowledge</a:t>
            </a:r>
            <a:r>
              <a:rPr b="0" i="0" lang="en-US" sz="4400" u="none">
                <a:solidFill>
                  <a:schemeClr val="dk2"/>
                </a:solidFill>
                <a:latin typeface="Arial"/>
                <a:ea typeface="Arial"/>
                <a:cs typeface="Arial"/>
                <a:sym typeface="Arial"/>
              </a:rPr>
              <a:t> </a:t>
            </a:r>
            <a:endParaRPr/>
          </a:p>
        </p:txBody>
      </p:sp>
      <p:sp>
        <p:nvSpPr>
          <p:cNvPr id="657" name="Google Shape;657;p51"/>
          <p:cNvSpPr txBox="1"/>
          <p:nvPr>
            <p:ph idx="1" type="body"/>
          </p:nvPr>
        </p:nvSpPr>
        <p:spPr>
          <a:xfrm>
            <a:off x="457200" y="2057400"/>
            <a:ext cx="8229600" cy="40689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4000"/>
              <a:buFont typeface="Times New Roman"/>
              <a:buChar char="•"/>
            </a:pPr>
            <a:r>
              <a:rPr b="1" i="1" lang="en-US" sz="4000" u="none" cap="none" strike="noStrike">
                <a:solidFill>
                  <a:schemeClr val="dk1"/>
                </a:solidFill>
                <a:latin typeface="Times New Roman"/>
                <a:ea typeface="Times New Roman"/>
                <a:cs typeface="Times New Roman"/>
                <a:sym typeface="Times New Roman"/>
              </a:rPr>
              <a:t>“Knowledge is information that changes something or somebody -- either by becoming grounds for actions, or by making an individual (or an institution) capable of different or more effective action.” </a:t>
            </a:r>
            <a:r>
              <a:rPr b="1" i="0" lang="en-US" sz="4000" u="none" cap="none" strike="noStrike">
                <a:solidFill>
                  <a:schemeClr val="dk1"/>
                </a:solidFill>
                <a:latin typeface="Times New Roman"/>
                <a:ea typeface="Times New Roman"/>
                <a:cs typeface="Times New Roman"/>
                <a:sym typeface="Times New Roman"/>
              </a:rPr>
              <a:t>- Peter F. Drucker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61" name="Shape 661"/>
        <p:cNvGrpSpPr/>
        <p:nvPr/>
      </p:nvGrpSpPr>
      <p:grpSpPr>
        <a:xfrm>
          <a:off x="0" y="0"/>
          <a:ext cx="0" cy="0"/>
          <a:chOff x="0" y="0"/>
          <a:chExt cx="0" cy="0"/>
        </a:xfrm>
      </p:grpSpPr>
      <p:sp>
        <p:nvSpPr>
          <p:cNvPr id="662" name="Google Shape;662;p52"/>
          <p:cNvSpPr txBox="1"/>
          <p:nvPr>
            <p:ph type="title"/>
          </p:nvPr>
        </p:nvSpPr>
        <p:spPr>
          <a:xfrm>
            <a:off x="457200" y="381000"/>
            <a:ext cx="8229600" cy="8589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Tahoma"/>
              <a:buNone/>
            </a:pPr>
            <a:r>
              <a:rPr b="1" i="0" lang="en-US" sz="3200" u="none">
                <a:solidFill>
                  <a:schemeClr val="dk2"/>
                </a:solidFill>
                <a:latin typeface="Tahoma"/>
                <a:ea typeface="Tahoma"/>
                <a:cs typeface="Tahoma"/>
                <a:sym typeface="Tahoma"/>
              </a:rPr>
              <a:t>Attributes of Knowledge</a:t>
            </a:r>
            <a:endParaRPr/>
          </a:p>
        </p:txBody>
      </p:sp>
      <p:sp>
        <p:nvSpPr>
          <p:cNvPr id="663" name="Google Shape;663;p52"/>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1820"/>
              <a:buFont typeface="Noto Sans Symbols"/>
              <a:buChar char="■"/>
            </a:pPr>
            <a:r>
              <a:rPr b="1" i="1" lang="en-US" sz="2800" u="none" cap="none" strike="noStrike">
                <a:solidFill>
                  <a:schemeClr val="dk1"/>
                </a:solidFill>
                <a:latin typeface="Tahoma"/>
                <a:ea typeface="Tahoma"/>
                <a:cs typeface="Tahoma"/>
                <a:sym typeface="Tahoma"/>
              </a:rPr>
              <a:t>Knowledge exists everywhere</a:t>
            </a:r>
            <a:r>
              <a:rPr b="0" i="0" lang="en-US" sz="2800" u="none" cap="none" strike="noStrike">
                <a:solidFill>
                  <a:schemeClr val="dk1"/>
                </a:solidFill>
                <a:latin typeface="Tahoma"/>
                <a:ea typeface="Tahoma"/>
                <a:cs typeface="Tahoma"/>
                <a:sym typeface="Tahoma"/>
              </a:rPr>
              <a:t> </a:t>
            </a:r>
            <a:endParaRPr/>
          </a:p>
          <a:p>
            <a:pPr indent="-342900" lvl="0" marL="342900" marR="0" rtl="0" algn="l">
              <a:lnSpc>
                <a:spcPct val="100000"/>
              </a:lnSpc>
              <a:spcBef>
                <a:spcPts val="560"/>
              </a:spcBef>
              <a:spcAft>
                <a:spcPts val="0"/>
              </a:spcAft>
              <a:buClr>
                <a:schemeClr val="hlink"/>
              </a:buClr>
              <a:buSzPts val="1820"/>
              <a:buFont typeface="Noto Sans Symbols"/>
              <a:buChar char="■"/>
            </a:pPr>
            <a:r>
              <a:rPr b="1" i="1" lang="en-US" sz="2800" u="none" cap="none" strike="noStrike">
                <a:solidFill>
                  <a:schemeClr val="dk1"/>
                </a:solidFill>
                <a:latin typeface="Tahoma"/>
                <a:ea typeface="Tahoma"/>
                <a:cs typeface="Tahoma"/>
                <a:sym typeface="Tahoma"/>
              </a:rPr>
              <a:t>Knowledge is perishable</a:t>
            </a:r>
            <a:r>
              <a:rPr b="0" i="0" lang="en-US" sz="2800" u="none" cap="none" strike="noStrike">
                <a:solidFill>
                  <a:schemeClr val="dk1"/>
                </a:solidFill>
                <a:latin typeface="Tahoma"/>
                <a:ea typeface="Tahoma"/>
                <a:cs typeface="Tahoma"/>
                <a:sym typeface="Tahoma"/>
              </a:rPr>
              <a:t> </a:t>
            </a:r>
            <a:endParaRPr/>
          </a:p>
          <a:p>
            <a:pPr indent="-342900" lvl="0" marL="342900" marR="0" rtl="0" algn="l">
              <a:lnSpc>
                <a:spcPct val="100000"/>
              </a:lnSpc>
              <a:spcBef>
                <a:spcPts val="560"/>
              </a:spcBef>
              <a:spcAft>
                <a:spcPts val="0"/>
              </a:spcAft>
              <a:buClr>
                <a:schemeClr val="hlink"/>
              </a:buClr>
              <a:buSzPts val="1820"/>
              <a:buFont typeface="Noto Sans Symbols"/>
              <a:buChar char="■"/>
            </a:pPr>
            <a:r>
              <a:rPr b="1" i="1" lang="en-US" sz="2800" u="none" cap="none" strike="noStrike">
                <a:solidFill>
                  <a:schemeClr val="dk1"/>
                </a:solidFill>
                <a:latin typeface="Tahoma"/>
                <a:ea typeface="Tahoma"/>
                <a:cs typeface="Tahoma"/>
                <a:sym typeface="Tahoma"/>
              </a:rPr>
              <a:t>Knowledge is an asset</a:t>
            </a:r>
            <a:r>
              <a:rPr b="0" i="0" lang="en-US" sz="2800" u="none" cap="none" strike="noStrike">
                <a:solidFill>
                  <a:schemeClr val="dk1"/>
                </a:solidFill>
                <a:latin typeface="Tahoma"/>
                <a:ea typeface="Tahoma"/>
                <a:cs typeface="Tahoma"/>
                <a:sym typeface="Tahoma"/>
              </a:rPr>
              <a:t> </a:t>
            </a:r>
            <a:endParaRPr/>
          </a:p>
          <a:p>
            <a:pPr indent="-342900" lvl="0" marL="342900" marR="0" rtl="0" algn="l">
              <a:lnSpc>
                <a:spcPct val="100000"/>
              </a:lnSpc>
              <a:spcBef>
                <a:spcPts val="560"/>
              </a:spcBef>
              <a:spcAft>
                <a:spcPts val="0"/>
              </a:spcAft>
              <a:buClr>
                <a:schemeClr val="hlink"/>
              </a:buClr>
              <a:buSzPts val="1820"/>
              <a:buFont typeface="Noto Sans Symbols"/>
              <a:buChar char="■"/>
            </a:pPr>
            <a:r>
              <a:rPr b="1" i="1" lang="en-US" sz="2800" u="none" cap="none" strike="noStrike">
                <a:solidFill>
                  <a:schemeClr val="dk1"/>
                </a:solidFill>
                <a:latin typeface="Tahoma"/>
                <a:ea typeface="Tahoma"/>
                <a:cs typeface="Tahoma"/>
                <a:sym typeface="Tahoma"/>
              </a:rPr>
              <a:t>Use of knowledge does not consume it.</a:t>
            </a:r>
            <a:endParaRPr/>
          </a:p>
          <a:p>
            <a:pPr indent="-342900" lvl="0" marL="342900" marR="0" rtl="0" algn="l">
              <a:lnSpc>
                <a:spcPct val="100000"/>
              </a:lnSpc>
              <a:spcBef>
                <a:spcPts val="480"/>
              </a:spcBef>
              <a:spcAft>
                <a:spcPts val="0"/>
              </a:spcAft>
              <a:buClr>
                <a:schemeClr val="hlink"/>
              </a:buClr>
              <a:buSzPts val="1560"/>
              <a:buFont typeface="Noto Sans Symbols"/>
              <a:buChar char="■"/>
            </a:pPr>
            <a:r>
              <a:rPr b="1" i="1" lang="en-US" sz="2400" u="none" cap="none" strike="noStrike">
                <a:solidFill>
                  <a:schemeClr val="dk1"/>
                </a:solidFill>
                <a:latin typeface="Tahoma"/>
                <a:ea typeface="Tahoma"/>
                <a:cs typeface="Tahoma"/>
                <a:sym typeface="Tahoma"/>
              </a:rPr>
              <a:t>Transfer of knowledge does not result in losing it.</a:t>
            </a:r>
            <a:endParaRPr/>
          </a:p>
          <a:p>
            <a:pPr indent="-342900" lvl="0" marL="342900" marR="0" rtl="0" algn="l">
              <a:lnSpc>
                <a:spcPct val="100000"/>
              </a:lnSpc>
              <a:spcBef>
                <a:spcPts val="560"/>
              </a:spcBef>
              <a:spcAft>
                <a:spcPts val="0"/>
              </a:spcAft>
              <a:buClr>
                <a:schemeClr val="hlink"/>
              </a:buClr>
              <a:buSzPts val="1820"/>
              <a:buFont typeface="Noto Sans Symbols"/>
              <a:buChar char="■"/>
            </a:pPr>
            <a:r>
              <a:rPr b="1" i="1" lang="en-US" sz="2800" u="none" cap="none" strike="noStrike">
                <a:solidFill>
                  <a:schemeClr val="dk1"/>
                </a:solidFill>
                <a:latin typeface="Tahoma"/>
                <a:ea typeface="Tahoma"/>
                <a:cs typeface="Tahoma"/>
                <a:sym typeface="Tahoma"/>
              </a:rPr>
              <a:t>Knowledge is abundant, but the ability to use it is scarce.</a:t>
            </a:r>
            <a:endParaRPr/>
          </a:p>
          <a:p>
            <a:pPr indent="-342900" lvl="0" marL="342900" marR="0" rtl="0" algn="l">
              <a:lnSpc>
                <a:spcPct val="100000"/>
              </a:lnSpc>
              <a:spcBef>
                <a:spcPts val="560"/>
              </a:spcBef>
              <a:spcAft>
                <a:spcPts val="0"/>
              </a:spcAft>
              <a:buClr>
                <a:schemeClr val="hlink"/>
              </a:buClr>
              <a:buSzPts val="1820"/>
              <a:buFont typeface="Noto Sans Symbols"/>
              <a:buChar char="■"/>
            </a:pPr>
            <a:r>
              <a:rPr b="1" i="1" lang="en-US" sz="2800" u="none" cap="none" strike="noStrike">
                <a:solidFill>
                  <a:schemeClr val="dk1"/>
                </a:solidFill>
                <a:latin typeface="Tahoma"/>
                <a:ea typeface="Tahoma"/>
                <a:cs typeface="Tahoma"/>
                <a:sym typeface="Tahoma"/>
              </a:rPr>
              <a:t>Much of the organization’s knowledge goes out of the organization.</a:t>
            </a:r>
            <a:endParaRPr/>
          </a:p>
          <a:p>
            <a:pPr indent="-342900" lvl="0" marL="342900" marR="0" rtl="0" algn="l">
              <a:lnSpc>
                <a:spcPct val="100000"/>
              </a:lnSpc>
              <a:spcBef>
                <a:spcPts val="560"/>
              </a:spcBef>
              <a:spcAft>
                <a:spcPts val="0"/>
              </a:spcAft>
              <a:buClr>
                <a:schemeClr val="hlink"/>
              </a:buClr>
              <a:buSzPts val="1820"/>
              <a:buFont typeface="Noto Sans Symbols"/>
              <a:buChar char="■"/>
            </a:pPr>
            <a:r>
              <a:rPr b="1" i="1" lang="en-US" sz="2800" u="none" cap="none" strike="noStrike">
                <a:solidFill>
                  <a:schemeClr val="dk1"/>
                </a:solidFill>
                <a:latin typeface="Tahoma"/>
                <a:ea typeface="Tahoma"/>
                <a:cs typeface="Tahoma"/>
                <a:sym typeface="Tahoma"/>
              </a:rPr>
              <a:t>Knowledge can be tacit or explicit</a:t>
            </a:r>
            <a:r>
              <a:rPr b="0" i="0" lang="en-US" sz="2800" u="none" cap="none" strike="noStrike">
                <a:solidFill>
                  <a:schemeClr val="dk1"/>
                </a:solidFill>
                <a:latin typeface="Tahoma"/>
                <a:ea typeface="Tahoma"/>
                <a:cs typeface="Tahoma"/>
                <a:sym typeface="Tahoma"/>
              </a:rPr>
              <a:t> </a:t>
            </a:r>
            <a:endParaRPr/>
          </a:p>
          <a:p>
            <a:pPr indent="-342900" lvl="0" marL="342900" marR="0" rtl="0" algn="l">
              <a:lnSpc>
                <a:spcPct val="100000"/>
              </a:lnSpc>
              <a:spcBef>
                <a:spcPts val="560"/>
              </a:spcBef>
              <a:spcAft>
                <a:spcPts val="0"/>
              </a:spcAft>
              <a:buClr>
                <a:schemeClr val="hlink"/>
              </a:buClr>
              <a:buSzPts val="1820"/>
              <a:buFont typeface="Noto Sans Symbols"/>
              <a:buChar char="■"/>
            </a:pPr>
            <a:r>
              <a:rPr b="1" i="1" lang="en-US" sz="2800" u="none" cap="none" strike="noStrike">
                <a:solidFill>
                  <a:schemeClr val="dk1"/>
                </a:solidFill>
                <a:latin typeface="Tahoma"/>
                <a:ea typeface="Tahoma"/>
                <a:cs typeface="Tahoma"/>
                <a:sym typeface="Tahoma"/>
              </a:rPr>
              <a:t>Knowledge relates to place and context</a:t>
            </a:r>
            <a:r>
              <a:rPr b="0" i="0" lang="en-US" sz="2800" u="none" cap="none" strike="noStrike">
                <a:solidFill>
                  <a:schemeClr val="dk1"/>
                </a:solidFill>
                <a:latin typeface="Tahoma"/>
                <a:ea typeface="Tahoma"/>
                <a:cs typeface="Tahoma"/>
                <a:sym typeface="Tahoma"/>
              </a:rPr>
              <a:t>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67" name="Shape 667"/>
        <p:cNvGrpSpPr/>
        <p:nvPr/>
      </p:nvGrpSpPr>
      <p:grpSpPr>
        <a:xfrm>
          <a:off x="0" y="0"/>
          <a:ext cx="0" cy="0"/>
          <a:chOff x="0" y="0"/>
          <a:chExt cx="0" cy="0"/>
        </a:xfrm>
      </p:grpSpPr>
      <p:sp>
        <p:nvSpPr>
          <p:cNvPr id="668" name="Google Shape;668;p53"/>
          <p:cNvSpPr txBox="1"/>
          <p:nvPr>
            <p:ph idx="1" type="body"/>
          </p:nvPr>
        </p:nvSpPr>
        <p:spPr>
          <a:xfrm>
            <a:off x="457200" y="457200"/>
            <a:ext cx="8229600" cy="6096000"/>
          </a:xfrm>
          <a:prstGeom prst="rect">
            <a:avLst/>
          </a:prstGeom>
          <a:noFill/>
          <a:ln>
            <a:noFill/>
          </a:ln>
        </p:spPr>
        <p:txBody>
          <a:bodyPr anchorCtr="0" anchor="t" bIns="45700" lIns="91425" spcFirstLastPara="1" rIns="91425" wrap="square" tIns="45700">
            <a:noAutofit/>
          </a:bodyPr>
          <a:lstStyle/>
          <a:p>
            <a:pPr indent="-342900" lvl="0" marL="342900" marR="0" rtl="0" algn="ctr">
              <a:lnSpc>
                <a:spcPct val="100000"/>
              </a:lnSpc>
              <a:spcBef>
                <a:spcPts val="0"/>
              </a:spcBef>
              <a:spcAft>
                <a:spcPts val="0"/>
              </a:spcAft>
              <a:buClr>
                <a:schemeClr val="dk1"/>
              </a:buClr>
              <a:buSzPts val="3200"/>
              <a:buFont typeface="Arial"/>
              <a:buNone/>
            </a:pPr>
            <a:r>
              <a:rPr b="0" i="0" lang="en-US" sz="3200" u="none" cap="none" strike="noStrike">
                <a:solidFill>
                  <a:schemeClr val="dk1"/>
                </a:solidFill>
                <a:latin typeface="Arial"/>
                <a:ea typeface="Arial"/>
                <a:cs typeface="Arial"/>
                <a:sym typeface="Arial"/>
              </a:rPr>
              <a:t> </a:t>
            </a:r>
            <a:endParaRPr/>
          </a:p>
        </p:txBody>
      </p:sp>
      <p:pic>
        <p:nvPicPr>
          <p:cNvPr id="669" name="Google Shape;669;p53"/>
          <p:cNvPicPr preferRelativeResize="0"/>
          <p:nvPr/>
        </p:nvPicPr>
        <p:blipFill rotWithShape="1">
          <a:blip r:embed="rId3">
            <a:alphaModFix/>
          </a:blip>
          <a:srcRect b="5970" l="0" r="1341" t="0"/>
          <a:stretch/>
        </p:blipFill>
        <p:spPr>
          <a:xfrm>
            <a:off x="990600" y="533400"/>
            <a:ext cx="7315200" cy="55340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73" name="Shape 673"/>
        <p:cNvGrpSpPr/>
        <p:nvPr/>
      </p:nvGrpSpPr>
      <p:grpSpPr>
        <a:xfrm>
          <a:off x="0" y="0"/>
          <a:ext cx="0" cy="0"/>
          <a:chOff x="0" y="0"/>
          <a:chExt cx="0" cy="0"/>
        </a:xfrm>
      </p:grpSpPr>
      <p:sp>
        <p:nvSpPr>
          <p:cNvPr id="674" name="Google Shape;674;p54"/>
          <p:cNvSpPr txBox="1"/>
          <p:nvPr>
            <p:ph idx="4294967295" type="title"/>
          </p:nvPr>
        </p:nvSpPr>
        <p:spPr>
          <a:xfrm>
            <a:off x="457200" y="274637"/>
            <a:ext cx="8229600" cy="716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200"/>
              <a:buFont typeface="Arial"/>
              <a:buNone/>
            </a:pPr>
            <a:r>
              <a:rPr b="1" i="1" lang="en-US" sz="3200" u="none">
                <a:solidFill>
                  <a:schemeClr val="dk2"/>
                </a:solidFill>
                <a:latin typeface="Arial"/>
                <a:ea typeface="Arial"/>
                <a:cs typeface="Arial"/>
                <a:sym typeface="Arial"/>
              </a:rPr>
              <a:t>What is Knowledge Management?</a:t>
            </a:r>
            <a:endParaRPr/>
          </a:p>
        </p:txBody>
      </p:sp>
      <p:sp>
        <p:nvSpPr>
          <p:cNvPr id="675" name="Google Shape;675;p54"/>
          <p:cNvSpPr txBox="1"/>
          <p:nvPr>
            <p:ph idx="4294967295" type="body"/>
          </p:nvPr>
        </p:nvSpPr>
        <p:spPr>
          <a:xfrm>
            <a:off x="0" y="1295400"/>
            <a:ext cx="6172200" cy="5562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400"/>
              <a:buFont typeface="Arial"/>
              <a:buChar char="•"/>
            </a:pPr>
            <a:r>
              <a:rPr b="1" i="0" lang="en-US" sz="2400" u="none" cap="none" strike="noStrike">
                <a:solidFill>
                  <a:schemeClr val="hlink"/>
                </a:solidFill>
                <a:latin typeface="Arial"/>
                <a:ea typeface="Arial"/>
                <a:cs typeface="Arial"/>
                <a:sym typeface="Arial"/>
              </a:rPr>
              <a:t>Knowledge Management</a:t>
            </a:r>
            <a:r>
              <a:rPr b="1" i="0" lang="en-US" sz="2400" u="none" cap="none" strike="noStrike">
                <a:solidFill>
                  <a:schemeClr val="dk1"/>
                </a:solidFill>
                <a:latin typeface="Arial"/>
                <a:ea typeface="Arial"/>
                <a:cs typeface="Arial"/>
                <a:sym typeface="Arial"/>
              </a:rPr>
              <a:t> is a collection of activities, processes and policies that help organizations apply knowledge to improve effectiveness, innovation and quality.</a:t>
            </a:r>
            <a:endParaRPr/>
          </a:p>
          <a:p>
            <a:pPr indent="-342900" lvl="0" marL="342900" marR="0" rtl="0" algn="l">
              <a:lnSpc>
                <a:spcPct val="100000"/>
              </a:lnSpc>
              <a:spcBef>
                <a:spcPts val="480"/>
              </a:spcBef>
              <a:spcAft>
                <a:spcPts val="0"/>
              </a:spcAft>
              <a:buClr>
                <a:schemeClr val="dk1"/>
              </a:buClr>
              <a:buSzPts val="2400"/>
              <a:buFont typeface="Arial"/>
              <a:buChar char="•"/>
            </a:pPr>
            <a:r>
              <a:rPr b="1" i="0" lang="en-US" sz="2400" u="none" cap="none" strike="noStrike">
                <a:solidFill>
                  <a:schemeClr val="dk1"/>
                </a:solidFill>
                <a:latin typeface="Arial"/>
                <a:ea typeface="Arial"/>
                <a:cs typeface="Arial"/>
                <a:sym typeface="Arial"/>
              </a:rPr>
              <a:t>The Purpose of KM is to turn personal knowledge into corporate knowledge and corporate knowledge into personal knowledge.  </a:t>
            </a:r>
            <a:endParaRPr/>
          </a:p>
        </p:txBody>
      </p:sp>
      <p:pic>
        <p:nvPicPr>
          <p:cNvPr id="676" name="Google Shape;676;p54"/>
          <p:cNvPicPr preferRelativeResize="0"/>
          <p:nvPr/>
        </p:nvPicPr>
        <p:blipFill rotWithShape="1">
          <a:blip r:embed="rId3">
            <a:alphaModFix/>
          </a:blip>
          <a:srcRect b="0" l="0" r="0" t="0"/>
          <a:stretch/>
        </p:blipFill>
        <p:spPr>
          <a:xfrm>
            <a:off x="6286500" y="1600200"/>
            <a:ext cx="2857500" cy="3200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80" name="Shape 680"/>
        <p:cNvGrpSpPr/>
        <p:nvPr/>
      </p:nvGrpSpPr>
      <p:grpSpPr>
        <a:xfrm>
          <a:off x="0" y="0"/>
          <a:ext cx="0" cy="0"/>
          <a:chOff x="0" y="0"/>
          <a:chExt cx="0" cy="0"/>
        </a:xfrm>
      </p:grpSpPr>
      <p:grpSp>
        <p:nvGrpSpPr>
          <p:cNvPr id="681" name="Google Shape;681;p55"/>
          <p:cNvGrpSpPr/>
          <p:nvPr/>
        </p:nvGrpSpPr>
        <p:grpSpPr>
          <a:xfrm>
            <a:off x="669925" y="1143000"/>
            <a:ext cx="8004175" cy="5410201"/>
            <a:chOff x="493" y="3368"/>
            <a:chExt cx="5306" cy="713"/>
          </a:xfrm>
        </p:grpSpPr>
        <p:sp>
          <p:nvSpPr>
            <p:cNvPr id="682" name="Google Shape;682;p55"/>
            <p:cNvSpPr/>
            <p:nvPr/>
          </p:nvSpPr>
          <p:spPr>
            <a:xfrm>
              <a:off x="493" y="3368"/>
              <a:ext cx="5306" cy="713"/>
            </a:xfrm>
            <a:custGeom>
              <a:rect b="b" l="l" r="r" t="t"/>
              <a:pathLst>
                <a:path extrusionOk="0" h="713" w="5306">
                  <a:moveTo>
                    <a:pt x="0" y="712"/>
                  </a:moveTo>
                  <a:lnTo>
                    <a:pt x="5305" y="712"/>
                  </a:lnTo>
                  <a:lnTo>
                    <a:pt x="5305" y="0"/>
                  </a:lnTo>
                  <a:lnTo>
                    <a:pt x="0" y="0"/>
                  </a:lnTo>
                  <a:lnTo>
                    <a:pt x="0" y="712"/>
                  </a:lnTo>
                </a:path>
              </a:pathLst>
            </a:custGeom>
            <a:solidFill>
              <a:schemeClr val="hlink"/>
            </a:solidFill>
            <a:ln cap="rnd" cmpd="sng" w="12700">
              <a:solidFill>
                <a:srgbClr val="000000"/>
              </a:solidFill>
              <a:prstDash val="solid"/>
              <a:miter lim="800000"/>
              <a:headEnd len="sm" w="sm" type="none"/>
              <a:tailEnd len="sm" w="sm" type="none"/>
            </a:ln>
            <a:effectLst>
              <a:outerShdw blurRad="63500" dir="2700000" dist="112253">
                <a:srgbClr val="404040"/>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83" name="Google Shape;683;p55"/>
            <p:cNvSpPr txBox="1"/>
            <p:nvPr/>
          </p:nvSpPr>
          <p:spPr>
            <a:xfrm>
              <a:off x="987" y="3473"/>
              <a:ext cx="4500" cy="600"/>
            </a:xfrm>
            <a:prstGeom prst="rect">
              <a:avLst/>
            </a:prstGeom>
            <a:solidFill>
              <a:schemeClr val="hlink"/>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684" name="Google Shape;684;p55"/>
          <p:cNvSpPr txBox="1"/>
          <p:nvPr>
            <p:ph type="title"/>
          </p:nvPr>
        </p:nvSpPr>
        <p:spPr>
          <a:xfrm>
            <a:off x="457200" y="274637"/>
            <a:ext cx="8229600" cy="5637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KM Definitions</a:t>
            </a:r>
            <a:endParaRPr/>
          </a:p>
        </p:txBody>
      </p:sp>
      <p:sp>
        <p:nvSpPr>
          <p:cNvPr id="685" name="Google Shape;685;p55"/>
          <p:cNvSpPr txBox="1"/>
          <p:nvPr>
            <p:ph idx="1" type="body"/>
          </p:nvPr>
        </p:nvSpPr>
        <p:spPr>
          <a:xfrm>
            <a:off x="723900" y="1066800"/>
            <a:ext cx="8115300" cy="4191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663300"/>
              </a:buClr>
              <a:buSzPts val="3200"/>
              <a:buFont typeface="Times New Roman"/>
              <a:buNone/>
            </a:pPr>
            <a:r>
              <a:rPr b="1" i="0" lang="en-US" sz="3200" u="none" cap="none" strike="noStrike">
                <a:solidFill>
                  <a:srgbClr val="663300"/>
                </a:solidFill>
                <a:latin typeface="Times New Roman"/>
                <a:ea typeface="Times New Roman"/>
                <a:cs typeface="Times New Roman"/>
                <a:sym typeface="Times New Roman"/>
              </a:rPr>
              <a:t>(a) </a:t>
            </a:r>
            <a:r>
              <a:rPr b="1" i="0" lang="en-US" sz="2800" u="none" cap="none" strike="noStrike">
                <a:solidFill>
                  <a:srgbClr val="663300"/>
                </a:solidFill>
                <a:latin typeface="Times New Roman"/>
                <a:ea typeface="Times New Roman"/>
                <a:cs typeface="Times New Roman"/>
                <a:sym typeface="Times New Roman"/>
              </a:rPr>
              <a:t>A collaborative and systematic process for acquiring, creating, synthesizing, and sharing information, insights, and experiences to achieve organizational goals.</a:t>
            </a:r>
            <a:endParaRPr/>
          </a:p>
          <a:p>
            <a:pPr indent="-342900" lvl="0" marL="342900" marR="0" rtl="0" algn="l">
              <a:lnSpc>
                <a:spcPct val="100000"/>
              </a:lnSpc>
              <a:spcBef>
                <a:spcPts val="0"/>
              </a:spcBef>
              <a:spcAft>
                <a:spcPts val="0"/>
              </a:spcAft>
              <a:buClr>
                <a:schemeClr val="dk1"/>
              </a:buClr>
              <a:buSzPts val="3200"/>
              <a:buFont typeface="Arial"/>
              <a:buNone/>
            </a:pPr>
            <a:r>
              <a:t/>
            </a:r>
            <a:endParaRPr b="1" i="0" sz="3200" u="none" cap="none" strike="noStrike">
              <a:solidFill>
                <a:srgbClr val="663300"/>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rgbClr val="663300"/>
              </a:buClr>
              <a:buSzPts val="2800"/>
              <a:buFont typeface="Arial"/>
              <a:buNone/>
            </a:pPr>
            <a:r>
              <a:rPr b="1" i="1" lang="en-US" sz="2800" u="none" cap="none" strike="noStrike">
                <a:solidFill>
                  <a:srgbClr val="663300"/>
                </a:solidFill>
                <a:latin typeface="Arial"/>
                <a:ea typeface="Arial"/>
                <a:cs typeface="Arial"/>
                <a:sym typeface="Arial"/>
              </a:rPr>
              <a:t>(b) </a:t>
            </a:r>
            <a:r>
              <a:rPr b="1" i="0" lang="en-US" sz="2800" u="none" cap="none" strike="noStrike">
                <a:solidFill>
                  <a:srgbClr val="663300"/>
                </a:solidFill>
                <a:latin typeface="Times New Roman"/>
                <a:ea typeface="Times New Roman"/>
                <a:cs typeface="Times New Roman"/>
                <a:sym typeface="Times New Roman"/>
              </a:rPr>
              <a:t>Knowledge Management refers to the processes and/or tools an organization uses to collect, analyze, store, and disseminate its intellectual capital. This intellectual capital can include training materials, processes, procedures, documents, ideas, skills, experiences, and much more</a:t>
            </a:r>
            <a:r>
              <a:rPr b="1" i="0" lang="en-US" sz="2800" u="none" cap="none" strike="noStrike">
                <a:solidFill>
                  <a:schemeClr val="dk1"/>
                </a:solidFill>
                <a:latin typeface="Times New Roman"/>
                <a:ea typeface="Times New Roman"/>
                <a:cs typeface="Times New Roman"/>
                <a:sym typeface="Times New Roman"/>
              </a:rPr>
              <a:t>.</a:t>
            </a:r>
            <a:r>
              <a:rPr b="0" i="0" lang="en-US" sz="2800" u="none" cap="none" strike="noStrike">
                <a:solidFill>
                  <a:schemeClr val="dk1"/>
                </a:solidFill>
                <a:latin typeface="Times New Roman"/>
                <a:ea typeface="Times New Roman"/>
                <a:cs typeface="Times New Roman"/>
                <a:sym typeface="Times New Roman"/>
              </a:rPr>
              <a:t>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89" name="Shape 689"/>
        <p:cNvGrpSpPr/>
        <p:nvPr/>
      </p:nvGrpSpPr>
      <p:grpSpPr>
        <a:xfrm>
          <a:off x="0" y="0"/>
          <a:ext cx="0" cy="0"/>
          <a:chOff x="0" y="0"/>
          <a:chExt cx="0" cy="0"/>
        </a:xfrm>
      </p:grpSpPr>
      <p:sp>
        <p:nvSpPr>
          <p:cNvPr id="690" name="Google Shape;690;p56"/>
          <p:cNvSpPr txBox="1"/>
          <p:nvPr>
            <p:ph type="title"/>
          </p:nvPr>
        </p:nvSpPr>
        <p:spPr>
          <a:xfrm>
            <a:off x="457200" y="274637"/>
            <a:ext cx="8077200" cy="825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Knowledge Management</a:t>
            </a:r>
            <a:r>
              <a:rPr b="1" i="0" lang="en-US" sz="4400" u="none">
                <a:solidFill>
                  <a:schemeClr val="dk2"/>
                </a:solidFill>
                <a:latin typeface="Tahoma"/>
                <a:ea typeface="Tahoma"/>
                <a:cs typeface="Tahoma"/>
                <a:sym typeface="Tahoma"/>
              </a:rPr>
              <a:t> </a:t>
            </a:r>
            <a:endParaRPr/>
          </a:p>
        </p:txBody>
      </p:sp>
      <p:sp>
        <p:nvSpPr>
          <p:cNvPr id="691" name="Google Shape;691;p56"/>
          <p:cNvSpPr txBox="1"/>
          <p:nvPr>
            <p:ph idx="1" type="body"/>
          </p:nvPr>
        </p:nvSpPr>
        <p:spPr>
          <a:xfrm>
            <a:off x="1143000" y="1524000"/>
            <a:ext cx="7467600" cy="4724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Is not an organizational goal in itself</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Is a means to achieving</a:t>
            </a:r>
            <a:endParaRPr/>
          </a:p>
          <a:p>
            <a:pPr indent="-285750" lvl="1" marL="74295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Organizational effectiveness and efficiency</a:t>
            </a:r>
            <a:endParaRPr/>
          </a:p>
          <a:p>
            <a:pPr indent="-285750" lvl="1" marL="74295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Development results</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Is knowledge sharing</a:t>
            </a:r>
            <a:endParaRPr/>
          </a:p>
          <a:p>
            <a:pPr indent="-285750" lvl="1" marL="74295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Strategic, systematic &amp; process oriented</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Requires change management</a:t>
            </a:r>
            <a:endParaRPr/>
          </a:p>
          <a:p>
            <a:pPr indent="-285750" lvl="1" marL="74295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Individual attitudes and work habits</a:t>
            </a:r>
            <a:endParaRPr/>
          </a:p>
          <a:p>
            <a:pPr indent="-285750" lvl="1" marL="74295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Team building</a:t>
            </a:r>
            <a:endParaRPr/>
          </a:p>
          <a:p>
            <a:pPr indent="-285750" lvl="1" marL="74295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Organizational culture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95" name="Shape 695"/>
        <p:cNvGrpSpPr/>
        <p:nvPr/>
      </p:nvGrpSpPr>
      <p:grpSpPr>
        <a:xfrm>
          <a:off x="0" y="0"/>
          <a:ext cx="0" cy="0"/>
          <a:chOff x="0" y="0"/>
          <a:chExt cx="0" cy="0"/>
        </a:xfrm>
      </p:grpSpPr>
      <p:sp>
        <p:nvSpPr>
          <p:cNvPr id="696" name="Google Shape;696;p5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Knowledge Management</a:t>
            </a:r>
            <a:endParaRPr/>
          </a:p>
        </p:txBody>
      </p:sp>
      <p:sp>
        <p:nvSpPr>
          <p:cNvPr id="697" name="Google Shape;697;p57"/>
          <p:cNvSpPr txBox="1"/>
          <p:nvPr>
            <p:ph idx="1" type="body"/>
          </p:nvPr>
        </p:nvSpPr>
        <p:spPr>
          <a:xfrm>
            <a:off x="1409700" y="2522537"/>
            <a:ext cx="7497900" cy="2094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600"/>
              <a:buFont typeface="Arial"/>
              <a:buNone/>
            </a:pPr>
            <a:r>
              <a:rPr b="0" i="0" lang="en-US" sz="3600" u="none" cap="none" strike="noStrike">
                <a:solidFill>
                  <a:schemeClr val="dk1"/>
                </a:solidFill>
                <a:latin typeface="Arial"/>
                <a:ea typeface="Arial"/>
                <a:cs typeface="Arial"/>
                <a:sym typeface="Arial"/>
              </a:rPr>
              <a:t>The ability to create, communicate, and apply knowledge to achieve business goals.</a:t>
            </a:r>
            <a:r>
              <a:rPr b="0" i="0" lang="en-US" sz="3200" u="none" cap="none" strike="noStrike">
                <a:solidFill>
                  <a:schemeClr val="dk1"/>
                </a:solidFill>
                <a:latin typeface="Arial"/>
                <a:ea typeface="Arial"/>
                <a:cs typeface="Arial"/>
                <a:sym typeface="Arial"/>
              </a:rPr>
              <a:t>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01" name="Shape 701"/>
        <p:cNvGrpSpPr/>
        <p:nvPr/>
      </p:nvGrpSpPr>
      <p:grpSpPr>
        <a:xfrm>
          <a:off x="0" y="0"/>
          <a:ext cx="0" cy="0"/>
          <a:chOff x="0" y="0"/>
          <a:chExt cx="0" cy="0"/>
        </a:xfrm>
      </p:grpSpPr>
      <p:sp>
        <p:nvSpPr>
          <p:cNvPr id="702" name="Google Shape;702;p58"/>
          <p:cNvSpPr txBox="1"/>
          <p:nvPr>
            <p:ph type="title"/>
          </p:nvPr>
        </p:nvSpPr>
        <p:spPr>
          <a:xfrm>
            <a:off x="457200" y="274637"/>
            <a:ext cx="8229600" cy="5637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KM Benefits</a:t>
            </a:r>
            <a:endParaRPr/>
          </a:p>
        </p:txBody>
      </p:sp>
      <p:sp>
        <p:nvSpPr>
          <p:cNvPr id="703" name="Google Shape;703;p58"/>
          <p:cNvSpPr txBox="1"/>
          <p:nvPr>
            <p:ph idx="1" type="body"/>
          </p:nvPr>
        </p:nvSpPr>
        <p:spPr>
          <a:xfrm>
            <a:off x="1066800" y="1295400"/>
            <a:ext cx="7691400" cy="49563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Greater access to knowledge</a:t>
            </a:r>
            <a:endParaRPr/>
          </a:p>
          <a:p>
            <a:pPr indent="-342900" lvl="0" marL="342900" marR="0" rtl="0" algn="l">
              <a:lnSpc>
                <a:spcPct val="80000"/>
              </a:lnSpc>
              <a:spcBef>
                <a:spcPts val="56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Better maintenance of knowledge</a:t>
            </a:r>
            <a:endParaRPr/>
          </a:p>
          <a:p>
            <a:pPr indent="-342900" lvl="0" marL="342900" marR="0" rtl="0" algn="l">
              <a:lnSpc>
                <a:spcPct val="80000"/>
              </a:lnSpc>
              <a:spcBef>
                <a:spcPts val="56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Increased customer service levels</a:t>
            </a:r>
            <a:endParaRPr/>
          </a:p>
          <a:p>
            <a:pPr indent="-342900" lvl="0" marL="342900" marR="0" rtl="0" algn="l">
              <a:lnSpc>
                <a:spcPct val="80000"/>
              </a:lnSpc>
              <a:spcBef>
                <a:spcPts val="56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Reduce the need to increase resources</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Reducing cycle times</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 Reducing overheads</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 Boosting revenues by getting products and services to market faster</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Improving customer service by streamlining response time</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 Empowering employees</a:t>
            </a:r>
            <a:endParaRPr b="0" i="0" sz="2800" u="none" cap="none" strike="noStrike">
              <a:solidFill>
                <a:schemeClr val="dk1"/>
              </a:solidFill>
              <a:latin typeface="Arial"/>
              <a:ea typeface="Arial"/>
              <a:cs typeface="Arial"/>
              <a:sym typeface="Arial"/>
            </a:endParaRPr>
          </a:p>
          <a:p>
            <a:pPr indent="-165100" lvl="0" marL="342900" marR="0" rtl="0" algn="l">
              <a:lnSpc>
                <a:spcPct val="100000"/>
              </a:lnSpc>
              <a:spcBef>
                <a:spcPts val="56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07" name="Shape 707"/>
        <p:cNvGrpSpPr/>
        <p:nvPr/>
      </p:nvGrpSpPr>
      <p:grpSpPr>
        <a:xfrm>
          <a:off x="0" y="0"/>
          <a:ext cx="0" cy="0"/>
          <a:chOff x="0" y="0"/>
          <a:chExt cx="0" cy="0"/>
        </a:xfrm>
      </p:grpSpPr>
      <p:sp>
        <p:nvSpPr>
          <p:cNvPr id="708" name="Google Shape;708;p59"/>
          <p:cNvSpPr txBox="1"/>
          <p:nvPr/>
        </p:nvSpPr>
        <p:spPr>
          <a:xfrm>
            <a:off x="5486400" y="1295400"/>
            <a:ext cx="3657600" cy="822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Best Knowledge Transfer Technology</a:t>
            </a:r>
            <a:endParaRPr/>
          </a:p>
        </p:txBody>
      </p:sp>
      <p:sp>
        <p:nvSpPr>
          <p:cNvPr id="709" name="Google Shape;709;p59"/>
          <p:cNvSpPr txBox="1"/>
          <p:nvPr/>
        </p:nvSpPr>
        <p:spPr>
          <a:xfrm>
            <a:off x="5486400" y="2209800"/>
            <a:ext cx="3200400" cy="822300"/>
          </a:xfrm>
          <a:prstGeom prst="rect">
            <a:avLst/>
          </a:prstGeom>
          <a:noFill/>
          <a:ln>
            <a:noFill/>
          </a:ln>
        </p:spPr>
        <p:txBody>
          <a:bodyPr anchorCtr="0" anchor="t" bIns="45700" lIns="91425" spcFirstLastPara="1" rIns="91425" wrap="square" tIns="45700">
            <a:spAutoFit/>
          </a:bodyPr>
          <a:lstStyle/>
          <a:p>
            <a:pPr indent="-114300" lvl="1" marL="122237" marR="0" rtl="0" algn="l">
              <a:lnSpc>
                <a:spcPct val="100000"/>
              </a:lnSpc>
              <a:spcBef>
                <a:spcPts val="0"/>
              </a:spcBef>
              <a:spcAft>
                <a:spcPts val="0"/>
              </a:spcAft>
              <a:buClr>
                <a:schemeClr val="dk1"/>
              </a:buClr>
              <a:buSzPts val="1800"/>
              <a:buFont typeface="Arial"/>
              <a:buChar char="•"/>
            </a:pPr>
            <a:r>
              <a:rPr b="0" i="0" lang="en-US" sz="2400" u="none" cap="none" strike="noStrike">
                <a:solidFill>
                  <a:schemeClr val="dk1"/>
                </a:solidFill>
                <a:latin typeface="Arial"/>
                <a:ea typeface="Arial"/>
                <a:cs typeface="Arial"/>
                <a:sym typeface="Arial"/>
              </a:rPr>
              <a:t> Face-to-Face Interaction</a:t>
            </a:r>
            <a:endParaRPr/>
          </a:p>
        </p:txBody>
      </p:sp>
      <p:sp>
        <p:nvSpPr>
          <p:cNvPr id="710" name="Google Shape;710;p59"/>
          <p:cNvSpPr txBox="1"/>
          <p:nvPr/>
        </p:nvSpPr>
        <p:spPr>
          <a:xfrm>
            <a:off x="5486400" y="3200400"/>
            <a:ext cx="3352800" cy="1735200"/>
          </a:xfrm>
          <a:prstGeom prst="rect">
            <a:avLst/>
          </a:prstGeom>
          <a:noFill/>
          <a:ln>
            <a:noFill/>
          </a:ln>
        </p:spPr>
        <p:txBody>
          <a:bodyPr anchorCtr="0" anchor="t" bIns="45700" lIns="91425" spcFirstLastPara="1" rIns="91425" wrap="square" tIns="45700">
            <a:spAutoFit/>
          </a:bodyPr>
          <a:lstStyle/>
          <a:p>
            <a:pPr indent="-114300" lvl="1" marL="114300" marR="0" rtl="0" algn="l">
              <a:lnSpc>
                <a:spcPct val="100000"/>
              </a:lnSpc>
              <a:spcBef>
                <a:spcPts val="0"/>
              </a:spcBef>
              <a:spcAft>
                <a:spcPts val="0"/>
              </a:spcAft>
              <a:buClr>
                <a:schemeClr val="dk1"/>
              </a:buClr>
              <a:buSzPts val="1800"/>
              <a:buFont typeface="Arial"/>
              <a:buChar char="•"/>
            </a:pPr>
            <a:r>
              <a:rPr b="0" i="0" lang="en-US" sz="2400" u="none" cap="none" strike="noStrike">
                <a:solidFill>
                  <a:schemeClr val="dk1"/>
                </a:solidFill>
                <a:latin typeface="Arial"/>
                <a:ea typeface="Arial"/>
                <a:cs typeface="Arial"/>
                <a:sym typeface="Arial"/>
              </a:rPr>
              <a:t> Not always possible but everything else aspires to it</a:t>
            </a:r>
            <a:endParaRPr/>
          </a:p>
          <a:p>
            <a:pPr indent="0" lvl="0" marL="0" marR="0" rtl="0" algn="l">
              <a:lnSpc>
                <a:spcPct val="100000"/>
              </a:lnSpc>
              <a:spcBef>
                <a:spcPts val="0"/>
              </a:spcBef>
              <a:spcAft>
                <a:spcPts val="0"/>
              </a:spcAft>
              <a:buNone/>
            </a:pPr>
            <a:r>
              <a:t/>
            </a:r>
            <a:endParaRPr b="0" i="0" sz="2400" u="none" cap="none" strike="noStrike">
              <a:solidFill>
                <a:schemeClr val="dk1"/>
              </a:solidFill>
              <a:latin typeface="Arial"/>
              <a:ea typeface="Arial"/>
              <a:cs typeface="Arial"/>
              <a:sym typeface="Arial"/>
            </a:endParaRPr>
          </a:p>
        </p:txBody>
      </p:sp>
      <p:sp>
        <p:nvSpPr>
          <p:cNvPr id="711" name="Google Shape;711;p59"/>
          <p:cNvSpPr txBox="1"/>
          <p:nvPr/>
        </p:nvSpPr>
        <p:spPr>
          <a:xfrm>
            <a:off x="1143000" y="4343400"/>
            <a:ext cx="8001000" cy="609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Best Knowledge Repository</a:t>
            </a:r>
            <a:endParaRPr/>
          </a:p>
        </p:txBody>
      </p:sp>
      <p:sp>
        <p:nvSpPr>
          <p:cNvPr id="712" name="Google Shape;712;p59"/>
          <p:cNvSpPr txBox="1"/>
          <p:nvPr/>
        </p:nvSpPr>
        <p:spPr>
          <a:xfrm>
            <a:off x="914400" y="4876800"/>
            <a:ext cx="7848600" cy="822300"/>
          </a:xfrm>
          <a:prstGeom prst="rect">
            <a:avLst/>
          </a:prstGeom>
          <a:noFill/>
          <a:ln>
            <a:noFill/>
          </a:ln>
        </p:spPr>
        <p:txBody>
          <a:bodyPr anchorCtr="0" anchor="t" bIns="45700" lIns="91425" spcFirstLastPara="1" rIns="91425" wrap="square" tIns="45700">
            <a:spAutoFit/>
          </a:bodyPr>
          <a:lstStyle/>
          <a:p>
            <a:pPr indent="-152400" lvl="1" marL="4572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 A Community or Group of people is the best repository of knowledge</a:t>
            </a:r>
            <a:endParaRPr/>
          </a:p>
        </p:txBody>
      </p:sp>
      <p:sp>
        <p:nvSpPr>
          <p:cNvPr id="713" name="Google Shape;713;p59"/>
          <p:cNvSpPr txBox="1"/>
          <p:nvPr/>
        </p:nvSpPr>
        <p:spPr>
          <a:xfrm>
            <a:off x="1149350" y="5773737"/>
            <a:ext cx="78423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2"/>
              </a:buClr>
              <a:buSzPts val="2400"/>
              <a:buFont typeface="Arial"/>
              <a:buNone/>
            </a:pPr>
            <a:r>
              <a:rPr b="1" i="0" lang="en-US" sz="2400" u="none">
                <a:solidFill>
                  <a:schemeClr val="lt2"/>
                </a:solidFill>
                <a:latin typeface="Arial"/>
                <a:ea typeface="Arial"/>
                <a:cs typeface="Arial"/>
                <a:sym typeface="Arial"/>
              </a:rPr>
              <a:t>Collection and codification are still important!</a:t>
            </a:r>
            <a:endParaRPr/>
          </a:p>
        </p:txBody>
      </p:sp>
      <p:pic>
        <p:nvPicPr>
          <p:cNvPr id="714" name="Google Shape;714;p59"/>
          <p:cNvPicPr preferRelativeResize="0"/>
          <p:nvPr/>
        </p:nvPicPr>
        <p:blipFill rotWithShape="1">
          <a:blip r:embed="rId3">
            <a:alphaModFix/>
          </a:blip>
          <a:srcRect b="0" l="0" r="0" t="0"/>
          <a:stretch/>
        </p:blipFill>
        <p:spPr>
          <a:xfrm>
            <a:off x="1219200" y="1219200"/>
            <a:ext cx="3657600" cy="3048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3"/>
                                        </p:tgtEl>
                                        <p:attrNameLst>
                                          <p:attrName>style.visibility</p:attrName>
                                        </p:attrNameLst>
                                      </p:cBhvr>
                                      <p:to>
                                        <p:strVal val="visible"/>
                                      </p:to>
                                    </p:set>
                                    <p:animEffect filter="fade" transition="in">
                                      <p:cBhvr>
                                        <p:cTn dur="500"/>
                                        <p:tgtEl>
                                          <p:spTgt spid="7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8" name="Shape 718"/>
        <p:cNvGrpSpPr/>
        <p:nvPr/>
      </p:nvGrpSpPr>
      <p:grpSpPr>
        <a:xfrm>
          <a:off x="0" y="0"/>
          <a:ext cx="0" cy="0"/>
          <a:chOff x="0" y="0"/>
          <a:chExt cx="0" cy="0"/>
        </a:xfrm>
      </p:grpSpPr>
      <p:sp>
        <p:nvSpPr>
          <p:cNvPr id="719" name="Google Shape;719;p60"/>
          <p:cNvSpPr txBox="1"/>
          <p:nvPr>
            <p:ph type="title"/>
          </p:nvPr>
        </p:nvSpPr>
        <p:spPr>
          <a:xfrm>
            <a:off x="457200" y="274637"/>
            <a:ext cx="8229600" cy="4875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1" i="0" lang="en-US" sz="3600" u="none">
                <a:solidFill>
                  <a:schemeClr val="dk2"/>
                </a:solidFill>
                <a:latin typeface="Times New Roman"/>
                <a:ea typeface="Times New Roman"/>
                <a:cs typeface="Times New Roman"/>
                <a:sym typeface="Times New Roman"/>
              </a:rPr>
              <a:t>The Knowledge cycle</a:t>
            </a:r>
            <a:r>
              <a:rPr b="0" i="0" lang="en-US" sz="4000" u="none">
                <a:solidFill>
                  <a:schemeClr val="dk2"/>
                </a:solidFill>
                <a:latin typeface="Arial"/>
                <a:ea typeface="Arial"/>
                <a:cs typeface="Arial"/>
                <a:sym typeface="Arial"/>
              </a:rPr>
              <a:t> </a:t>
            </a:r>
            <a:endParaRPr/>
          </a:p>
        </p:txBody>
      </p:sp>
      <p:pic>
        <p:nvPicPr>
          <p:cNvPr id="720" name="Google Shape;720;p60"/>
          <p:cNvPicPr preferRelativeResize="0"/>
          <p:nvPr>
            <p:ph idx="1" type="body"/>
          </p:nvPr>
        </p:nvPicPr>
        <p:blipFill rotWithShape="1">
          <a:blip r:embed="rId3">
            <a:alphaModFix/>
          </a:blip>
          <a:srcRect b="0" l="0" r="0" t="0"/>
          <a:stretch/>
        </p:blipFill>
        <p:spPr>
          <a:xfrm>
            <a:off x="2133600" y="1219200"/>
            <a:ext cx="4876800" cy="3124200"/>
          </a:xfrm>
          <a:prstGeom prst="rect">
            <a:avLst/>
          </a:prstGeom>
          <a:noFill/>
          <a:ln>
            <a:noFill/>
          </a:ln>
        </p:spPr>
      </p:pic>
      <p:sp>
        <p:nvSpPr>
          <p:cNvPr id="721" name="Google Shape;721;p60"/>
          <p:cNvSpPr txBox="1"/>
          <p:nvPr/>
        </p:nvSpPr>
        <p:spPr>
          <a:xfrm>
            <a:off x="0" y="4524375"/>
            <a:ext cx="7724700" cy="1311300"/>
          </a:xfrm>
          <a:prstGeom prst="rect">
            <a:avLst/>
          </a:prstGeom>
          <a:noFill/>
          <a:ln>
            <a:noFill/>
          </a:ln>
        </p:spPr>
        <p:txBody>
          <a:bodyPr anchorCtr="0" anchor="ctr" bIns="45700" lIns="91425" spcFirstLastPara="1" rIns="91425" wrap="square" tIns="45700">
            <a:spAutoFit/>
          </a:bodyPr>
          <a:lstStyle/>
          <a:p>
            <a:pPr indent="-114300" lvl="0" marL="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 </a:t>
            </a:r>
            <a:r>
              <a:rPr b="1" i="0" lang="en-US" sz="2000" u="none">
                <a:solidFill>
                  <a:schemeClr val="dk1"/>
                </a:solidFill>
                <a:latin typeface="Arial"/>
                <a:ea typeface="Arial"/>
                <a:cs typeface="Arial"/>
                <a:sym typeface="Arial"/>
              </a:rPr>
              <a:t>Knowledge is created. This happens in the heads of people. </a:t>
            </a:r>
            <a:endParaRPr/>
          </a:p>
          <a:p>
            <a:pPr indent="-127000" lvl="0" marL="0" marR="0" rtl="0" algn="l">
              <a:lnSpc>
                <a:spcPct val="100000"/>
              </a:lnSpc>
              <a:spcBef>
                <a:spcPts val="0"/>
              </a:spcBef>
              <a:spcAft>
                <a:spcPts val="0"/>
              </a:spcAft>
              <a:buClr>
                <a:schemeClr val="dk1"/>
              </a:buClr>
              <a:buSzPts val="2000"/>
              <a:buFont typeface="Arial"/>
              <a:buChar char="•"/>
            </a:pPr>
            <a:r>
              <a:rPr b="1" i="0" lang="en-US" sz="2000" u="none">
                <a:solidFill>
                  <a:schemeClr val="dk1"/>
                </a:solidFill>
                <a:latin typeface="Arial"/>
                <a:ea typeface="Arial"/>
                <a:cs typeface="Arial"/>
                <a:sym typeface="Arial"/>
              </a:rPr>
              <a:t> Knowledge is captured. It is put on paper in a report.</a:t>
            </a:r>
            <a:endParaRPr/>
          </a:p>
          <a:p>
            <a:pPr indent="-127000" lvl="0" marL="0" marR="0" rtl="0" algn="l">
              <a:lnSpc>
                <a:spcPct val="100000"/>
              </a:lnSpc>
              <a:spcBef>
                <a:spcPts val="0"/>
              </a:spcBef>
              <a:spcAft>
                <a:spcPts val="0"/>
              </a:spcAft>
              <a:buClr>
                <a:schemeClr val="dk1"/>
              </a:buClr>
              <a:buSzPts val="2000"/>
              <a:buFont typeface="Arial"/>
              <a:buChar char="•"/>
            </a:pPr>
            <a:r>
              <a:rPr b="1" i="0" lang="en-US" sz="2000" u="none">
                <a:solidFill>
                  <a:schemeClr val="dk1"/>
                </a:solidFill>
                <a:latin typeface="Arial"/>
                <a:ea typeface="Arial"/>
                <a:cs typeface="Arial"/>
                <a:sym typeface="Arial"/>
              </a:rPr>
              <a:t> Knowledge is organized, where it is classified and modified </a:t>
            </a:r>
            <a:endParaRPr/>
          </a:p>
          <a:p>
            <a:pPr indent="-127000" lvl="0" marL="0" marR="0" rtl="0" algn="l">
              <a:lnSpc>
                <a:spcPct val="100000"/>
              </a:lnSpc>
              <a:spcBef>
                <a:spcPts val="0"/>
              </a:spcBef>
              <a:spcAft>
                <a:spcPts val="0"/>
              </a:spcAft>
              <a:buClr>
                <a:schemeClr val="dk1"/>
              </a:buClr>
              <a:buSzPts val="2000"/>
              <a:buFont typeface="Arial"/>
              <a:buChar char="•"/>
            </a:pPr>
            <a:r>
              <a:rPr b="1" i="0" lang="en-US" sz="2000" u="none">
                <a:solidFill>
                  <a:schemeClr val="dk1"/>
                </a:solidFill>
                <a:latin typeface="Arial"/>
                <a:ea typeface="Arial"/>
                <a:cs typeface="Arial"/>
                <a:sym typeface="Arial"/>
              </a:rPr>
              <a:t> Knowledge is shared and used.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25" name="Shape 725"/>
        <p:cNvGrpSpPr/>
        <p:nvPr/>
      </p:nvGrpSpPr>
      <p:grpSpPr>
        <a:xfrm>
          <a:off x="0" y="0"/>
          <a:ext cx="0" cy="0"/>
          <a:chOff x="0" y="0"/>
          <a:chExt cx="0" cy="0"/>
        </a:xfrm>
      </p:grpSpPr>
      <p:sp>
        <p:nvSpPr>
          <p:cNvPr id="726" name="Google Shape;726;p61"/>
          <p:cNvSpPr txBox="1"/>
          <p:nvPr>
            <p:ph type="title"/>
          </p:nvPr>
        </p:nvSpPr>
        <p:spPr>
          <a:xfrm>
            <a:off x="457200" y="274637"/>
            <a:ext cx="8229600" cy="792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Times New Roman"/>
              <a:buNone/>
            </a:pPr>
            <a:r>
              <a:rPr b="1" i="0" lang="en-US" sz="3200" u="none">
                <a:solidFill>
                  <a:schemeClr val="dk2"/>
                </a:solidFill>
                <a:latin typeface="Times New Roman"/>
                <a:ea typeface="Times New Roman"/>
                <a:cs typeface="Times New Roman"/>
                <a:sym typeface="Times New Roman"/>
              </a:rPr>
              <a:t>Objectives of knowledge management</a:t>
            </a:r>
            <a:endParaRPr/>
          </a:p>
        </p:txBody>
      </p:sp>
      <p:sp>
        <p:nvSpPr>
          <p:cNvPr id="727" name="Google Shape;727;p61"/>
          <p:cNvSpPr txBox="1"/>
          <p:nvPr>
            <p:ph idx="1" type="body"/>
          </p:nvPr>
        </p:nvSpPr>
        <p:spPr>
          <a:xfrm>
            <a:off x="457200" y="1981200"/>
            <a:ext cx="8229600" cy="4495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Create knowledge repositories</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Improve knowledge access </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Enhance the knowledge environment</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Manage knowledge as an asset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31" name="Shape 731"/>
        <p:cNvGrpSpPr/>
        <p:nvPr/>
      </p:nvGrpSpPr>
      <p:grpSpPr>
        <a:xfrm>
          <a:off x="0" y="0"/>
          <a:ext cx="0" cy="0"/>
          <a:chOff x="0" y="0"/>
          <a:chExt cx="0" cy="0"/>
        </a:xfrm>
      </p:grpSpPr>
      <p:sp>
        <p:nvSpPr>
          <p:cNvPr id="732" name="Google Shape;732;p6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2800"/>
              <a:buFont typeface="Arial"/>
              <a:buNone/>
            </a:pPr>
            <a:r>
              <a:rPr b="1" i="0" lang="en-US" sz="2800" u="none">
                <a:solidFill>
                  <a:schemeClr val="dk2"/>
                </a:solidFill>
                <a:latin typeface="Arial"/>
                <a:ea typeface="Arial"/>
                <a:cs typeface="Arial"/>
                <a:sym typeface="Arial"/>
              </a:rPr>
              <a:t>Organizational knowledge environments.</a:t>
            </a:r>
            <a:r>
              <a:rPr b="0" i="0" lang="en-US" sz="4400" u="none">
                <a:solidFill>
                  <a:schemeClr val="dk2"/>
                </a:solidFill>
                <a:latin typeface="Arial"/>
                <a:ea typeface="Arial"/>
                <a:cs typeface="Arial"/>
                <a:sym typeface="Arial"/>
              </a:rPr>
              <a:t> </a:t>
            </a:r>
            <a:endParaRPr/>
          </a:p>
        </p:txBody>
      </p:sp>
      <p:sp>
        <p:nvSpPr>
          <p:cNvPr id="733" name="Google Shape;733;p62"/>
          <p:cNvSpPr txBox="1"/>
          <p:nvPr>
            <p:ph idx="1" type="body"/>
          </p:nvPr>
        </p:nvSpPr>
        <p:spPr>
          <a:xfrm>
            <a:off x="457200" y="1600200"/>
            <a:ext cx="4876800" cy="4526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Sources from which organizations filter the information to build organizational knowledge</a:t>
            </a:r>
            <a:endParaRPr/>
          </a:p>
        </p:txBody>
      </p:sp>
      <p:pic>
        <p:nvPicPr>
          <p:cNvPr id="734" name="Google Shape;734;p62"/>
          <p:cNvPicPr preferRelativeResize="0"/>
          <p:nvPr>
            <p:ph idx="1" type="body"/>
          </p:nvPr>
        </p:nvPicPr>
        <p:blipFill rotWithShape="1">
          <a:blip r:embed="rId3">
            <a:alphaModFix/>
          </a:blip>
          <a:srcRect b="0" l="0" r="1999" t="7080"/>
          <a:stretch/>
        </p:blipFill>
        <p:spPr>
          <a:xfrm>
            <a:off x="5257800" y="1371600"/>
            <a:ext cx="3886200" cy="3200400"/>
          </a:xfrm>
          <a:prstGeom prst="rect">
            <a:avLst/>
          </a:prstGeom>
          <a:noFill/>
          <a:ln cap="flat" cmpd="sng" w="38100">
            <a:solidFill>
              <a:srgbClr val="000000"/>
            </a:solidFill>
            <a:prstDash val="solid"/>
            <a:miter lim="800000"/>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38" name="Shape 738"/>
        <p:cNvGrpSpPr/>
        <p:nvPr/>
      </p:nvGrpSpPr>
      <p:grpSpPr>
        <a:xfrm>
          <a:off x="0" y="0"/>
          <a:ext cx="0" cy="0"/>
          <a:chOff x="0" y="0"/>
          <a:chExt cx="0" cy="0"/>
        </a:xfrm>
      </p:grpSpPr>
      <p:sp>
        <p:nvSpPr>
          <p:cNvPr id="739" name="Google Shape;739;p63"/>
          <p:cNvSpPr txBox="1"/>
          <p:nvPr>
            <p:ph type="title"/>
          </p:nvPr>
        </p:nvSpPr>
        <p:spPr>
          <a:xfrm>
            <a:off x="457200" y="274637"/>
            <a:ext cx="8229600" cy="13257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2800"/>
              <a:buFont typeface="Times New Roman"/>
              <a:buNone/>
            </a:pPr>
            <a:r>
              <a:rPr b="1" i="0" lang="en-US" sz="2800" u="none">
                <a:solidFill>
                  <a:schemeClr val="dk2"/>
                </a:solidFill>
                <a:latin typeface="Times New Roman"/>
                <a:ea typeface="Times New Roman"/>
                <a:cs typeface="Times New Roman"/>
                <a:sym typeface="Times New Roman"/>
              </a:rPr>
              <a:t>The KM cycle consisting of four steps that involves storage, processing and communication of information</a:t>
            </a:r>
            <a:endParaRPr/>
          </a:p>
        </p:txBody>
      </p:sp>
      <p:pic>
        <p:nvPicPr>
          <p:cNvPr id="740" name="Google Shape;740;p63"/>
          <p:cNvPicPr preferRelativeResize="0"/>
          <p:nvPr>
            <p:ph idx="4294967295" type="body"/>
          </p:nvPr>
        </p:nvPicPr>
        <p:blipFill rotWithShape="1">
          <a:blip r:embed="rId3">
            <a:alphaModFix/>
          </a:blip>
          <a:srcRect b="0" l="0" r="1999" t="7080"/>
          <a:stretch/>
        </p:blipFill>
        <p:spPr>
          <a:xfrm>
            <a:off x="2286000" y="2438400"/>
            <a:ext cx="4343400" cy="4038600"/>
          </a:xfrm>
          <a:prstGeom prst="rect">
            <a:avLst/>
          </a:prstGeom>
          <a:noFill/>
          <a:ln cap="flat" cmpd="sng" w="38100">
            <a:solidFill>
              <a:srgbClr val="000000"/>
            </a:solidFill>
            <a:prstDash val="solid"/>
            <a:miter lim="800000"/>
            <a:headEnd len="sm" w="sm" type="none"/>
            <a:tailEnd len="sm" w="sm" type="none"/>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44" name="Shape 744"/>
        <p:cNvGrpSpPr/>
        <p:nvPr/>
      </p:nvGrpSpPr>
      <p:grpSpPr>
        <a:xfrm>
          <a:off x="0" y="0"/>
          <a:ext cx="0" cy="0"/>
          <a:chOff x="0" y="0"/>
          <a:chExt cx="0" cy="0"/>
        </a:xfrm>
      </p:grpSpPr>
      <p:sp>
        <p:nvSpPr>
          <p:cNvPr id="745" name="Google Shape;745;p64"/>
          <p:cNvSpPr txBox="1"/>
          <p:nvPr>
            <p:ph type="title"/>
          </p:nvPr>
        </p:nvSpPr>
        <p:spPr>
          <a:xfrm>
            <a:off x="457200" y="274637"/>
            <a:ext cx="8229600" cy="716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Arial"/>
              <a:buNone/>
            </a:pPr>
            <a:r>
              <a:rPr b="1" i="0" lang="en-US" sz="4000" u="none">
                <a:solidFill>
                  <a:schemeClr val="dk2"/>
                </a:solidFill>
                <a:latin typeface="Arial"/>
                <a:ea typeface="Arial"/>
                <a:cs typeface="Arial"/>
                <a:sym typeface="Arial"/>
              </a:rPr>
              <a:t>Technical domains of KM</a:t>
            </a:r>
            <a:r>
              <a:rPr b="0" i="0" lang="en-US" sz="4000" u="none">
                <a:solidFill>
                  <a:schemeClr val="dk2"/>
                </a:solidFill>
                <a:latin typeface="Arial"/>
                <a:ea typeface="Arial"/>
                <a:cs typeface="Arial"/>
                <a:sym typeface="Arial"/>
              </a:rPr>
              <a:t> </a:t>
            </a:r>
            <a:endParaRPr/>
          </a:p>
        </p:txBody>
      </p:sp>
      <p:pic>
        <p:nvPicPr>
          <p:cNvPr id="746" name="Google Shape;746;p64"/>
          <p:cNvPicPr preferRelativeResize="0"/>
          <p:nvPr>
            <p:ph idx="1" type="body"/>
          </p:nvPr>
        </p:nvPicPr>
        <p:blipFill rotWithShape="1">
          <a:blip r:embed="rId3">
            <a:alphaModFix/>
          </a:blip>
          <a:srcRect b="3100" l="0" r="-1389" t="0"/>
          <a:stretch/>
        </p:blipFill>
        <p:spPr>
          <a:xfrm>
            <a:off x="685800" y="1066800"/>
            <a:ext cx="7848600" cy="57912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50" name="Shape 750"/>
        <p:cNvGrpSpPr/>
        <p:nvPr/>
      </p:nvGrpSpPr>
      <p:grpSpPr>
        <a:xfrm>
          <a:off x="0" y="0"/>
          <a:ext cx="0" cy="0"/>
          <a:chOff x="0" y="0"/>
          <a:chExt cx="0" cy="0"/>
        </a:xfrm>
      </p:grpSpPr>
      <p:sp>
        <p:nvSpPr>
          <p:cNvPr id="751" name="Google Shape;751;p6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Arial"/>
              <a:buNone/>
            </a:pPr>
            <a:r>
              <a:rPr b="1" i="0" lang="en-US" sz="3200" u="none">
                <a:solidFill>
                  <a:schemeClr val="dk2"/>
                </a:solidFill>
                <a:latin typeface="Arial"/>
                <a:ea typeface="Arial"/>
                <a:cs typeface="Arial"/>
                <a:sym typeface="Arial"/>
              </a:rPr>
              <a:t>Nature of Knowledge Management</a:t>
            </a:r>
            <a:endParaRPr/>
          </a:p>
        </p:txBody>
      </p:sp>
      <p:sp>
        <p:nvSpPr>
          <p:cNvPr id="752" name="Google Shape;752;p65"/>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Char char="•"/>
            </a:pPr>
            <a:r>
              <a:rPr b="1" i="1" lang="en-US" sz="2800" u="none">
                <a:solidFill>
                  <a:schemeClr val="dk1"/>
                </a:solidFill>
                <a:latin typeface="Arial"/>
                <a:ea typeface="Arial"/>
                <a:cs typeface="Arial"/>
                <a:sym typeface="Arial"/>
              </a:rPr>
              <a:t>Knowledge Management is about people</a:t>
            </a:r>
            <a:r>
              <a:rPr b="1" i="0" lang="en-US" sz="2800" u="none">
                <a:solidFill>
                  <a:schemeClr val="dk1"/>
                </a:solidFill>
                <a:latin typeface="Arial"/>
                <a:ea typeface="Arial"/>
                <a:cs typeface="Arial"/>
                <a:sym typeface="Arial"/>
              </a:rPr>
              <a:t>.</a:t>
            </a:r>
            <a:r>
              <a:rPr b="0" i="0" lang="en-US" sz="2800" u="none">
                <a:solidFill>
                  <a:schemeClr val="dk1"/>
                </a:solidFill>
                <a:latin typeface="Arial"/>
                <a:ea typeface="Arial"/>
                <a:cs typeface="Arial"/>
                <a:sym typeface="Arial"/>
              </a:rPr>
              <a:t> </a:t>
            </a:r>
            <a:endParaRPr/>
          </a:p>
          <a:p>
            <a:pPr indent="-342900" lvl="0" marL="342900" marR="0" rtl="0" algn="l">
              <a:lnSpc>
                <a:spcPct val="100000"/>
              </a:lnSpc>
              <a:spcBef>
                <a:spcPts val="560"/>
              </a:spcBef>
              <a:spcAft>
                <a:spcPts val="0"/>
              </a:spcAft>
              <a:buClr>
                <a:schemeClr val="dk1"/>
              </a:buClr>
              <a:buSzPts val="2800"/>
              <a:buFont typeface="Arial"/>
              <a:buChar char="•"/>
            </a:pPr>
            <a:r>
              <a:rPr b="1" i="1" lang="en-US" sz="2800" u="none">
                <a:solidFill>
                  <a:schemeClr val="dk1"/>
                </a:solidFill>
                <a:latin typeface="Arial"/>
                <a:ea typeface="Arial"/>
                <a:cs typeface="Arial"/>
                <a:sym typeface="Arial"/>
              </a:rPr>
              <a:t>Knowledge Management is orderly and goal-directed</a:t>
            </a:r>
            <a:r>
              <a:rPr b="0" i="0" lang="en-US" sz="2800" u="none">
                <a:solidFill>
                  <a:schemeClr val="dk1"/>
                </a:solidFill>
                <a:latin typeface="Arial"/>
                <a:ea typeface="Arial"/>
                <a:cs typeface="Arial"/>
                <a:sym typeface="Arial"/>
              </a:rPr>
              <a:t> </a:t>
            </a:r>
            <a:endParaRPr/>
          </a:p>
          <a:p>
            <a:pPr indent="-342900" lvl="0" marL="342900" marR="0" rtl="0" algn="l">
              <a:lnSpc>
                <a:spcPct val="100000"/>
              </a:lnSpc>
              <a:spcBef>
                <a:spcPts val="560"/>
              </a:spcBef>
              <a:spcAft>
                <a:spcPts val="0"/>
              </a:spcAft>
              <a:buClr>
                <a:schemeClr val="dk1"/>
              </a:buClr>
              <a:buSzPts val="2800"/>
              <a:buFont typeface="Arial"/>
              <a:buChar char="•"/>
            </a:pPr>
            <a:r>
              <a:rPr b="1" i="1" lang="en-US" sz="2800" u="none">
                <a:solidFill>
                  <a:schemeClr val="dk1"/>
                </a:solidFill>
                <a:latin typeface="Arial"/>
                <a:ea typeface="Arial"/>
                <a:cs typeface="Arial"/>
                <a:sym typeface="Arial"/>
              </a:rPr>
              <a:t>Knowledge Management is ever-changing</a:t>
            </a:r>
            <a:r>
              <a:rPr b="0" i="0" lang="en-US" sz="2800" u="none">
                <a:solidFill>
                  <a:schemeClr val="dk1"/>
                </a:solidFill>
                <a:latin typeface="Arial"/>
                <a:ea typeface="Arial"/>
                <a:cs typeface="Arial"/>
                <a:sym typeface="Arial"/>
              </a:rPr>
              <a:t> </a:t>
            </a:r>
            <a:endParaRPr/>
          </a:p>
          <a:p>
            <a:pPr indent="-342900" lvl="0" marL="342900" marR="0" rtl="0" algn="l">
              <a:lnSpc>
                <a:spcPct val="100000"/>
              </a:lnSpc>
              <a:spcBef>
                <a:spcPts val="560"/>
              </a:spcBef>
              <a:spcAft>
                <a:spcPts val="0"/>
              </a:spcAft>
              <a:buClr>
                <a:schemeClr val="dk1"/>
              </a:buClr>
              <a:buSzPts val="2800"/>
              <a:buFont typeface="Arial"/>
              <a:buChar char="•"/>
            </a:pPr>
            <a:r>
              <a:rPr b="1" i="1" lang="en-US" sz="2800" u="none">
                <a:solidFill>
                  <a:schemeClr val="dk1"/>
                </a:solidFill>
                <a:latin typeface="Arial"/>
                <a:ea typeface="Arial"/>
                <a:cs typeface="Arial"/>
                <a:sym typeface="Arial"/>
              </a:rPr>
              <a:t>Knowledge Management is value-added</a:t>
            </a:r>
            <a:r>
              <a:rPr b="0" i="0" lang="en-US" sz="2800" u="none">
                <a:solidFill>
                  <a:schemeClr val="dk1"/>
                </a:solidFill>
                <a:latin typeface="Arial"/>
                <a:ea typeface="Arial"/>
                <a:cs typeface="Arial"/>
                <a:sym typeface="Arial"/>
              </a:rPr>
              <a:t> </a:t>
            </a:r>
            <a:endParaRPr/>
          </a:p>
          <a:p>
            <a:pPr indent="-342900" lvl="0" marL="342900" marR="0" rtl="0" algn="l">
              <a:lnSpc>
                <a:spcPct val="100000"/>
              </a:lnSpc>
              <a:spcBef>
                <a:spcPts val="560"/>
              </a:spcBef>
              <a:spcAft>
                <a:spcPts val="0"/>
              </a:spcAft>
              <a:buClr>
                <a:schemeClr val="dk1"/>
              </a:buClr>
              <a:buSzPts val="2800"/>
              <a:buFont typeface="Arial"/>
              <a:buChar char="•"/>
            </a:pPr>
            <a:r>
              <a:rPr b="1" i="1" lang="en-US" sz="2800" u="none">
                <a:solidFill>
                  <a:schemeClr val="dk1"/>
                </a:solidFill>
                <a:latin typeface="Arial"/>
                <a:ea typeface="Arial"/>
                <a:cs typeface="Arial"/>
                <a:sym typeface="Arial"/>
              </a:rPr>
              <a:t>Knowledge Management is visionary</a:t>
            </a:r>
            <a:r>
              <a:rPr b="0" i="0" lang="en-US" sz="2800" u="none">
                <a:solidFill>
                  <a:schemeClr val="dk1"/>
                </a:solidFill>
                <a:latin typeface="Arial"/>
                <a:ea typeface="Arial"/>
                <a:cs typeface="Arial"/>
                <a:sym typeface="Arial"/>
              </a:rPr>
              <a:t> </a:t>
            </a:r>
            <a:endParaRPr/>
          </a:p>
          <a:p>
            <a:pPr indent="-342900" lvl="0" marL="342900" marR="0" rtl="0" algn="l">
              <a:lnSpc>
                <a:spcPct val="100000"/>
              </a:lnSpc>
              <a:spcBef>
                <a:spcPts val="560"/>
              </a:spcBef>
              <a:spcAft>
                <a:spcPts val="0"/>
              </a:spcAft>
              <a:buClr>
                <a:schemeClr val="dk1"/>
              </a:buClr>
              <a:buSzPts val="2800"/>
              <a:buFont typeface="Arial"/>
              <a:buChar char="•"/>
            </a:pPr>
            <a:r>
              <a:rPr b="1" i="1" lang="en-US" sz="2800" u="none">
                <a:solidFill>
                  <a:schemeClr val="dk1"/>
                </a:solidFill>
                <a:latin typeface="Arial"/>
                <a:ea typeface="Arial"/>
                <a:cs typeface="Arial"/>
                <a:sym typeface="Arial"/>
              </a:rPr>
              <a:t>Knowledge Management is complementary</a:t>
            </a:r>
            <a:r>
              <a:rPr b="0" i="0" lang="en-US" sz="2800" u="none">
                <a:solidFill>
                  <a:schemeClr val="dk1"/>
                </a:solidFill>
                <a:latin typeface="Arial"/>
                <a:ea typeface="Arial"/>
                <a:cs typeface="Arial"/>
                <a:sym typeface="Arial"/>
              </a:rPr>
              <a:t>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56" name="Shape 756"/>
        <p:cNvGrpSpPr/>
        <p:nvPr/>
      </p:nvGrpSpPr>
      <p:grpSpPr>
        <a:xfrm>
          <a:off x="0" y="0"/>
          <a:ext cx="0" cy="0"/>
          <a:chOff x="0" y="0"/>
          <a:chExt cx="0" cy="0"/>
        </a:xfrm>
      </p:grpSpPr>
      <p:sp>
        <p:nvSpPr>
          <p:cNvPr id="757" name="Google Shape;757;p66"/>
          <p:cNvSpPr txBox="1"/>
          <p:nvPr>
            <p:ph type="title"/>
          </p:nvPr>
        </p:nvSpPr>
        <p:spPr>
          <a:xfrm>
            <a:off x="457200" y="274637"/>
            <a:ext cx="8229600" cy="4875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2800"/>
              <a:buFont typeface="Arial"/>
              <a:buNone/>
            </a:pPr>
            <a:r>
              <a:rPr b="1" i="0" lang="en-US" sz="2800" u="none">
                <a:solidFill>
                  <a:schemeClr val="dk2"/>
                </a:solidFill>
                <a:latin typeface="Arial"/>
                <a:ea typeface="Arial"/>
                <a:cs typeface="Arial"/>
                <a:sym typeface="Arial"/>
              </a:rPr>
              <a:t>Areas of research within each step of the knowledge management cycle</a:t>
            </a:r>
            <a:r>
              <a:rPr b="0" i="0" lang="en-US" sz="4000" u="none">
                <a:solidFill>
                  <a:schemeClr val="dk2"/>
                </a:solidFill>
                <a:latin typeface="Arial"/>
                <a:ea typeface="Arial"/>
                <a:cs typeface="Arial"/>
                <a:sym typeface="Arial"/>
              </a:rPr>
              <a:t> </a:t>
            </a:r>
            <a:endParaRPr/>
          </a:p>
        </p:txBody>
      </p:sp>
      <p:sp>
        <p:nvSpPr>
          <p:cNvPr id="758" name="Google Shape;758;p66"/>
          <p:cNvSpPr txBox="1"/>
          <p:nvPr>
            <p:ph idx="1" type="body"/>
          </p:nvPr>
        </p:nvSpPr>
        <p:spPr>
          <a:xfrm>
            <a:off x="0" y="1143000"/>
            <a:ext cx="9144000" cy="6858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0000"/>
              </a:lnSpc>
              <a:spcBef>
                <a:spcPts val="0"/>
              </a:spcBef>
              <a:spcAft>
                <a:spcPts val="0"/>
              </a:spcAft>
              <a:buClr>
                <a:schemeClr val="dk1"/>
              </a:buClr>
              <a:buSzPts val="2000"/>
              <a:buFont typeface="Arial"/>
              <a:buChar char="•"/>
            </a:pPr>
            <a:r>
              <a:rPr b="1" i="1" lang="en-US" sz="2000" u="none">
                <a:solidFill>
                  <a:schemeClr val="dk1"/>
                </a:solidFill>
                <a:latin typeface="Arial"/>
                <a:ea typeface="Arial"/>
                <a:cs typeface="Arial"/>
                <a:sym typeface="Arial"/>
              </a:rPr>
              <a:t>Observation and Analysis</a:t>
            </a:r>
            <a:endParaRPr/>
          </a:p>
          <a:p>
            <a:pPr indent="-342900" lvl="0" marL="342900" marR="0" rtl="0" algn="l">
              <a:lnSpc>
                <a:spcPct val="8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Retrieval and filtering of data/information</a:t>
            </a:r>
            <a:endParaRPr/>
          </a:p>
          <a:p>
            <a:pPr indent="-342900" lvl="0" marL="342900" marR="0" rtl="0" algn="l">
              <a:lnSpc>
                <a:spcPct val="8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Enabling access to salient environmental data</a:t>
            </a:r>
            <a:endParaRPr/>
          </a:p>
          <a:p>
            <a:pPr indent="-342900" lvl="0" marL="342900" marR="0" rtl="0" algn="l">
              <a:lnSpc>
                <a:spcPct val="8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Sharing organizational goals and objectives </a:t>
            </a:r>
            <a:endParaRPr/>
          </a:p>
          <a:p>
            <a:pPr indent="-215900" lvl="0" marL="342900" marR="0" rtl="0" algn="l">
              <a:lnSpc>
                <a:spcPct val="80000"/>
              </a:lnSpc>
              <a:spcBef>
                <a:spcPts val="400"/>
              </a:spcBef>
              <a:spcAft>
                <a:spcPts val="0"/>
              </a:spcAft>
              <a:buClr>
                <a:schemeClr val="dk1"/>
              </a:buClr>
              <a:buSzPts val="2000"/>
              <a:buFont typeface="Arial"/>
              <a:buNone/>
            </a:pPr>
            <a:r>
              <a:t/>
            </a:r>
            <a:endParaRPr b="0" i="0" sz="2000" u="none">
              <a:solidFill>
                <a:schemeClr val="dk1"/>
              </a:solidFill>
              <a:latin typeface="Arial"/>
              <a:ea typeface="Arial"/>
              <a:cs typeface="Arial"/>
              <a:sym typeface="Arial"/>
            </a:endParaRPr>
          </a:p>
          <a:p>
            <a:pPr indent="-342900" lvl="0" marL="342900" marR="0" rtl="0" algn="l">
              <a:lnSpc>
                <a:spcPct val="80000"/>
              </a:lnSpc>
              <a:spcBef>
                <a:spcPts val="400"/>
              </a:spcBef>
              <a:spcAft>
                <a:spcPts val="0"/>
              </a:spcAft>
              <a:buClr>
                <a:schemeClr val="dk1"/>
              </a:buClr>
              <a:buSzPts val="2000"/>
              <a:buFont typeface="Arial"/>
              <a:buChar char="•"/>
            </a:pPr>
            <a:r>
              <a:rPr b="1" i="1" lang="en-US" sz="2000" u="none">
                <a:solidFill>
                  <a:schemeClr val="dk1"/>
                </a:solidFill>
                <a:latin typeface="Arial"/>
                <a:ea typeface="Arial"/>
                <a:cs typeface="Arial"/>
                <a:sym typeface="Arial"/>
              </a:rPr>
              <a:t>Theory Generation</a:t>
            </a:r>
            <a:endParaRPr/>
          </a:p>
          <a:p>
            <a:pPr indent="-342900" lvl="0" marL="342900" marR="0" rtl="0" algn="l">
              <a:lnSpc>
                <a:spcPct val="8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Elimination of “silo” processing and reinvention</a:t>
            </a:r>
            <a:endParaRPr/>
          </a:p>
          <a:p>
            <a:pPr indent="-342900" lvl="0" marL="342900" marR="0" rtl="0" algn="l">
              <a:lnSpc>
                <a:spcPct val="8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Fostering knowledge creation through small teams</a:t>
            </a:r>
            <a:endParaRPr/>
          </a:p>
          <a:p>
            <a:pPr indent="-342900" lvl="0" marL="342900" marR="0" rtl="0" algn="l">
              <a:lnSpc>
                <a:spcPct val="8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Reduction of bureaucracy and formal meetings </a:t>
            </a:r>
            <a:endParaRPr/>
          </a:p>
          <a:p>
            <a:pPr indent="-215900" lvl="0" marL="342900" marR="0" rtl="0" algn="l">
              <a:lnSpc>
                <a:spcPct val="80000"/>
              </a:lnSpc>
              <a:spcBef>
                <a:spcPts val="400"/>
              </a:spcBef>
              <a:spcAft>
                <a:spcPts val="0"/>
              </a:spcAft>
              <a:buClr>
                <a:schemeClr val="dk1"/>
              </a:buClr>
              <a:buSzPts val="2000"/>
              <a:buFont typeface="Arial"/>
              <a:buNone/>
            </a:pPr>
            <a:r>
              <a:t/>
            </a:r>
            <a:endParaRPr b="0" i="0" sz="2000" u="none">
              <a:solidFill>
                <a:schemeClr val="dk1"/>
              </a:solidFill>
              <a:latin typeface="Arial"/>
              <a:ea typeface="Arial"/>
              <a:cs typeface="Arial"/>
              <a:sym typeface="Arial"/>
            </a:endParaRPr>
          </a:p>
          <a:p>
            <a:pPr indent="-342900" lvl="0" marL="342900" marR="0" rtl="0" algn="l">
              <a:lnSpc>
                <a:spcPct val="80000"/>
              </a:lnSpc>
              <a:spcBef>
                <a:spcPts val="400"/>
              </a:spcBef>
              <a:spcAft>
                <a:spcPts val="0"/>
              </a:spcAft>
              <a:buClr>
                <a:schemeClr val="dk1"/>
              </a:buClr>
              <a:buSzPts val="2000"/>
              <a:buFont typeface="Arial"/>
              <a:buChar char="•"/>
            </a:pPr>
            <a:r>
              <a:rPr b="1" i="1" lang="en-US" sz="2000" u="none">
                <a:solidFill>
                  <a:schemeClr val="dk1"/>
                </a:solidFill>
                <a:latin typeface="Arial"/>
                <a:ea typeface="Arial"/>
                <a:cs typeface="Arial"/>
                <a:sym typeface="Arial"/>
              </a:rPr>
              <a:t>Testing  and Application</a:t>
            </a:r>
            <a:endParaRPr/>
          </a:p>
          <a:p>
            <a:pPr indent="-342900" lvl="0" marL="342900" marR="0" rtl="0" algn="l">
              <a:lnSpc>
                <a:spcPct val="8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Enabling “start to finish” development and deployment</a:t>
            </a:r>
            <a:endParaRPr/>
          </a:p>
          <a:p>
            <a:pPr indent="-342900" lvl="0" marL="342900" marR="0" rtl="0" algn="l">
              <a:lnSpc>
                <a:spcPct val="8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Effective measurement of business processes and knowledge assets</a:t>
            </a:r>
            <a:endParaRPr/>
          </a:p>
          <a:p>
            <a:pPr indent="-342900" lvl="0" marL="342900" marR="0" rtl="0" algn="l">
              <a:lnSpc>
                <a:spcPct val="8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Management of changing requirements</a:t>
            </a:r>
            <a:endParaRPr/>
          </a:p>
          <a:p>
            <a:pPr indent="-215900" lvl="0" marL="342900" marR="0" rtl="0" algn="l">
              <a:lnSpc>
                <a:spcPct val="80000"/>
              </a:lnSpc>
              <a:spcBef>
                <a:spcPts val="400"/>
              </a:spcBef>
              <a:spcAft>
                <a:spcPts val="0"/>
              </a:spcAft>
              <a:buClr>
                <a:schemeClr val="dk1"/>
              </a:buClr>
              <a:buSzPts val="2000"/>
              <a:buFont typeface="Arial"/>
              <a:buNone/>
            </a:pPr>
            <a:r>
              <a:t/>
            </a:r>
            <a:endParaRPr b="0" i="0" sz="2000" u="none">
              <a:solidFill>
                <a:schemeClr val="dk1"/>
              </a:solidFill>
              <a:latin typeface="Arial"/>
              <a:ea typeface="Arial"/>
              <a:cs typeface="Arial"/>
              <a:sym typeface="Arial"/>
            </a:endParaRPr>
          </a:p>
          <a:p>
            <a:pPr indent="-342900" lvl="0" marL="342900" marR="0" rtl="0" algn="l">
              <a:lnSpc>
                <a:spcPct val="80000"/>
              </a:lnSpc>
              <a:spcBef>
                <a:spcPts val="400"/>
              </a:spcBef>
              <a:spcAft>
                <a:spcPts val="0"/>
              </a:spcAft>
              <a:buClr>
                <a:schemeClr val="dk1"/>
              </a:buClr>
              <a:buSzPts val="2000"/>
              <a:buFont typeface="Arial"/>
              <a:buChar char="•"/>
            </a:pPr>
            <a:r>
              <a:rPr b="1" i="1" lang="en-US" sz="2000" u="none">
                <a:solidFill>
                  <a:schemeClr val="dk1"/>
                </a:solidFill>
                <a:latin typeface="Arial"/>
                <a:ea typeface="Arial"/>
                <a:cs typeface="Arial"/>
                <a:sym typeface="Arial"/>
              </a:rPr>
              <a:t>Knowledge Consolidation</a:t>
            </a:r>
            <a:endParaRPr/>
          </a:p>
          <a:p>
            <a:pPr indent="-342900" lvl="0" marL="342900" marR="0" rtl="0" algn="l">
              <a:lnSpc>
                <a:spcPct val="8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Methods of collective reflection</a:t>
            </a:r>
            <a:endParaRPr/>
          </a:p>
          <a:p>
            <a:pPr indent="-342900" lvl="0" marL="342900" marR="0" rtl="0" algn="l">
              <a:lnSpc>
                <a:spcPct val="8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Building trust for the dissemination of knowledge</a:t>
            </a:r>
            <a:endParaRPr/>
          </a:p>
          <a:p>
            <a:pPr indent="-342900" lvl="0" marL="342900" marR="0" rtl="0" algn="l">
              <a:lnSpc>
                <a:spcPct val="8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Retaining knowledge when employees leave</a:t>
            </a:r>
            <a:endParaRPr/>
          </a:p>
          <a:p>
            <a:pPr indent="-215900" lvl="0" marL="342900" marR="0" rtl="0" algn="l">
              <a:lnSpc>
                <a:spcPct val="100000"/>
              </a:lnSpc>
              <a:spcBef>
                <a:spcPts val="400"/>
              </a:spcBef>
              <a:spcAft>
                <a:spcPts val="0"/>
              </a:spcAft>
              <a:buClr>
                <a:schemeClr val="dk1"/>
              </a:buClr>
              <a:buSzPts val="2000"/>
              <a:buFont typeface="Arial"/>
              <a:buNone/>
            </a:pPr>
            <a:r>
              <a:t/>
            </a:r>
            <a:endParaRPr b="0" i="0" sz="2000" u="none">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62" name="Shape 762"/>
        <p:cNvGrpSpPr/>
        <p:nvPr/>
      </p:nvGrpSpPr>
      <p:grpSpPr>
        <a:xfrm>
          <a:off x="0" y="0"/>
          <a:ext cx="0" cy="0"/>
          <a:chOff x="0" y="0"/>
          <a:chExt cx="0" cy="0"/>
        </a:xfrm>
      </p:grpSpPr>
      <p:sp>
        <p:nvSpPr>
          <p:cNvPr id="763" name="Google Shape;763;p67"/>
          <p:cNvSpPr txBox="1"/>
          <p:nvPr>
            <p:ph type="title"/>
          </p:nvPr>
        </p:nvSpPr>
        <p:spPr>
          <a:xfrm>
            <a:off x="457200" y="274637"/>
            <a:ext cx="8229600" cy="716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Arial"/>
              <a:buNone/>
            </a:pPr>
            <a:r>
              <a:rPr b="1" i="0" lang="en-US" sz="4000" u="none">
                <a:solidFill>
                  <a:schemeClr val="dk2"/>
                </a:solidFill>
                <a:latin typeface="Arial"/>
                <a:ea typeface="Arial"/>
                <a:cs typeface="Arial"/>
                <a:sym typeface="Arial"/>
              </a:rPr>
              <a:t>What is knowledge economy?</a:t>
            </a:r>
            <a:endParaRPr/>
          </a:p>
        </p:txBody>
      </p:sp>
      <p:sp>
        <p:nvSpPr>
          <p:cNvPr id="764" name="Google Shape;764;p67"/>
          <p:cNvSpPr txBox="1"/>
          <p:nvPr>
            <p:ph idx="1" type="body"/>
          </p:nvPr>
        </p:nvSpPr>
        <p:spPr>
          <a:xfrm>
            <a:off x="0" y="1143000"/>
            <a:ext cx="9144000" cy="5410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The World Bank Institute offers a formal definition</a:t>
            </a:r>
            <a:r>
              <a:rPr b="0" i="0" lang="en-US" sz="3200" u="none">
                <a:solidFill>
                  <a:schemeClr val="dk1"/>
                </a:solidFill>
                <a:latin typeface="Arial"/>
                <a:ea typeface="Arial"/>
                <a:cs typeface="Arial"/>
                <a:sym typeface="Arial"/>
              </a:rPr>
              <a:t> </a:t>
            </a:r>
            <a:r>
              <a:rPr b="1" i="0" lang="en-US" sz="3200" u="none">
                <a:solidFill>
                  <a:schemeClr val="dk1"/>
                </a:solidFill>
                <a:latin typeface="Arial"/>
                <a:ea typeface="Arial"/>
                <a:cs typeface="Arial"/>
                <a:sym typeface="Arial"/>
              </a:rPr>
              <a:t>of </a:t>
            </a:r>
            <a:r>
              <a:rPr b="1" i="1" lang="en-US" sz="3200" u="none">
                <a:solidFill>
                  <a:schemeClr val="dk1"/>
                </a:solidFill>
                <a:latin typeface="Arial"/>
                <a:ea typeface="Arial"/>
                <a:cs typeface="Arial"/>
                <a:sym typeface="Arial"/>
              </a:rPr>
              <a:t>a knowledge economy as one that creates, disseminates, and uses knowledge to enhance its growth and development.</a:t>
            </a:r>
            <a:r>
              <a:rPr b="0" i="0" lang="en-US" sz="3200" u="none">
                <a:solidFill>
                  <a:schemeClr val="dk1"/>
                </a:solidFill>
                <a:latin typeface="Arial"/>
                <a:ea typeface="Arial"/>
                <a:cs typeface="Arial"/>
                <a:sym typeface="Arial"/>
              </a:rPr>
              <a:t> </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 </a:t>
            </a:r>
            <a:r>
              <a:rPr b="1" i="0" lang="en-US" sz="3200" u="none">
                <a:solidFill>
                  <a:schemeClr val="dk1"/>
                </a:solidFill>
                <a:latin typeface="Arial"/>
                <a:ea typeface="Arial"/>
                <a:cs typeface="Arial"/>
                <a:sym typeface="Arial"/>
              </a:rPr>
              <a:t>According to Housel and Bell</a:t>
            </a:r>
            <a:r>
              <a:rPr b="0" i="0" lang="en-US" sz="3200" u="none">
                <a:solidFill>
                  <a:schemeClr val="dk1"/>
                </a:solidFill>
                <a:latin typeface="Arial"/>
                <a:ea typeface="Arial"/>
                <a:cs typeface="Arial"/>
                <a:sym typeface="Arial"/>
              </a:rPr>
              <a:t> </a:t>
            </a:r>
            <a:r>
              <a:rPr b="1" i="1" lang="en-US" sz="3200" u="none">
                <a:solidFill>
                  <a:schemeClr val="dk1"/>
                </a:solidFill>
                <a:latin typeface="Arial"/>
                <a:ea typeface="Arial"/>
                <a:cs typeface="Arial"/>
                <a:sym typeface="Arial"/>
              </a:rPr>
              <a:t>a knowledge based economy is the one where knowledge is the main source of wealth, growth and employment, with a strong reliance on information technology</a:t>
            </a:r>
            <a:r>
              <a:rPr b="0" i="0" lang="en-US" sz="3200" u="none">
                <a:solidFill>
                  <a:schemeClr val="dk1"/>
                </a:solidFill>
                <a:latin typeface="Arial"/>
                <a:ea typeface="Arial"/>
                <a:cs typeface="Arial"/>
                <a:sym typeface="Arial"/>
              </a:rPr>
              <a: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68" name="Shape 768"/>
        <p:cNvGrpSpPr/>
        <p:nvPr/>
      </p:nvGrpSpPr>
      <p:grpSpPr>
        <a:xfrm>
          <a:off x="0" y="0"/>
          <a:ext cx="0" cy="0"/>
          <a:chOff x="0" y="0"/>
          <a:chExt cx="0" cy="0"/>
        </a:xfrm>
      </p:grpSpPr>
      <p:sp>
        <p:nvSpPr>
          <p:cNvPr id="769" name="Google Shape;769;p68"/>
          <p:cNvSpPr txBox="1"/>
          <p:nvPr>
            <p:ph type="title"/>
          </p:nvPr>
        </p:nvSpPr>
        <p:spPr>
          <a:xfrm>
            <a:off x="457200" y="274637"/>
            <a:ext cx="8229600" cy="716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Arial"/>
              <a:buNone/>
            </a:pPr>
            <a:r>
              <a:rPr b="1" i="0" lang="en-US" sz="3200" u="sng">
                <a:solidFill>
                  <a:schemeClr val="dk2"/>
                </a:solidFill>
                <a:latin typeface="Arial"/>
                <a:ea typeface="Arial"/>
                <a:cs typeface="Arial"/>
                <a:sym typeface="Arial"/>
              </a:rPr>
              <a:t>Characteristics of knowledge economy</a:t>
            </a:r>
            <a:endParaRPr/>
          </a:p>
        </p:txBody>
      </p:sp>
      <p:sp>
        <p:nvSpPr>
          <p:cNvPr id="770" name="Google Shape;770;p68"/>
          <p:cNvSpPr txBox="1"/>
          <p:nvPr>
            <p:ph idx="1" type="body"/>
          </p:nvPr>
        </p:nvSpPr>
        <p:spPr>
          <a:xfrm>
            <a:off x="457200" y="1219200"/>
            <a:ext cx="8229600" cy="5334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The economies is that of abundance</a:t>
            </a:r>
            <a:endParaRPr/>
          </a:p>
          <a:p>
            <a:pPr indent="-342900" lvl="0" marL="342900" marR="0" rtl="0" algn="l">
              <a:lnSpc>
                <a:spcPct val="100000"/>
              </a:lnSpc>
              <a:spcBef>
                <a:spcPts val="64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Distance is meaningless and hence operations will be faster</a:t>
            </a:r>
            <a:endParaRPr/>
          </a:p>
          <a:p>
            <a:pPr indent="-342900" lvl="0" marL="342900" marR="0" rtl="0" algn="l">
              <a:lnSpc>
                <a:spcPct val="100000"/>
              </a:lnSpc>
              <a:spcBef>
                <a:spcPts val="64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It is difficult to apply controls</a:t>
            </a:r>
            <a:endParaRPr/>
          </a:p>
          <a:p>
            <a:pPr indent="-342900" lvl="0" marL="342900" marR="0" rtl="0" algn="l">
              <a:lnSpc>
                <a:spcPct val="100000"/>
              </a:lnSpc>
              <a:spcBef>
                <a:spcPts val="64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Information leak is inevitable</a:t>
            </a:r>
            <a:endParaRPr/>
          </a:p>
          <a:p>
            <a:pPr indent="-342900" lvl="0" marL="342900" marR="0" rtl="0" algn="l">
              <a:lnSpc>
                <a:spcPct val="100000"/>
              </a:lnSpc>
              <a:spcBef>
                <a:spcPts val="64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Products developed based on knowledge will attract premium price</a:t>
            </a:r>
            <a:endParaRPr/>
          </a:p>
          <a:p>
            <a:pPr indent="-342900" lvl="0" marL="342900" marR="0" rtl="0" algn="l">
              <a:lnSpc>
                <a:spcPct val="100000"/>
              </a:lnSpc>
              <a:spcBef>
                <a:spcPts val="64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Human capital is a key component of value</a:t>
            </a:r>
            <a:endParaRPr/>
          </a:p>
          <a:p>
            <a:pPr indent="-139700" lvl="0" marL="342900" marR="0" rtl="0" algn="l">
              <a:lnSpc>
                <a:spcPct val="100000"/>
              </a:lnSpc>
              <a:spcBef>
                <a:spcPts val="64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74" name="Shape 774"/>
        <p:cNvGrpSpPr/>
        <p:nvPr/>
      </p:nvGrpSpPr>
      <p:grpSpPr>
        <a:xfrm>
          <a:off x="0" y="0"/>
          <a:ext cx="0" cy="0"/>
          <a:chOff x="0" y="0"/>
          <a:chExt cx="0" cy="0"/>
        </a:xfrm>
      </p:grpSpPr>
      <p:sp>
        <p:nvSpPr>
          <p:cNvPr id="775" name="Google Shape;775;p6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KM Enabling Technology</a:t>
            </a:r>
            <a:endParaRPr/>
          </a:p>
        </p:txBody>
      </p:sp>
      <p:sp>
        <p:nvSpPr>
          <p:cNvPr id="776" name="Google Shape;776;p69"/>
          <p:cNvSpPr txBox="1"/>
          <p:nvPr>
            <p:ph idx="1" type="body"/>
          </p:nvPr>
        </p:nvSpPr>
        <p:spPr>
          <a:xfrm>
            <a:off x="1066800" y="2035175"/>
            <a:ext cx="75438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Knowledge bases</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Search engines</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Document management systems (QA)</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80" name="Shape 780"/>
        <p:cNvGrpSpPr/>
        <p:nvPr/>
      </p:nvGrpSpPr>
      <p:grpSpPr>
        <a:xfrm>
          <a:off x="0" y="0"/>
          <a:ext cx="0" cy="0"/>
          <a:chOff x="0" y="0"/>
          <a:chExt cx="0" cy="0"/>
        </a:xfrm>
      </p:grpSpPr>
      <p:sp>
        <p:nvSpPr>
          <p:cNvPr id="781" name="Google Shape;781;p70"/>
          <p:cNvSpPr txBox="1"/>
          <p:nvPr>
            <p:ph type="title"/>
          </p:nvPr>
        </p:nvSpPr>
        <p:spPr>
          <a:xfrm>
            <a:off x="457200" y="609600"/>
            <a:ext cx="8229600" cy="152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Arial"/>
              <a:buNone/>
            </a:pPr>
            <a:r>
              <a:rPr b="1" i="0" lang="en-US" sz="3200" u="sng">
                <a:solidFill>
                  <a:schemeClr val="dk2"/>
                </a:solidFill>
                <a:latin typeface="Arial"/>
                <a:ea typeface="Arial"/>
                <a:cs typeface="Arial"/>
                <a:sym typeface="Arial"/>
              </a:rPr>
              <a:t>Knowledge Management Technologies</a:t>
            </a:r>
            <a:br>
              <a:rPr b="1" i="1" lang="en-US" sz="3200" u="sng">
                <a:solidFill>
                  <a:schemeClr val="dk2"/>
                </a:solidFill>
                <a:latin typeface="Arial"/>
                <a:ea typeface="Arial"/>
                <a:cs typeface="Arial"/>
                <a:sym typeface="Arial"/>
              </a:rPr>
            </a:br>
            <a:endParaRPr/>
          </a:p>
        </p:txBody>
      </p:sp>
      <p:sp>
        <p:nvSpPr>
          <p:cNvPr id="782" name="Google Shape;782;p70"/>
          <p:cNvSpPr txBox="1"/>
          <p:nvPr>
            <p:ph idx="1" type="body"/>
          </p:nvPr>
        </p:nvSpPr>
        <p:spPr>
          <a:xfrm>
            <a:off x="457200" y="914400"/>
            <a:ext cx="8229600" cy="59436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3200"/>
              <a:buFont typeface="Arial"/>
              <a:buNone/>
            </a:pPr>
            <a:r>
              <a:rPr b="1" i="1" lang="en-US" sz="3200" u="none">
                <a:solidFill>
                  <a:schemeClr val="dk1"/>
                </a:solidFill>
                <a:latin typeface="Arial"/>
                <a:ea typeface="Arial"/>
                <a:cs typeface="Arial"/>
                <a:sym typeface="Arial"/>
              </a:rPr>
              <a:t>(a) Intranet, Internet</a:t>
            </a:r>
            <a:endParaRPr/>
          </a:p>
          <a:p>
            <a:pPr indent="-342900" lvl="0" marL="342900" marR="0" rtl="0" algn="just">
              <a:lnSpc>
                <a:spcPct val="100000"/>
              </a:lnSpc>
              <a:spcBef>
                <a:spcPts val="640"/>
              </a:spcBef>
              <a:spcAft>
                <a:spcPts val="0"/>
              </a:spcAft>
              <a:buClr>
                <a:schemeClr val="dk1"/>
              </a:buClr>
              <a:buSzPts val="3200"/>
              <a:buFont typeface="Arial"/>
              <a:buNone/>
            </a:pPr>
            <a:r>
              <a:rPr b="1" i="1" lang="en-US" sz="3200" u="none">
                <a:solidFill>
                  <a:schemeClr val="dk1"/>
                </a:solidFill>
                <a:latin typeface="Arial"/>
                <a:ea typeface="Arial"/>
                <a:cs typeface="Arial"/>
                <a:sym typeface="Arial"/>
              </a:rPr>
              <a:t>(b) Groupware - Lotus Notes</a:t>
            </a:r>
            <a:endParaRPr/>
          </a:p>
          <a:p>
            <a:pPr indent="-342900" lvl="0" marL="342900" marR="0" rtl="0" algn="just">
              <a:lnSpc>
                <a:spcPct val="100000"/>
              </a:lnSpc>
              <a:spcBef>
                <a:spcPts val="640"/>
              </a:spcBef>
              <a:spcAft>
                <a:spcPts val="0"/>
              </a:spcAft>
              <a:buClr>
                <a:schemeClr val="dk1"/>
              </a:buClr>
              <a:buSzPts val="3200"/>
              <a:buFont typeface="Arial"/>
              <a:buNone/>
            </a:pPr>
            <a:r>
              <a:rPr b="1" i="1" lang="en-US" sz="3200" u="none">
                <a:solidFill>
                  <a:schemeClr val="dk1"/>
                </a:solidFill>
                <a:latin typeface="Arial"/>
                <a:ea typeface="Arial"/>
                <a:cs typeface="Arial"/>
                <a:sym typeface="Arial"/>
              </a:rPr>
              <a:t>(c) Intelligent Agents</a:t>
            </a:r>
            <a:endParaRPr/>
          </a:p>
          <a:p>
            <a:pPr indent="-342900" lvl="0" marL="342900" marR="0" rtl="0" algn="just">
              <a:lnSpc>
                <a:spcPct val="100000"/>
              </a:lnSpc>
              <a:spcBef>
                <a:spcPts val="640"/>
              </a:spcBef>
              <a:spcAft>
                <a:spcPts val="0"/>
              </a:spcAft>
              <a:buClr>
                <a:schemeClr val="dk1"/>
              </a:buClr>
              <a:buSzPts val="3200"/>
              <a:buFont typeface="Arial"/>
              <a:buNone/>
            </a:pPr>
            <a:r>
              <a:rPr b="1" i="1" lang="en-US" sz="3200" u="none">
                <a:solidFill>
                  <a:schemeClr val="dk1"/>
                </a:solidFill>
                <a:latin typeface="Arial"/>
                <a:ea typeface="Arial"/>
                <a:cs typeface="Arial"/>
                <a:sym typeface="Arial"/>
              </a:rPr>
              <a:t>(d) Mapping Tools</a:t>
            </a:r>
            <a:endParaRPr/>
          </a:p>
          <a:p>
            <a:pPr indent="-342900" lvl="0" marL="342900" marR="0" rtl="0" algn="just">
              <a:lnSpc>
                <a:spcPct val="100000"/>
              </a:lnSpc>
              <a:spcBef>
                <a:spcPts val="640"/>
              </a:spcBef>
              <a:spcAft>
                <a:spcPts val="0"/>
              </a:spcAft>
              <a:buClr>
                <a:schemeClr val="dk1"/>
              </a:buClr>
              <a:buSzPts val="3200"/>
              <a:buFont typeface="Arial"/>
              <a:buNone/>
            </a:pPr>
            <a:r>
              <a:rPr b="1" i="1" lang="en-US" sz="3200" u="none">
                <a:solidFill>
                  <a:schemeClr val="dk1"/>
                </a:solidFill>
                <a:latin typeface="Arial"/>
                <a:ea typeface="Arial"/>
                <a:cs typeface="Arial"/>
                <a:sym typeface="Arial"/>
              </a:rPr>
              <a:t>(e) Document Management</a:t>
            </a:r>
            <a:endParaRPr/>
          </a:p>
          <a:p>
            <a:pPr indent="-342900" lvl="0" marL="342900" marR="0" rtl="0" algn="l">
              <a:lnSpc>
                <a:spcPct val="100000"/>
              </a:lnSpc>
              <a:spcBef>
                <a:spcPts val="640"/>
              </a:spcBef>
              <a:spcAft>
                <a:spcPts val="0"/>
              </a:spcAft>
              <a:buClr>
                <a:schemeClr val="dk1"/>
              </a:buClr>
              <a:buSzPts val="3200"/>
              <a:buFont typeface="Arial"/>
              <a:buNone/>
            </a:pPr>
            <a:r>
              <a:rPr b="1" i="1" lang="en-US" sz="3200" u="none">
                <a:solidFill>
                  <a:schemeClr val="dk1"/>
                </a:solidFill>
                <a:latin typeface="Arial"/>
                <a:ea typeface="Arial"/>
                <a:cs typeface="Arial"/>
                <a:sym typeface="Arial"/>
              </a:rPr>
              <a:t>(f) Expert systems</a:t>
            </a:r>
            <a:endParaRPr/>
          </a:p>
          <a:p>
            <a:pPr indent="-342900" lvl="0" marL="342900" marR="0" rtl="0" algn="l">
              <a:lnSpc>
                <a:spcPct val="100000"/>
              </a:lnSpc>
              <a:spcBef>
                <a:spcPts val="640"/>
              </a:spcBef>
              <a:spcAft>
                <a:spcPts val="0"/>
              </a:spcAft>
              <a:buClr>
                <a:schemeClr val="dk1"/>
              </a:buClr>
              <a:buSzPts val="3200"/>
              <a:buFont typeface="Arial"/>
              <a:buNone/>
            </a:pPr>
            <a:r>
              <a:rPr b="1" i="1" lang="en-US" sz="3200" u="none">
                <a:solidFill>
                  <a:schemeClr val="dk1"/>
                </a:solidFill>
                <a:latin typeface="Arial"/>
                <a:ea typeface="Arial"/>
                <a:cs typeface="Arial"/>
                <a:sym typeface="Arial"/>
              </a:rPr>
              <a:t>(g)  Knowledge base</a:t>
            </a:r>
            <a:endParaRPr/>
          </a:p>
          <a:p>
            <a:pPr indent="-342900" lvl="0" marL="342900" marR="0" rtl="0" algn="l">
              <a:lnSpc>
                <a:spcPct val="100000"/>
              </a:lnSpc>
              <a:spcBef>
                <a:spcPts val="640"/>
              </a:spcBef>
              <a:spcAft>
                <a:spcPts val="0"/>
              </a:spcAft>
              <a:buClr>
                <a:schemeClr val="dk1"/>
              </a:buClr>
              <a:buSzPts val="3200"/>
              <a:buFont typeface="Arial"/>
              <a:buNone/>
            </a:pPr>
            <a:r>
              <a:rPr b="1" i="1" lang="en-US" sz="3200" u="none">
                <a:solidFill>
                  <a:schemeClr val="dk1"/>
                </a:solidFill>
                <a:latin typeface="Arial"/>
                <a:ea typeface="Arial"/>
                <a:cs typeface="Arial"/>
                <a:sym typeface="Arial"/>
              </a:rPr>
              <a:t>(h) Artificial intelligence technology</a:t>
            </a:r>
            <a:r>
              <a:rPr b="0" i="0" lang="en-US" sz="3200" u="none">
                <a:solidFill>
                  <a:schemeClr val="dk1"/>
                </a:solidFill>
                <a:latin typeface="Arial"/>
                <a:ea typeface="Arial"/>
                <a:cs typeface="Arial"/>
                <a:sym typeface="Arial"/>
              </a:rPr>
              <a:t> </a:t>
            </a:r>
            <a:endParaRPr/>
          </a:p>
          <a:p>
            <a:pPr indent="-342900" lvl="0" marL="342900" marR="0" rtl="0" algn="l">
              <a:lnSpc>
                <a:spcPct val="100000"/>
              </a:lnSpc>
              <a:spcBef>
                <a:spcPts val="640"/>
              </a:spcBef>
              <a:spcAft>
                <a:spcPts val="0"/>
              </a:spcAft>
              <a:buClr>
                <a:schemeClr val="dk1"/>
              </a:buClr>
              <a:buSzPts val="3200"/>
              <a:buFont typeface="Arial"/>
              <a:buNone/>
            </a:pPr>
            <a:r>
              <a:rPr b="1" i="1" lang="en-US" sz="3200" u="none">
                <a:solidFill>
                  <a:schemeClr val="dk1"/>
                </a:solidFill>
                <a:latin typeface="Arial"/>
                <a:ea typeface="Arial"/>
                <a:cs typeface="Arial"/>
                <a:sym typeface="Arial"/>
              </a:rPr>
              <a:t>(i) Case-based reasoning systems</a:t>
            </a:r>
            <a:r>
              <a:rPr b="0" i="0" lang="en-US" sz="3200" u="none">
                <a:solidFill>
                  <a:schemeClr val="dk1"/>
                </a:solidFill>
                <a:latin typeface="Arial"/>
                <a:ea typeface="Arial"/>
                <a:cs typeface="Arial"/>
                <a:sym typeface="Arial"/>
              </a:rPr>
              <a:t> </a:t>
            </a:r>
            <a:endParaRPr/>
          </a:p>
          <a:p>
            <a:pPr indent="-342900" lvl="0" marL="342900" marR="0" rtl="0" algn="l">
              <a:lnSpc>
                <a:spcPct val="100000"/>
              </a:lnSpc>
              <a:spcBef>
                <a:spcPts val="640"/>
              </a:spcBef>
              <a:spcAft>
                <a:spcPts val="0"/>
              </a:spcAft>
              <a:buClr>
                <a:schemeClr val="dk1"/>
              </a:buClr>
              <a:buSzPts val="3200"/>
              <a:buFont typeface="Arial"/>
              <a:buNone/>
            </a:pPr>
            <a:r>
              <a:rPr b="1" i="1" lang="en-US" sz="3200" u="none">
                <a:solidFill>
                  <a:schemeClr val="dk1"/>
                </a:solidFill>
                <a:latin typeface="Arial"/>
                <a:ea typeface="Arial"/>
                <a:cs typeface="Arial"/>
                <a:sym typeface="Arial"/>
              </a:rPr>
              <a:t>(l) Data mining</a:t>
            </a:r>
            <a:r>
              <a:rPr b="0" i="0" lang="en-US" sz="3200" u="none">
                <a:solidFill>
                  <a:schemeClr val="dk1"/>
                </a:solidFill>
                <a:latin typeface="Arial"/>
                <a:ea typeface="Arial"/>
                <a:cs typeface="Arial"/>
                <a:sym typeface="Arial"/>
              </a:rPr>
              <a:t>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86" name="Shape 786"/>
        <p:cNvGrpSpPr/>
        <p:nvPr/>
      </p:nvGrpSpPr>
      <p:grpSpPr>
        <a:xfrm>
          <a:off x="0" y="0"/>
          <a:ext cx="0" cy="0"/>
          <a:chOff x="0" y="0"/>
          <a:chExt cx="0" cy="0"/>
        </a:xfrm>
      </p:grpSpPr>
      <p:sp>
        <p:nvSpPr>
          <p:cNvPr id="787" name="Google Shape;787;p71"/>
          <p:cNvSpPr txBox="1"/>
          <p:nvPr>
            <p:ph type="title"/>
          </p:nvPr>
        </p:nvSpPr>
        <p:spPr>
          <a:xfrm>
            <a:off x="457200" y="292100"/>
            <a:ext cx="8229600" cy="1236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What is KM strategy?</a:t>
            </a:r>
            <a:endParaRPr/>
          </a:p>
        </p:txBody>
      </p:sp>
      <p:sp>
        <p:nvSpPr>
          <p:cNvPr id="788" name="Google Shape;788;p71"/>
          <p:cNvSpPr txBox="1"/>
          <p:nvPr>
            <p:ph idx="1" type="body"/>
          </p:nvPr>
        </p:nvSpPr>
        <p:spPr>
          <a:xfrm>
            <a:off x="457200" y="1905000"/>
            <a:ext cx="82296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3360"/>
              <a:buFont typeface="Tahoma"/>
              <a:buChar char="•"/>
            </a:pPr>
            <a:r>
              <a:rPr b="1" i="1" lang="en-US" sz="2800" u="none" cap="none" strike="noStrike">
                <a:solidFill>
                  <a:schemeClr val="dk1"/>
                </a:solidFill>
                <a:latin typeface="Tahoma"/>
                <a:ea typeface="Tahoma"/>
                <a:cs typeface="Tahoma"/>
                <a:sym typeface="Tahoma"/>
              </a:rPr>
              <a:t>Knowledge management strategy is termed as an approach undertaken by an organization to use its information and knowledge resources for building competitive strength and sustainable growth for realizing that pursuing KM strategy can enable it to dramatically reduce cycle time and costs, increase sales, and to meet the customer needs.</a:t>
            </a:r>
            <a:r>
              <a:rPr b="1" i="0" lang="en-US" sz="2800" u="none" cap="none" strike="noStrike">
                <a:solidFill>
                  <a:schemeClr val="dk1"/>
                </a:solidFill>
                <a:latin typeface="Tahoma"/>
                <a:ea typeface="Tahoma"/>
                <a:cs typeface="Tahoma"/>
                <a:sym typeface="Tahoma"/>
              </a:rPr>
              <a:t>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0236B"/>
            </a:gs>
            <a:gs pos="100000">
              <a:schemeClr val="lt1"/>
            </a:gs>
          </a:gsLst>
          <a:lin ang="5400012" scaled="0"/>
        </a:gradFill>
      </p:bgPr>
    </p:bg>
    <p:spTree>
      <p:nvGrpSpPr>
        <p:cNvPr id="792" name="Shape 792"/>
        <p:cNvGrpSpPr/>
        <p:nvPr/>
      </p:nvGrpSpPr>
      <p:grpSpPr>
        <a:xfrm>
          <a:off x="0" y="0"/>
          <a:ext cx="0" cy="0"/>
          <a:chOff x="0" y="0"/>
          <a:chExt cx="0" cy="0"/>
        </a:xfrm>
      </p:grpSpPr>
      <p:sp>
        <p:nvSpPr>
          <p:cNvPr id="793" name="Google Shape;793;p72"/>
          <p:cNvSpPr txBox="1"/>
          <p:nvPr>
            <p:ph type="title"/>
          </p:nvPr>
        </p:nvSpPr>
        <p:spPr>
          <a:xfrm>
            <a:off x="457200" y="228600"/>
            <a:ext cx="8229600" cy="792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1" i="0" lang="en-US" sz="4400" u="none">
                <a:solidFill>
                  <a:schemeClr val="dk2"/>
                </a:solidFill>
                <a:latin typeface="Arial"/>
                <a:ea typeface="Arial"/>
                <a:cs typeface="Arial"/>
                <a:sym typeface="Arial"/>
              </a:rPr>
              <a:t> </a:t>
            </a:r>
            <a:r>
              <a:rPr b="1" i="0" lang="en-US" sz="3600" u="none">
                <a:solidFill>
                  <a:schemeClr val="dk2"/>
                </a:solidFill>
                <a:latin typeface="Arial"/>
                <a:ea typeface="Arial"/>
                <a:cs typeface="Arial"/>
                <a:sym typeface="Arial"/>
              </a:rPr>
              <a:t>ATTRIBUTES OF KNOWLEDGE</a:t>
            </a:r>
            <a:endParaRPr/>
          </a:p>
        </p:txBody>
      </p:sp>
      <p:sp>
        <p:nvSpPr>
          <p:cNvPr id="794" name="Google Shape;794;p72"/>
          <p:cNvSpPr txBox="1"/>
          <p:nvPr>
            <p:ph idx="1" type="body"/>
          </p:nvPr>
        </p:nvSpPr>
        <p:spPr>
          <a:xfrm>
            <a:off x="457200" y="1371600"/>
            <a:ext cx="8229600" cy="5486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Arial"/>
              <a:buChar char="•"/>
            </a:pPr>
            <a:r>
              <a:rPr b="1" i="1" lang="en-US" sz="2800" u="none" cap="none" strike="noStrike">
                <a:solidFill>
                  <a:schemeClr val="dk1"/>
                </a:solidFill>
                <a:latin typeface="Arial"/>
                <a:ea typeface="Arial"/>
                <a:cs typeface="Arial"/>
                <a:sym typeface="Arial"/>
              </a:rPr>
              <a:t>Knowledge exists everywhere</a:t>
            </a:r>
            <a:endParaRPr/>
          </a:p>
          <a:p>
            <a:pPr indent="-342900" lvl="0" marL="342900" marR="0" rtl="0" algn="l">
              <a:lnSpc>
                <a:spcPct val="100000"/>
              </a:lnSpc>
              <a:spcBef>
                <a:spcPts val="560"/>
              </a:spcBef>
              <a:spcAft>
                <a:spcPts val="0"/>
              </a:spcAft>
              <a:buClr>
                <a:schemeClr val="dk2"/>
              </a:buClr>
              <a:buSzPts val="2800"/>
              <a:buFont typeface="Arial"/>
              <a:buChar char="•"/>
            </a:pPr>
            <a:r>
              <a:rPr b="0" i="0" lang="en-US" sz="2800" u="none" cap="none" strike="noStrike">
                <a:solidFill>
                  <a:schemeClr val="dk1"/>
                </a:solidFill>
                <a:latin typeface="Arial"/>
                <a:ea typeface="Arial"/>
                <a:cs typeface="Arial"/>
                <a:sym typeface="Arial"/>
              </a:rPr>
              <a:t> </a:t>
            </a:r>
            <a:r>
              <a:rPr b="1" i="1" lang="en-US" sz="2800" u="none" cap="none" strike="noStrike">
                <a:solidFill>
                  <a:schemeClr val="dk1"/>
                </a:solidFill>
                <a:latin typeface="Arial"/>
                <a:ea typeface="Arial"/>
                <a:cs typeface="Arial"/>
                <a:sym typeface="Arial"/>
              </a:rPr>
              <a:t>Knowledge is perishable</a:t>
            </a:r>
            <a:r>
              <a:rPr b="0" i="0" lang="en-US" sz="2800" u="none" cap="none" strike="noStrike">
                <a:solidFill>
                  <a:schemeClr val="dk1"/>
                </a:solidFill>
                <a:latin typeface="Arial"/>
                <a:ea typeface="Arial"/>
                <a:cs typeface="Arial"/>
                <a:sym typeface="Arial"/>
              </a:rPr>
              <a:t> </a:t>
            </a:r>
            <a:endParaRPr/>
          </a:p>
          <a:p>
            <a:pPr indent="-342900" lvl="0" marL="342900" marR="0" rtl="0" algn="l">
              <a:lnSpc>
                <a:spcPct val="100000"/>
              </a:lnSpc>
              <a:spcBef>
                <a:spcPts val="560"/>
              </a:spcBef>
              <a:spcAft>
                <a:spcPts val="0"/>
              </a:spcAft>
              <a:buClr>
                <a:schemeClr val="dk2"/>
              </a:buClr>
              <a:buSzPts val="2800"/>
              <a:buFont typeface="Arial"/>
              <a:buChar char="•"/>
            </a:pPr>
            <a:r>
              <a:rPr b="1" i="1" lang="en-US" sz="2800" u="none" cap="none" strike="noStrike">
                <a:solidFill>
                  <a:schemeClr val="dk1"/>
                </a:solidFill>
                <a:latin typeface="Arial"/>
                <a:ea typeface="Arial"/>
                <a:cs typeface="Arial"/>
                <a:sym typeface="Arial"/>
              </a:rPr>
              <a:t>Knowledge is an asset</a:t>
            </a:r>
            <a:r>
              <a:rPr b="0" i="0" lang="en-US" sz="2800" u="none" cap="none" strike="noStrike">
                <a:solidFill>
                  <a:schemeClr val="dk1"/>
                </a:solidFill>
                <a:latin typeface="Arial"/>
                <a:ea typeface="Arial"/>
                <a:cs typeface="Arial"/>
                <a:sym typeface="Arial"/>
              </a:rPr>
              <a:t> </a:t>
            </a:r>
            <a:endParaRPr/>
          </a:p>
          <a:p>
            <a:pPr indent="-342900" lvl="0" marL="342900" marR="0" rtl="0" algn="l">
              <a:lnSpc>
                <a:spcPct val="100000"/>
              </a:lnSpc>
              <a:spcBef>
                <a:spcPts val="560"/>
              </a:spcBef>
              <a:spcAft>
                <a:spcPts val="0"/>
              </a:spcAft>
              <a:buClr>
                <a:schemeClr val="dk2"/>
              </a:buClr>
              <a:buSzPts val="2800"/>
              <a:buFont typeface="Arial"/>
              <a:buChar char="•"/>
            </a:pPr>
            <a:r>
              <a:rPr b="1" i="1" lang="en-US" sz="2800" u="none" cap="none" strike="noStrike">
                <a:solidFill>
                  <a:schemeClr val="dk1"/>
                </a:solidFill>
                <a:latin typeface="Arial"/>
                <a:ea typeface="Arial"/>
                <a:cs typeface="Arial"/>
                <a:sym typeface="Arial"/>
              </a:rPr>
              <a:t>Use of knowledge does not consume it.</a:t>
            </a:r>
            <a:endParaRPr/>
          </a:p>
          <a:p>
            <a:pPr indent="-342900" lvl="0" marL="342900" marR="0" rtl="0" algn="l">
              <a:lnSpc>
                <a:spcPct val="100000"/>
              </a:lnSpc>
              <a:spcBef>
                <a:spcPts val="560"/>
              </a:spcBef>
              <a:spcAft>
                <a:spcPts val="0"/>
              </a:spcAft>
              <a:buClr>
                <a:schemeClr val="dk2"/>
              </a:buClr>
              <a:buSzPts val="2800"/>
              <a:buFont typeface="Arial"/>
              <a:buChar char="•"/>
            </a:pPr>
            <a:r>
              <a:rPr b="1" i="1" lang="en-US" sz="2800" u="none" cap="none" strike="noStrike">
                <a:solidFill>
                  <a:schemeClr val="dk1"/>
                </a:solidFill>
                <a:latin typeface="Arial"/>
                <a:ea typeface="Arial"/>
                <a:cs typeface="Arial"/>
                <a:sym typeface="Arial"/>
              </a:rPr>
              <a:t>Transfer of knowledge does not result in losing it.</a:t>
            </a:r>
            <a:endParaRPr/>
          </a:p>
          <a:p>
            <a:pPr indent="-342900" lvl="0" marL="342900" marR="0" rtl="0" algn="l">
              <a:lnSpc>
                <a:spcPct val="100000"/>
              </a:lnSpc>
              <a:spcBef>
                <a:spcPts val="560"/>
              </a:spcBef>
              <a:spcAft>
                <a:spcPts val="0"/>
              </a:spcAft>
              <a:buClr>
                <a:schemeClr val="dk2"/>
              </a:buClr>
              <a:buSzPts val="2800"/>
              <a:buFont typeface="Arial"/>
              <a:buChar char="•"/>
            </a:pPr>
            <a:r>
              <a:rPr b="1" i="1" lang="en-US" sz="2800" u="none" cap="none" strike="noStrike">
                <a:solidFill>
                  <a:schemeClr val="dk1"/>
                </a:solidFill>
                <a:latin typeface="Arial"/>
                <a:ea typeface="Arial"/>
                <a:cs typeface="Arial"/>
                <a:sym typeface="Arial"/>
              </a:rPr>
              <a:t>Knowledge is abundant, but the ability to use it is scarce.</a:t>
            </a:r>
            <a:endParaRPr/>
          </a:p>
          <a:p>
            <a:pPr indent="-342900" lvl="0" marL="342900" marR="0" rtl="0" algn="l">
              <a:lnSpc>
                <a:spcPct val="100000"/>
              </a:lnSpc>
              <a:spcBef>
                <a:spcPts val="560"/>
              </a:spcBef>
              <a:spcAft>
                <a:spcPts val="0"/>
              </a:spcAft>
              <a:buClr>
                <a:schemeClr val="dk2"/>
              </a:buClr>
              <a:buSzPts val="2800"/>
              <a:buFont typeface="Arial"/>
              <a:buChar char="•"/>
            </a:pPr>
            <a:r>
              <a:rPr b="1" i="1" lang="en-US" sz="2800" u="none" cap="none" strike="noStrike">
                <a:solidFill>
                  <a:schemeClr val="dk1"/>
                </a:solidFill>
                <a:latin typeface="Arial"/>
                <a:ea typeface="Arial"/>
                <a:cs typeface="Arial"/>
                <a:sym typeface="Arial"/>
              </a:rPr>
              <a:t>Much of the organization’s knowledge goes out of the organization.</a:t>
            </a:r>
            <a:endParaRPr/>
          </a:p>
          <a:p>
            <a:pPr indent="-342900" lvl="0" marL="342900" marR="0" rtl="0" algn="l">
              <a:lnSpc>
                <a:spcPct val="100000"/>
              </a:lnSpc>
              <a:spcBef>
                <a:spcPts val="560"/>
              </a:spcBef>
              <a:spcAft>
                <a:spcPts val="0"/>
              </a:spcAft>
              <a:buClr>
                <a:schemeClr val="dk2"/>
              </a:buClr>
              <a:buSzPts val="2800"/>
              <a:buFont typeface="Arial"/>
              <a:buChar char="•"/>
            </a:pPr>
            <a:r>
              <a:rPr b="1" i="1" lang="en-US" sz="2800" u="none" cap="none" strike="noStrike">
                <a:solidFill>
                  <a:schemeClr val="dk1"/>
                </a:solidFill>
                <a:latin typeface="Arial"/>
                <a:ea typeface="Arial"/>
                <a:cs typeface="Arial"/>
                <a:sym typeface="Arial"/>
              </a:rPr>
              <a:t>Knowledge can be tacit or explicit.</a:t>
            </a:r>
            <a:r>
              <a:rPr b="0" i="0" lang="en-US" sz="2800" u="none" cap="none" strike="noStrike">
                <a:solidFill>
                  <a:schemeClr val="dk1"/>
                </a:solidFill>
                <a:latin typeface="Arial"/>
                <a:ea typeface="Arial"/>
                <a:cs typeface="Arial"/>
                <a:sym typeface="Arial"/>
              </a:rPr>
              <a:t>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98" name="Shape 798"/>
        <p:cNvGrpSpPr/>
        <p:nvPr/>
      </p:nvGrpSpPr>
      <p:grpSpPr>
        <a:xfrm>
          <a:off x="0" y="0"/>
          <a:ext cx="0" cy="0"/>
          <a:chOff x="0" y="0"/>
          <a:chExt cx="0" cy="0"/>
        </a:xfrm>
      </p:grpSpPr>
      <p:sp>
        <p:nvSpPr>
          <p:cNvPr id="799" name="Google Shape;799;p73"/>
          <p:cNvSpPr txBox="1"/>
          <p:nvPr>
            <p:ph type="title"/>
          </p:nvPr>
        </p:nvSpPr>
        <p:spPr>
          <a:xfrm>
            <a:off x="381000" y="609600"/>
            <a:ext cx="8229600" cy="228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imes New Roman"/>
              <a:buNone/>
            </a:pPr>
            <a:r>
              <a:rPr b="1" i="0" lang="en-US" sz="4000" u="sng">
                <a:solidFill>
                  <a:schemeClr val="dk2"/>
                </a:solidFill>
                <a:latin typeface="Times New Roman"/>
                <a:ea typeface="Times New Roman"/>
                <a:cs typeface="Times New Roman"/>
                <a:sym typeface="Times New Roman"/>
              </a:rPr>
              <a:t>Five different types of knowledge</a:t>
            </a:r>
            <a:endParaRPr/>
          </a:p>
        </p:txBody>
      </p:sp>
      <p:sp>
        <p:nvSpPr>
          <p:cNvPr id="800" name="Google Shape;800;p73"/>
          <p:cNvSpPr txBox="1"/>
          <p:nvPr>
            <p:ph idx="1" type="body"/>
          </p:nvPr>
        </p:nvSpPr>
        <p:spPr>
          <a:xfrm>
            <a:off x="457200" y="1752600"/>
            <a:ext cx="82296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3360"/>
              <a:buFont typeface="Tahoma"/>
              <a:buChar char="•"/>
            </a:pPr>
            <a:r>
              <a:rPr b="1" i="0" lang="en-US" sz="2800" u="none" cap="none" strike="noStrike">
                <a:solidFill>
                  <a:schemeClr val="dk1"/>
                </a:solidFill>
                <a:latin typeface="Tahoma"/>
                <a:ea typeface="Tahoma"/>
                <a:cs typeface="Tahoma"/>
                <a:sym typeface="Tahoma"/>
              </a:rPr>
              <a:t>🗹 Knowing which information is needed (</a:t>
            </a:r>
            <a:r>
              <a:rPr b="1" i="1" lang="en-US" sz="2800" u="none" cap="none" strike="noStrike">
                <a:solidFill>
                  <a:schemeClr val="dk1"/>
                </a:solidFill>
                <a:latin typeface="Tahoma"/>
                <a:ea typeface="Tahoma"/>
                <a:cs typeface="Tahoma"/>
                <a:sym typeface="Tahoma"/>
              </a:rPr>
              <a:t>Know what</a:t>
            </a:r>
            <a:r>
              <a:rPr b="1" i="0" lang="en-US" sz="2800" u="none" cap="none" strike="noStrike">
                <a:solidFill>
                  <a:schemeClr val="dk1"/>
                </a:solidFill>
                <a:latin typeface="Tahoma"/>
                <a:ea typeface="Tahoma"/>
                <a:cs typeface="Tahoma"/>
                <a:sym typeface="Tahoma"/>
              </a:rPr>
              <a:t>);</a:t>
            </a:r>
            <a:endParaRPr/>
          </a:p>
          <a:p>
            <a:pPr indent="-342900" lvl="0" marL="342900" marR="0" rtl="0" algn="l">
              <a:lnSpc>
                <a:spcPct val="100000"/>
              </a:lnSpc>
              <a:spcBef>
                <a:spcPts val="560"/>
              </a:spcBef>
              <a:spcAft>
                <a:spcPts val="0"/>
              </a:spcAft>
              <a:buClr>
                <a:schemeClr val="hlink"/>
              </a:buClr>
              <a:buSzPts val="3360"/>
              <a:buFont typeface="Tahoma"/>
              <a:buChar char="•"/>
            </a:pPr>
            <a:r>
              <a:rPr b="1" i="0" lang="en-US" sz="2800" u="none" cap="none" strike="noStrike">
                <a:solidFill>
                  <a:schemeClr val="dk1"/>
                </a:solidFill>
                <a:latin typeface="Tahoma"/>
                <a:ea typeface="Tahoma"/>
                <a:cs typeface="Tahoma"/>
                <a:sym typeface="Tahoma"/>
              </a:rPr>
              <a:t>🗹 Knowing how information must be processed (</a:t>
            </a:r>
            <a:r>
              <a:rPr b="1" i="1" lang="en-US" sz="2800" u="none" cap="none" strike="noStrike">
                <a:solidFill>
                  <a:schemeClr val="dk1"/>
                </a:solidFill>
                <a:latin typeface="Tahoma"/>
                <a:ea typeface="Tahoma"/>
                <a:cs typeface="Tahoma"/>
                <a:sym typeface="Tahoma"/>
              </a:rPr>
              <a:t>Know how</a:t>
            </a:r>
            <a:r>
              <a:rPr b="1" i="0" lang="en-US" sz="2800" u="none" cap="none" strike="noStrike">
                <a:solidFill>
                  <a:schemeClr val="dk1"/>
                </a:solidFill>
                <a:latin typeface="Tahoma"/>
                <a:ea typeface="Tahoma"/>
                <a:cs typeface="Tahoma"/>
                <a:sym typeface="Tahoma"/>
              </a:rPr>
              <a:t>);</a:t>
            </a:r>
            <a:endParaRPr/>
          </a:p>
          <a:p>
            <a:pPr indent="-342900" lvl="0" marL="342900" marR="0" rtl="0" algn="l">
              <a:lnSpc>
                <a:spcPct val="100000"/>
              </a:lnSpc>
              <a:spcBef>
                <a:spcPts val="560"/>
              </a:spcBef>
              <a:spcAft>
                <a:spcPts val="0"/>
              </a:spcAft>
              <a:buClr>
                <a:schemeClr val="hlink"/>
              </a:buClr>
              <a:buSzPts val="3360"/>
              <a:buFont typeface="Tahoma"/>
              <a:buChar char="•"/>
            </a:pPr>
            <a:r>
              <a:rPr b="1" i="0" lang="en-US" sz="2800" u="none" cap="none" strike="noStrike">
                <a:solidFill>
                  <a:schemeClr val="dk1"/>
                </a:solidFill>
                <a:latin typeface="Tahoma"/>
                <a:ea typeface="Tahoma"/>
                <a:cs typeface="Tahoma"/>
                <a:sym typeface="Tahoma"/>
              </a:rPr>
              <a:t>🗹 Knowing why information is needed (</a:t>
            </a:r>
            <a:r>
              <a:rPr b="1" i="1" lang="en-US" sz="2800" u="none" cap="none" strike="noStrike">
                <a:solidFill>
                  <a:schemeClr val="dk1"/>
                </a:solidFill>
                <a:latin typeface="Tahoma"/>
                <a:ea typeface="Tahoma"/>
                <a:cs typeface="Tahoma"/>
                <a:sym typeface="Tahoma"/>
              </a:rPr>
              <a:t>Know why</a:t>
            </a:r>
            <a:r>
              <a:rPr b="1" i="0" lang="en-US" sz="2800" u="none" cap="none" strike="noStrike">
                <a:solidFill>
                  <a:schemeClr val="dk1"/>
                </a:solidFill>
                <a:latin typeface="Tahoma"/>
                <a:ea typeface="Tahoma"/>
                <a:cs typeface="Tahoma"/>
                <a:sym typeface="Tahoma"/>
              </a:rPr>
              <a:t>);</a:t>
            </a:r>
            <a:endParaRPr/>
          </a:p>
          <a:p>
            <a:pPr indent="-342900" lvl="0" marL="342900" marR="0" rtl="0" algn="l">
              <a:lnSpc>
                <a:spcPct val="100000"/>
              </a:lnSpc>
              <a:spcBef>
                <a:spcPts val="560"/>
              </a:spcBef>
              <a:spcAft>
                <a:spcPts val="0"/>
              </a:spcAft>
              <a:buClr>
                <a:schemeClr val="hlink"/>
              </a:buClr>
              <a:buSzPts val="3360"/>
              <a:buFont typeface="Tahoma"/>
              <a:buChar char="•"/>
            </a:pPr>
            <a:r>
              <a:rPr b="1" i="0" lang="en-US" sz="2800" u="none" cap="none" strike="noStrike">
                <a:solidFill>
                  <a:schemeClr val="dk1"/>
                </a:solidFill>
                <a:latin typeface="Tahoma"/>
                <a:ea typeface="Tahoma"/>
                <a:cs typeface="Tahoma"/>
                <a:sym typeface="Tahoma"/>
              </a:rPr>
              <a:t>🗹 Knowing where information can be found to achieve a specific result (</a:t>
            </a:r>
            <a:r>
              <a:rPr b="1" i="1" lang="en-US" sz="2800" u="none" cap="none" strike="noStrike">
                <a:solidFill>
                  <a:schemeClr val="dk1"/>
                </a:solidFill>
                <a:latin typeface="Tahoma"/>
                <a:ea typeface="Tahoma"/>
                <a:cs typeface="Tahoma"/>
                <a:sym typeface="Tahoma"/>
              </a:rPr>
              <a:t>Know where</a:t>
            </a:r>
            <a:r>
              <a:rPr b="1" i="0" lang="en-US" sz="2800" u="none" cap="none" strike="noStrike">
                <a:solidFill>
                  <a:schemeClr val="dk1"/>
                </a:solidFill>
                <a:latin typeface="Tahoma"/>
                <a:ea typeface="Tahoma"/>
                <a:cs typeface="Tahoma"/>
                <a:sym typeface="Tahoma"/>
              </a:rPr>
              <a:t>);</a:t>
            </a:r>
            <a:endParaRPr/>
          </a:p>
          <a:p>
            <a:pPr indent="-342900" lvl="0" marL="342900" marR="0" rtl="0" algn="l">
              <a:lnSpc>
                <a:spcPct val="100000"/>
              </a:lnSpc>
              <a:spcBef>
                <a:spcPts val="560"/>
              </a:spcBef>
              <a:spcAft>
                <a:spcPts val="0"/>
              </a:spcAft>
              <a:buClr>
                <a:schemeClr val="hlink"/>
              </a:buClr>
              <a:buSzPts val="3360"/>
              <a:buFont typeface="Tahoma"/>
              <a:buChar char="•"/>
            </a:pPr>
            <a:r>
              <a:rPr b="1" i="0" lang="en-US" sz="2800" u="none" cap="none" strike="noStrike">
                <a:solidFill>
                  <a:schemeClr val="dk1"/>
                </a:solidFill>
                <a:latin typeface="Tahoma"/>
                <a:ea typeface="Tahoma"/>
                <a:cs typeface="Tahoma"/>
                <a:sym typeface="Tahoma"/>
              </a:rPr>
              <a:t>🗹 Knowing when which information is needed (</a:t>
            </a:r>
            <a:r>
              <a:rPr b="1" i="1" lang="en-US" sz="2800" u="none" cap="none" strike="noStrike">
                <a:solidFill>
                  <a:schemeClr val="dk1"/>
                </a:solidFill>
                <a:latin typeface="Tahoma"/>
                <a:ea typeface="Tahoma"/>
                <a:cs typeface="Tahoma"/>
                <a:sym typeface="Tahoma"/>
              </a:rPr>
              <a:t>Know when</a:t>
            </a:r>
            <a:r>
              <a:rPr b="1" i="0" lang="en-US" sz="2800" u="none" cap="none" strike="noStrike">
                <a:solidFill>
                  <a:schemeClr val="dk1"/>
                </a:solidFill>
                <a:latin typeface="Tahoma"/>
                <a:ea typeface="Tahoma"/>
                <a:cs typeface="Tahoma"/>
                <a:sym typeface="Tahoma"/>
              </a:rPr>
              <a: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04" name="Shape 804"/>
        <p:cNvGrpSpPr/>
        <p:nvPr/>
      </p:nvGrpSpPr>
      <p:grpSpPr>
        <a:xfrm>
          <a:off x="0" y="0"/>
          <a:ext cx="0" cy="0"/>
          <a:chOff x="0" y="0"/>
          <a:chExt cx="0" cy="0"/>
        </a:xfrm>
      </p:grpSpPr>
      <p:pic>
        <p:nvPicPr>
          <p:cNvPr id="805" name="Google Shape;805;p74"/>
          <p:cNvPicPr preferRelativeResize="0"/>
          <p:nvPr>
            <p:ph idx="1" type="body"/>
          </p:nvPr>
        </p:nvPicPr>
        <p:blipFill rotWithShape="1">
          <a:blip r:embed="rId4">
            <a:alphaModFix/>
          </a:blip>
          <a:srcRect b="0" l="0" r="0" t="0"/>
          <a:stretch/>
        </p:blipFill>
        <p:spPr>
          <a:xfrm>
            <a:off x="533400" y="304800"/>
            <a:ext cx="8077200" cy="60612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09" name="Shape 809"/>
        <p:cNvGrpSpPr/>
        <p:nvPr/>
      </p:nvGrpSpPr>
      <p:grpSpPr>
        <a:xfrm>
          <a:off x="0" y="0"/>
          <a:ext cx="0" cy="0"/>
          <a:chOff x="0" y="0"/>
          <a:chExt cx="0" cy="0"/>
        </a:xfrm>
      </p:grpSpPr>
      <p:sp>
        <p:nvSpPr>
          <p:cNvPr id="810" name="Google Shape;810;p7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Garamond"/>
              <a:buNone/>
            </a:pPr>
            <a:r>
              <a:rPr b="0" i="0" lang="en-US" sz="4400" u="none">
                <a:solidFill>
                  <a:schemeClr val="dk2"/>
                </a:solidFill>
                <a:latin typeface="Garamond"/>
                <a:ea typeface="Garamond"/>
                <a:cs typeface="Garamond"/>
                <a:sym typeface="Garamond"/>
              </a:rPr>
              <a:t>What is tacit knowledge?</a:t>
            </a:r>
            <a:r>
              <a:rPr b="1" i="0" lang="en-US" sz="4400" u="none">
                <a:solidFill>
                  <a:schemeClr val="dk2"/>
                </a:solidFill>
                <a:latin typeface="Garamond"/>
                <a:ea typeface="Garamond"/>
                <a:cs typeface="Garamond"/>
                <a:sym typeface="Garamond"/>
              </a:rPr>
              <a:t> </a:t>
            </a:r>
            <a:endParaRPr/>
          </a:p>
        </p:txBody>
      </p:sp>
      <p:sp>
        <p:nvSpPr>
          <p:cNvPr id="811" name="Google Shape;811;p75"/>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240"/>
              <a:buFont typeface="Noto Sans Symbols"/>
              <a:buChar char="■"/>
            </a:pPr>
            <a:r>
              <a:rPr b="0" i="0" lang="en-US" sz="3200" u="none" cap="none" strike="noStrike">
                <a:solidFill>
                  <a:schemeClr val="dk1"/>
                </a:solidFill>
                <a:latin typeface="Garamond"/>
                <a:ea typeface="Garamond"/>
                <a:cs typeface="Garamond"/>
                <a:sym typeface="Garamond"/>
              </a:rPr>
              <a:t>Tacit knowledge refers to the personal knowledge embedded in individual experience and involves intangible factors, such as personal beliefs, perspective, and the value system. Tacit knowledge is hard to articulate with formal language (hard, but not impossible).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15" name="Shape 815"/>
        <p:cNvGrpSpPr/>
        <p:nvPr/>
      </p:nvGrpSpPr>
      <p:grpSpPr>
        <a:xfrm>
          <a:off x="0" y="0"/>
          <a:ext cx="0" cy="0"/>
          <a:chOff x="0" y="0"/>
          <a:chExt cx="0" cy="0"/>
        </a:xfrm>
      </p:grpSpPr>
      <p:sp>
        <p:nvSpPr>
          <p:cNvPr id="816" name="Google Shape;816;p76"/>
          <p:cNvSpPr txBox="1"/>
          <p:nvPr>
            <p:ph type="title"/>
          </p:nvPr>
        </p:nvSpPr>
        <p:spPr>
          <a:xfrm>
            <a:off x="457200" y="274637"/>
            <a:ext cx="8229600" cy="5637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Arial"/>
              <a:buNone/>
            </a:pPr>
            <a:r>
              <a:rPr b="1" i="0" lang="en-US" sz="3200" u="sng">
                <a:solidFill>
                  <a:schemeClr val="dk2"/>
                </a:solidFill>
                <a:latin typeface="Arial"/>
                <a:ea typeface="Arial"/>
                <a:cs typeface="Arial"/>
                <a:sym typeface="Arial"/>
              </a:rPr>
              <a:t>Capturing Tacit Knowledge</a:t>
            </a:r>
            <a:r>
              <a:rPr b="0" i="0" lang="en-US" sz="4000" u="none">
                <a:solidFill>
                  <a:schemeClr val="dk2"/>
                </a:solidFill>
                <a:latin typeface="Arial"/>
                <a:ea typeface="Arial"/>
                <a:cs typeface="Arial"/>
                <a:sym typeface="Arial"/>
              </a:rPr>
              <a:t> </a:t>
            </a:r>
            <a:endParaRPr/>
          </a:p>
        </p:txBody>
      </p:sp>
      <p:sp>
        <p:nvSpPr>
          <p:cNvPr id="817" name="Google Shape;817;p76"/>
          <p:cNvSpPr txBox="1"/>
          <p:nvPr>
            <p:ph idx="1" type="body"/>
          </p:nvPr>
        </p:nvSpPr>
        <p:spPr>
          <a:xfrm>
            <a:off x="457200" y="1295400"/>
            <a:ext cx="8229600" cy="48309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600"/>
              <a:buFont typeface="Times New Roman"/>
              <a:buChar char="•"/>
            </a:pPr>
            <a:r>
              <a:rPr b="0" i="0" lang="en-US" sz="3600" u="none">
                <a:solidFill>
                  <a:schemeClr val="dk1"/>
                </a:solidFill>
                <a:latin typeface="Times New Roman"/>
                <a:ea typeface="Times New Roman"/>
                <a:cs typeface="Times New Roman"/>
                <a:sym typeface="Times New Roman"/>
              </a:rPr>
              <a:t>Expert Evaluation </a:t>
            </a:r>
            <a:endParaRPr/>
          </a:p>
          <a:p>
            <a:pPr indent="-114300" lvl="0" marL="342900" marR="0" rtl="0" algn="l">
              <a:lnSpc>
                <a:spcPct val="100000"/>
              </a:lnSpc>
              <a:spcBef>
                <a:spcPts val="720"/>
              </a:spcBef>
              <a:spcAft>
                <a:spcPts val="0"/>
              </a:spcAft>
              <a:buClr>
                <a:schemeClr val="dk1"/>
              </a:buClr>
              <a:buSzPts val="3600"/>
              <a:buFont typeface="Arial"/>
              <a:buNone/>
            </a:pPr>
            <a:r>
              <a:t/>
            </a:r>
            <a:endParaRPr b="0" i="0" sz="36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720"/>
              </a:spcBef>
              <a:spcAft>
                <a:spcPts val="0"/>
              </a:spcAft>
              <a:buClr>
                <a:schemeClr val="dk1"/>
              </a:buClr>
              <a:buSzPts val="3600"/>
              <a:buFont typeface="Times New Roman"/>
              <a:buChar char="•"/>
            </a:pPr>
            <a:r>
              <a:rPr b="0" i="0" lang="en-US" sz="3600" u="none">
                <a:solidFill>
                  <a:schemeClr val="dk1"/>
                </a:solidFill>
                <a:latin typeface="Times New Roman"/>
                <a:ea typeface="Times New Roman"/>
                <a:cs typeface="Times New Roman"/>
                <a:sym typeface="Times New Roman"/>
              </a:rPr>
              <a:t>Fuzzy Reasoning </a:t>
            </a:r>
            <a:endParaRPr/>
          </a:p>
          <a:p>
            <a:pPr indent="-114300" lvl="0" marL="342900" marR="0" rtl="0" algn="l">
              <a:lnSpc>
                <a:spcPct val="100000"/>
              </a:lnSpc>
              <a:spcBef>
                <a:spcPts val="720"/>
              </a:spcBef>
              <a:spcAft>
                <a:spcPts val="0"/>
              </a:spcAft>
              <a:buClr>
                <a:schemeClr val="dk1"/>
              </a:buClr>
              <a:buSzPts val="3600"/>
              <a:buFont typeface="Arial"/>
              <a:buNone/>
            </a:pPr>
            <a:r>
              <a:t/>
            </a:r>
            <a:endParaRPr b="0" i="0" sz="36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720"/>
              </a:spcBef>
              <a:spcAft>
                <a:spcPts val="0"/>
              </a:spcAft>
              <a:buClr>
                <a:schemeClr val="dk1"/>
              </a:buClr>
              <a:buSzPts val="3600"/>
              <a:buFont typeface="Times New Roman"/>
              <a:buChar char="•"/>
            </a:pPr>
            <a:r>
              <a:rPr b="0" i="0" lang="en-US" sz="3600" u="none">
                <a:solidFill>
                  <a:schemeClr val="dk1"/>
                </a:solidFill>
                <a:latin typeface="Times New Roman"/>
                <a:ea typeface="Times New Roman"/>
                <a:cs typeface="Times New Roman"/>
                <a:sym typeface="Times New Roman"/>
              </a:rPr>
              <a:t>Interviewing </a:t>
            </a:r>
            <a:endParaRPr/>
          </a:p>
          <a:p>
            <a:pPr indent="-114300" lvl="0" marL="342900" marR="0" rtl="0" algn="l">
              <a:lnSpc>
                <a:spcPct val="100000"/>
              </a:lnSpc>
              <a:spcBef>
                <a:spcPts val="720"/>
              </a:spcBef>
              <a:spcAft>
                <a:spcPts val="0"/>
              </a:spcAft>
              <a:buClr>
                <a:schemeClr val="dk1"/>
              </a:buClr>
              <a:buSzPts val="3600"/>
              <a:buFont typeface="Arial"/>
              <a:buNone/>
            </a:pPr>
            <a:r>
              <a:t/>
            </a:r>
            <a:endParaRPr b="0" i="0" sz="36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720"/>
              </a:spcBef>
              <a:spcAft>
                <a:spcPts val="0"/>
              </a:spcAft>
              <a:buClr>
                <a:schemeClr val="dk1"/>
              </a:buClr>
              <a:buSzPts val="3600"/>
              <a:buFont typeface="Times New Roman"/>
              <a:buChar char="•"/>
            </a:pPr>
            <a:r>
              <a:rPr b="0" i="0" lang="en-US" sz="3600" u="none">
                <a:solidFill>
                  <a:schemeClr val="dk1"/>
                </a:solidFill>
                <a:latin typeface="Times New Roman"/>
                <a:ea typeface="Times New Roman"/>
                <a:cs typeface="Times New Roman"/>
                <a:sym typeface="Times New Roman"/>
              </a:rPr>
              <a:t>Rapid Prototyping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21" name="Shape 821"/>
        <p:cNvGrpSpPr/>
        <p:nvPr/>
      </p:nvGrpSpPr>
      <p:grpSpPr>
        <a:xfrm>
          <a:off x="0" y="0"/>
          <a:ext cx="0" cy="0"/>
          <a:chOff x="0" y="0"/>
          <a:chExt cx="0" cy="0"/>
        </a:xfrm>
      </p:grpSpPr>
      <p:sp>
        <p:nvSpPr>
          <p:cNvPr id="822" name="Google Shape;822;p77"/>
          <p:cNvSpPr txBox="1"/>
          <p:nvPr>
            <p:ph type="title"/>
          </p:nvPr>
        </p:nvSpPr>
        <p:spPr>
          <a:xfrm>
            <a:off x="457200" y="274637"/>
            <a:ext cx="8229600" cy="792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Arial"/>
              <a:buNone/>
            </a:pPr>
            <a:r>
              <a:rPr b="1" i="1" lang="en-US" sz="3200" u="sng">
                <a:solidFill>
                  <a:schemeClr val="dk2"/>
                </a:solidFill>
                <a:latin typeface="Arial"/>
                <a:ea typeface="Arial"/>
                <a:cs typeface="Arial"/>
                <a:sym typeface="Arial"/>
              </a:rPr>
              <a:t>Other Knowledge Capture Techniques</a:t>
            </a:r>
            <a:endParaRPr/>
          </a:p>
        </p:txBody>
      </p:sp>
      <p:sp>
        <p:nvSpPr>
          <p:cNvPr id="823" name="Google Shape;823;p77"/>
          <p:cNvSpPr txBox="1"/>
          <p:nvPr>
            <p:ph idx="1" type="body"/>
          </p:nvPr>
        </p:nvSpPr>
        <p:spPr>
          <a:xfrm>
            <a:off x="457200" y="1295400"/>
            <a:ext cx="8229600" cy="48309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On-Site Observation (Action Protocol) </a:t>
            </a:r>
            <a:endParaRPr/>
          </a:p>
          <a:p>
            <a:pPr indent="-342900" lvl="0" marL="342900" marR="0" rtl="0" algn="just">
              <a:lnSpc>
                <a:spcPct val="100000"/>
              </a:lnSpc>
              <a:spcBef>
                <a:spcPts val="56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Brainstorming </a:t>
            </a:r>
            <a:endParaRPr/>
          </a:p>
          <a:p>
            <a:pPr indent="-342900" lvl="0" marL="342900" marR="0" rtl="0" algn="l">
              <a:lnSpc>
                <a:spcPct val="100000"/>
              </a:lnSpc>
              <a:spcBef>
                <a:spcPts val="56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Protocol Analysis (Think-Aloud Method) </a:t>
            </a:r>
            <a:endParaRPr/>
          </a:p>
          <a:p>
            <a:pPr indent="-342900" lvl="0" marL="342900" marR="0" rtl="0" algn="just">
              <a:lnSpc>
                <a:spcPct val="100000"/>
              </a:lnSpc>
              <a:spcBef>
                <a:spcPts val="56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Consensus Decision Making </a:t>
            </a:r>
            <a:endParaRPr/>
          </a:p>
          <a:p>
            <a:pPr indent="-342900" lvl="0" marL="342900" marR="0" rtl="0" algn="just">
              <a:lnSpc>
                <a:spcPct val="100000"/>
              </a:lnSpc>
              <a:spcBef>
                <a:spcPts val="56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Repertory Grid </a:t>
            </a:r>
            <a:endParaRPr/>
          </a:p>
          <a:p>
            <a:pPr indent="-342900" lvl="0" marL="342900" marR="0" rtl="0" algn="l">
              <a:lnSpc>
                <a:spcPct val="100000"/>
              </a:lnSpc>
              <a:spcBef>
                <a:spcPts val="56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Nominal Group Technique (NGT)</a:t>
            </a:r>
            <a:r>
              <a:rPr b="0" i="0" lang="en-US" sz="2800" u="none">
                <a:solidFill>
                  <a:schemeClr val="dk1"/>
                </a:solidFill>
                <a:latin typeface="Arial"/>
                <a:ea typeface="Arial"/>
                <a:cs typeface="Arial"/>
                <a:sym typeface="Arial"/>
              </a:rPr>
              <a:t> </a:t>
            </a:r>
            <a:endParaRPr/>
          </a:p>
          <a:p>
            <a:pPr indent="-342900" lvl="0" marL="342900" marR="0" rtl="0" algn="just">
              <a:lnSpc>
                <a:spcPct val="100000"/>
              </a:lnSpc>
              <a:spcBef>
                <a:spcPts val="56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Delphi Method </a:t>
            </a:r>
            <a:endParaRPr/>
          </a:p>
          <a:p>
            <a:pPr indent="-342900" lvl="0" marL="342900" marR="0" rtl="0" algn="just">
              <a:lnSpc>
                <a:spcPct val="100000"/>
              </a:lnSpc>
              <a:spcBef>
                <a:spcPts val="56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Concept Mapping </a:t>
            </a:r>
            <a:endParaRPr/>
          </a:p>
          <a:p>
            <a:pPr indent="-342900" lvl="0" marL="342900" marR="0" rtl="0" algn="just">
              <a:lnSpc>
                <a:spcPct val="100000"/>
              </a:lnSpc>
              <a:spcBef>
                <a:spcPts val="56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Blackboarding </a:t>
            </a:r>
            <a:endParaRPr/>
          </a:p>
          <a:p>
            <a:pPr indent="-165100" lvl="0" marL="342900" marR="0" rtl="0" algn="l">
              <a:lnSpc>
                <a:spcPct val="100000"/>
              </a:lnSpc>
              <a:spcBef>
                <a:spcPts val="560"/>
              </a:spcBef>
              <a:spcAft>
                <a:spcPts val="0"/>
              </a:spcAft>
              <a:buClr>
                <a:schemeClr val="dk1"/>
              </a:buClr>
              <a:buSzPts val="2800"/>
              <a:buFont typeface="Arial"/>
              <a:buNone/>
            </a:pPr>
            <a:r>
              <a:t/>
            </a:r>
            <a:endParaRPr b="1" i="0" sz="2800" u="none">
              <a:solidFill>
                <a:schemeClr val="dk1"/>
              </a:solidFill>
              <a:latin typeface="Arial"/>
              <a:ea typeface="Arial"/>
              <a:cs typeface="Arial"/>
              <a:sym typeface="Arial"/>
            </a:endParaRPr>
          </a:p>
          <a:p>
            <a:pPr indent="-165100" lvl="0" marL="342900" marR="0" rtl="0" algn="l">
              <a:lnSpc>
                <a:spcPct val="100000"/>
              </a:lnSpc>
              <a:spcBef>
                <a:spcPts val="560"/>
              </a:spcBef>
              <a:spcAft>
                <a:spcPts val="0"/>
              </a:spcAft>
              <a:buClr>
                <a:schemeClr val="dk1"/>
              </a:buClr>
              <a:buSzPts val="2800"/>
              <a:buFont typeface="Arial"/>
              <a:buNone/>
            </a:pPr>
            <a:r>
              <a:t/>
            </a:r>
            <a:endParaRPr b="1" i="0" sz="2800" u="none">
              <a:solidFill>
                <a:schemeClr val="dk1"/>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27" name="Shape 827"/>
        <p:cNvGrpSpPr/>
        <p:nvPr/>
      </p:nvGrpSpPr>
      <p:grpSpPr>
        <a:xfrm>
          <a:off x="0" y="0"/>
          <a:ext cx="0" cy="0"/>
          <a:chOff x="0" y="0"/>
          <a:chExt cx="0" cy="0"/>
        </a:xfrm>
      </p:grpSpPr>
      <p:sp>
        <p:nvSpPr>
          <p:cNvPr id="828" name="Google Shape;828;p78"/>
          <p:cNvSpPr txBox="1"/>
          <p:nvPr>
            <p:ph type="title"/>
          </p:nvPr>
        </p:nvSpPr>
        <p:spPr>
          <a:xfrm>
            <a:off x="457200" y="381000"/>
            <a:ext cx="8229600" cy="1371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b="1" i="0" lang="en-US" sz="4400" u="none">
                <a:solidFill>
                  <a:schemeClr val="dk2"/>
                </a:solidFill>
                <a:latin typeface="Tahoma"/>
                <a:ea typeface="Tahoma"/>
                <a:cs typeface="Tahoma"/>
                <a:sym typeface="Tahoma"/>
              </a:rPr>
              <a:t>What is explicit knowledge?</a:t>
            </a:r>
            <a:r>
              <a:rPr b="0" i="0" lang="en-US" sz="4400" u="none">
                <a:solidFill>
                  <a:schemeClr val="dk2"/>
                </a:solidFill>
                <a:latin typeface="Tahoma"/>
                <a:ea typeface="Tahoma"/>
                <a:cs typeface="Tahoma"/>
                <a:sym typeface="Tahoma"/>
              </a:rPr>
              <a:t> </a:t>
            </a:r>
            <a:endParaRPr/>
          </a:p>
        </p:txBody>
      </p:sp>
      <p:sp>
        <p:nvSpPr>
          <p:cNvPr id="829" name="Google Shape;829;p78"/>
          <p:cNvSpPr txBox="1"/>
          <p:nvPr>
            <p:ph idx="1" type="body"/>
          </p:nvPr>
        </p:nvSpPr>
        <p:spPr>
          <a:xfrm>
            <a:off x="457200" y="1981200"/>
            <a:ext cx="82296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080"/>
              <a:buFont typeface="Noto Sans Symbols"/>
              <a:buChar char="■"/>
            </a:pPr>
            <a:r>
              <a:rPr b="0" i="0" lang="en-US" sz="3200" u="none" cap="none" strike="noStrike">
                <a:solidFill>
                  <a:schemeClr val="dk1"/>
                </a:solidFill>
                <a:latin typeface="Tahoma"/>
                <a:ea typeface="Tahoma"/>
                <a:cs typeface="Tahoma"/>
                <a:sym typeface="Tahoma"/>
              </a:rPr>
              <a:t>Explicit knowledge refers to the contents that has been captured in some tangible form and can be articulated into formal language, including grammatical statements (words and numbers), mathematical expressions, specifications, manuals, etc. Explicit knowledge can be readily transmitted to others.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33" name="Shape 833"/>
        <p:cNvGrpSpPr/>
        <p:nvPr/>
      </p:nvGrpSpPr>
      <p:grpSpPr>
        <a:xfrm>
          <a:off x="0" y="0"/>
          <a:ext cx="0" cy="0"/>
          <a:chOff x="0" y="0"/>
          <a:chExt cx="0" cy="0"/>
        </a:xfrm>
      </p:grpSpPr>
      <p:sp>
        <p:nvSpPr>
          <p:cNvPr id="834" name="Google Shape;834;p79"/>
          <p:cNvSpPr txBox="1"/>
          <p:nvPr>
            <p:ph type="title"/>
          </p:nvPr>
        </p:nvSpPr>
        <p:spPr>
          <a:xfrm>
            <a:off x="457200" y="381000"/>
            <a:ext cx="8229600" cy="838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Tahoma"/>
              <a:buNone/>
            </a:pPr>
            <a:r>
              <a:rPr b="1" i="0" lang="en-US" sz="3200" u="none">
                <a:solidFill>
                  <a:schemeClr val="dk2"/>
                </a:solidFill>
                <a:latin typeface="Tahoma"/>
                <a:ea typeface="Tahoma"/>
                <a:cs typeface="Tahoma"/>
                <a:sym typeface="Tahoma"/>
              </a:rPr>
              <a:t>Comparison of properties of Tacit Vs Explicit knowledge</a:t>
            </a:r>
            <a:endParaRPr/>
          </a:p>
        </p:txBody>
      </p:sp>
      <p:grpSp>
        <p:nvGrpSpPr>
          <p:cNvPr id="835" name="Google Shape;835;p79"/>
          <p:cNvGrpSpPr/>
          <p:nvPr/>
        </p:nvGrpSpPr>
        <p:grpSpPr>
          <a:xfrm>
            <a:off x="457200" y="1371600"/>
            <a:ext cx="8401050" cy="5715000"/>
            <a:chOff x="288" y="864"/>
            <a:chExt cx="5292" cy="3600"/>
          </a:xfrm>
        </p:grpSpPr>
        <p:sp>
          <p:nvSpPr>
            <p:cNvPr id="836" name="Google Shape;836;p79"/>
            <p:cNvSpPr txBox="1"/>
            <p:nvPr/>
          </p:nvSpPr>
          <p:spPr>
            <a:xfrm>
              <a:off x="2880" y="3569"/>
              <a:ext cx="2700" cy="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Tahoma"/>
                <a:buNone/>
              </a:pPr>
              <a:r>
                <a:rPr b="1" i="0" lang="en-US" sz="1800" u="none">
                  <a:solidFill>
                    <a:schemeClr val="dk1"/>
                  </a:solidFill>
                  <a:latin typeface="Tahoma"/>
                  <a:ea typeface="Tahoma"/>
                  <a:cs typeface="Tahoma"/>
                  <a:sym typeface="Tahoma"/>
                </a:rPr>
                <a:t>Transfer of knowledge via products, services, and documented processes </a:t>
              </a:r>
              <a:endParaRPr/>
            </a:p>
          </p:txBody>
        </p:sp>
        <p:sp>
          <p:nvSpPr>
            <p:cNvPr id="837" name="Google Shape;837;p79"/>
            <p:cNvSpPr txBox="1"/>
            <p:nvPr/>
          </p:nvSpPr>
          <p:spPr>
            <a:xfrm>
              <a:off x="288" y="3569"/>
              <a:ext cx="2700" cy="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Tahoma"/>
                <a:buNone/>
              </a:pPr>
              <a:r>
                <a:rPr b="1" i="0" lang="en-US" sz="1800" u="none">
                  <a:solidFill>
                    <a:schemeClr val="dk1"/>
                  </a:solidFill>
                  <a:latin typeface="Tahoma"/>
                  <a:ea typeface="Tahoma"/>
                  <a:cs typeface="Tahoma"/>
                  <a:sym typeface="Tahoma"/>
                </a:rPr>
                <a:t>Coaching and mentoring to transfer experiential knowledge on a one-to-one, face-to-face basis</a:t>
              </a:r>
              <a:endParaRPr/>
            </a:p>
          </p:txBody>
        </p:sp>
        <p:sp>
          <p:nvSpPr>
            <p:cNvPr id="838" name="Google Shape;838;p79"/>
            <p:cNvSpPr txBox="1"/>
            <p:nvPr/>
          </p:nvSpPr>
          <p:spPr>
            <a:xfrm>
              <a:off x="2880" y="2820"/>
              <a:ext cx="2700" cy="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Tahoma"/>
                <a:buNone/>
              </a:pPr>
              <a:r>
                <a:rPr b="1" i="0" lang="en-US" sz="1800" u="none">
                  <a:solidFill>
                    <a:schemeClr val="dk1"/>
                  </a:solidFill>
                  <a:latin typeface="Tahoma"/>
                  <a:ea typeface="Tahoma"/>
                  <a:cs typeface="Tahoma"/>
                  <a:sym typeface="Tahoma"/>
                </a:rPr>
                <a:t>Ability to organize, to systematize; to translate a vision into a mission statement, into operational guidelines </a:t>
              </a:r>
              <a:endParaRPr/>
            </a:p>
          </p:txBody>
        </p:sp>
        <p:sp>
          <p:nvSpPr>
            <p:cNvPr id="839" name="Google Shape;839;p79"/>
            <p:cNvSpPr txBox="1"/>
            <p:nvPr/>
          </p:nvSpPr>
          <p:spPr>
            <a:xfrm>
              <a:off x="288" y="2820"/>
              <a:ext cx="2700" cy="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Tahoma"/>
                <a:buNone/>
              </a:pPr>
              <a:r>
                <a:rPr b="1" i="0" lang="en-US" sz="1800" u="none">
                  <a:solidFill>
                    <a:schemeClr val="dk1"/>
                  </a:solidFill>
                  <a:latin typeface="Tahoma"/>
                  <a:ea typeface="Tahoma"/>
                  <a:cs typeface="Tahoma"/>
                  <a:sym typeface="Tahoma"/>
                </a:rPr>
                <a:t>Ability to collaborate, to share a vision, to transmit a culture </a:t>
              </a:r>
              <a:endParaRPr/>
            </a:p>
          </p:txBody>
        </p:sp>
        <p:sp>
          <p:nvSpPr>
            <p:cNvPr id="840" name="Google Shape;840;p79"/>
            <p:cNvSpPr txBox="1"/>
            <p:nvPr/>
          </p:nvSpPr>
          <p:spPr>
            <a:xfrm>
              <a:off x="2880" y="2120"/>
              <a:ext cx="2700" cy="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Tahoma"/>
                <a:buNone/>
              </a:pPr>
              <a:r>
                <a:rPr b="1" i="0" lang="en-US" sz="1800" u="none">
                  <a:solidFill>
                    <a:schemeClr val="dk1"/>
                  </a:solidFill>
                  <a:latin typeface="Tahoma"/>
                  <a:ea typeface="Tahoma"/>
                  <a:cs typeface="Tahoma"/>
                  <a:sym typeface="Tahoma"/>
                </a:rPr>
                <a:t>Ability to teach, to train </a:t>
              </a:r>
              <a:endParaRPr/>
            </a:p>
          </p:txBody>
        </p:sp>
        <p:sp>
          <p:nvSpPr>
            <p:cNvPr id="841" name="Google Shape;841;p79"/>
            <p:cNvSpPr txBox="1"/>
            <p:nvPr/>
          </p:nvSpPr>
          <p:spPr>
            <a:xfrm>
              <a:off x="288" y="2120"/>
              <a:ext cx="2700" cy="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Tahoma"/>
                <a:buNone/>
              </a:pPr>
              <a:r>
                <a:rPr b="1" i="0" lang="en-US" sz="1800" u="none">
                  <a:solidFill>
                    <a:schemeClr val="dk1"/>
                  </a:solidFill>
                  <a:latin typeface="Tahoma"/>
                  <a:ea typeface="Tahoma"/>
                  <a:cs typeface="Tahoma"/>
                  <a:sym typeface="Tahoma"/>
                </a:rPr>
                <a:t>Expertise, know-how, know-why, and care-why </a:t>
              </a:r>
              <a:endParaRPr/>
            </a:p>
          </p:txBody>
        </p:sp>
        <p:sp>
          <p:nvSpPr>
            <p:cNvPr id="842" name="Google Shape;842;p79"/>
            <p:cNvSpPr txBox="1"/>
            <p:nvPr/>
          </p:nvSpPr>
          <p:spPr>
            <a:xfrm>
              <a:off x="2880" y="1200"/>
              <a:ext cx="2700" cy="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Tahoma"/>
                <a:buNone/>
              </a:pPr>
              <a:r>
                <a:rPr b="1" i="0" lang="en-US" sz="1800" u="none">
                  <a:solidFill>
                    <a:schemeClr val="dk1"/>
                  </a:solidFill>
                  <a:latin typeface="Tahoma"/>
                  <a:ea typeface="Tahoma"/>
                  <a:cs typeface="Tahoma"/>
                  <a:sym typeface="Tahoma"/>
                </a:rPr>
                <a:t>Ability to disseminate, to reproduce, to access, and to reapply throughout the organization </a:t>
              </a:r>
              <a:endParaRPr/>
            </a:p>
          </p:txBody>
        </p:sp>
        <p:sp>
          <p:nvSpPr>
            <p:cNvPr id="843" name="Google Shape;843;p79"/>
            <p:cNvSpPr txBox="1"/>
            <p:nvPr/>
          </p:nvSpPr>
          <p:spPr>
            <a:xfrm>
              <a:off x="288" y="1200"/>
              <a:ext cx="2700" cy="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Tahoma"/>
                <a:buNone/>
              </a:pPr>
              <a:r>
                <a:rPr b="1" i="0" lang="en-US" sz="1800" u="none">
                  <a:solidFill>
                    <a:schemeClr val="dk1"/>
                  </a:solidFill>
                  <a:latin typeface="Tahoma"/>
                  <a:ea typeface="Tahoma"/>
                  <a:cs typeface="Tahoma"/>
                  <a:sym typeface="Tahoma"/>
                </a:rPr>
                <a:t>Ability to adapt, to deal with new and exceptional situation. </a:t>
              </a:r>
              <a:endParaRPr/>
            </a:p>
          </p:txBody>
        </p:sp>
        <p:sp>
          <p:nvSpPr>
            <p:cNvPr id="844" name="Google Shape;844;p79"/>
            <p:cNvSpPr txBox="1"/>
            <p:nvPr/>
          </p:nvSpPr>
          <p:spPr>
            <a:xfrm>
              <a:off x="2880" y="864"/>
              <a:ext cx="2700" cy="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EXPLICIT KNOWLEDGE</a:t>
              </a:r>
              <a:endParaRPr/>
            </a:p>
          </p:txBody>
        </p:sp>
        <p:sp>
          <p:nvSpPr>
            <p:cNvPr id="845" name="Google Shape;845;p79"/>
            <p:cNvSpPr txBox="1"/>
            <p:nvPr/>
          </p:nvSpPr>
          <p:spPr>
            <a:xfrm>
              <a:off x="288" y="864"/>
              <a:ext cx="2700" cy="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TACIT KNOWLEDGE</a:t>
              </a:r>
              <a:endParaRPr/>
            </a:p>
          </p:txBody>
        </p:sp>
        <p:cxnSp>
          <p:nvCxnSpPr>
            <p:cNvPr id="846" name="Google Shape;846;p79"/>
            <p:cNvCxnSpPr/>
            <p:nvPr/>
          </p:nvCxnSpPr>
          <p:spPr>
            <a:xfrm>
              <a:off x="288" y="864"/>
              <a:ext cx="5100" cy="0"/>
            </a:xfrm>
            <a:prstGeom prst="straightConnector1">
              <a:avLst/>
            </a:prstGeom>
            <a:noFill/>
            <a:ln cap="sq" cmpd="sng" w="28575">
              <a:solidFill>
                <a:schemeClr val="dk1"/>
              </a:solidFill>
              <a:prstDash val="solid"/>
              <a:miter lim="800000"/>
              <a:headEnd len="med" w="med" type="none"/>
              <a:tailEnd len="med" w="med" type="none"/>
            </a:ln>
          </p:spPr>
        </p:cxnSp>
        <p:cxnSp>
          <p:nvCxnSpPr>
            <p:cNvPr id="847" name="Google Shape;847;p79"/>
            <p:cNvCxnSpPr/>
            <p:nvPr/>
          </p:nvCxnSpPr>
          <p:spPr>
            <a:xfrm>
              <a:off x="288" y="1200"/>
              <a:ext cx="5100" cy="0"/>
            </a:xfrm>
            <a:prstGeom prst="straightConnector1">
              <a:avLst/>
            </a:prstGeom>
            <a:noFill/>
            <a:ln cap="flat" cmpd="sng" w="12700">
              <a:solidFill>
                <a:schemeClr val="dk1"/>
              </a:solidFill>
              <a:prstDash val="solid"/>
              <a:miter lim="800000"/>
              <a:headEnd len="med" w="med" type="none"/>
              <a:tailEnd len="med" w="med" type="none"/>
            </a:ln>
          </p:spPr>
        </p:cxnSp>
        <p:cxnSp>
          <p:nvCxnSpPr>
            <p:cNvPr id="848" name="Google Shape;848;p79"/>
            <p:cNvCxnSpPr/>
            <p:nvPr/>
          </p:nvCxnSpPr>
          <p:spPr>
            <a:xfrm>
              <a:off x="288" y="2120"/>
              <a:ext cx="5100" cy="0"/>
            </a:xfrm>
            <a:prstGeom prst="straightConnector1">
              <a:avLst/>
            </a:prstGeom>
            <a:noFill/>
            <a:ln cap="flat" cmpd="sng" w="12700">
              <a:solidFill>
                <a:schemeClr val="dk1"/>
              </a:solidFill>
              <a:prstDash val="solid"/>
              <a:miter lim="800000"/>
              <a:headEnd len="med" w="med" type="none"/>
              <a:tailEnd len="med" w="med" type="none"/>
            </a:ln>
          </p:spPr>
        </p:cxnSp>
        <p:cxnSp>
          <p:nvCxnSpPr>
            <p:cNvPr id="849" name="Google Shape;849;p79"/>
            <p:cNvCxnSpPr/>
            <p:nvPr/>
          </p:nvCxnSpPr>
          <p:spPr>
            <a:xfrm>
              <a:off x="288" y="2820"/>
              <a:ext cx="5100" cy="0"/>
            </a:xfrm>
            <a:prstGeom prst="straightConnector1">
              <a:avLst/>
            </a:prstGeom>
            <a:noFill/>
            <a:ln cap="flat" cmpd="sng" w="12700">
              <a:solidFill>
                <a:schemeClr val="dk1"/>
              </a:solidFill>
              <a:prstDash val="solid"/>
              <a:miter lim="800000"/>
              <a:headEnd len="med" w="med" type="none"/>
              <a:tailEnd len="med" w="med" type="none"/>
            </a:ln>
          </p:spPr>
        </p:cxnSp>
        <p:cxnSp>
          <p:nvCxnSpPr>
            <p:cNvPr id="850" name="Google Shape;850;p79"/>
            <p:cNvCxnSpPr/>
            <p:nvPr/>
          </p:nvCxnSpPr>
          <p:spPr>
            <a:xfrm>
              <a:off x="288" y="3569"/>
              <a:ext cx="5100" cy="0"/>
            </a:xfrm>
            <a:prstGeom prst="straightConnector1">
              <a:avLst/>
            </a:prstGeom>
            <a:noFill/>
            <a:ln cap="flat" cmpd="sng" w="12700">
              <a:solidFill>
                <a:schemeClr val="dk1"/>
              </a:solidFill>
              <a:prstDash val="solid"/>
              <a:miter lim="800000"/>
              <a:headEnd len="med" w="med" type="none"/>
              <a:tailEnd len="med" w="med" type="none"/>
            </a:ln>
          </p:spPr>
        </p:cxnSp>
        <p:cxnSp>
          <p:nvCxnSpPr>
            <p:cNvPr id="851" name="Google Shape;851;p79"/>
            <p:cNvCxnSpPr/>
            <p:nvPr/>
          </p:nvCxnSpPr>
          <p:spPr>
            <a:xfrm>
              <a:off x="288" y="4318"/>
              <a:ext cx="5100" cy="0"/>
            </a:xfrm>
            <a:prstGeom prst="straightConnector1">
              <a:avLst/>
            </a:prstGeom>
            <a:noFill/>
            <a:ln cap="sq" cmpd="sng" w="28575">
              <a:solidFill>
                <a:schemeClr val="dk1"/>
              </a:solidFill>
              <a:prstDash val="solid"/>
              <a:miter lim="800000"/>
              <a:headEnd len="med" w="med" type="none"/>
              <a:tailEnd len="med" w="med" type="none"/>
            </a:ln>
          </p:spPr>
        </p:cxnSp>
        <p:cxnSp>
          <p:nvCxnSpPr>
            <p:cNvPr id="852" name="Google Shape;852;p79"/>
            <p:cNvCxnSpPr/>
            <p:nvPr/>
          </p:nvCxnSpPr>
          <p:spPr>
            <a:xfrm>
              <a:off x="288" y="864"/>
              <a:ext cx="0" cy="3600"/>
            </a:xfrm>
            <a:prstGeom prst="straightConnector1">
              <a:avLst/>
            </a:prstGeom>
            <a:noFill/>
            <a:ln cap="sq" cmpd="sng" w="28575">
              <a:solidFill>
                <a:schemeClr val="dk1"/>
              </a:solidFill>
              <a:prstDash val="solid"/>
              <a:miter lim="800000"/>
              <a:headEnd len="med" w="med" type="none"/>
              <a:tailEnd len="med" w="med" type="none"/>
            </a:ln>
          </p:spPr>
        </p:cxnSp>
        <p:cxnSp>
          <p:nvCxnSpPr>
            <p:cNvPr id="853" name="Google Shape;853;p79"/>
            <p:cNvCxnSpPr/>
            <p:nvPr/>
          </p:nvCxnSpPr>
          <p:spPr>
            <a:xfrm>
              <a:off x="2880" y="864"/>
              <a:ext cx="0" cy="3600"/>
            </a:xfrm>
            <a:prstGeom prst="straightConnector1">
              <a:avLst/>
            </a:prstGeom>
            <a:noFill/>
            <a:ln cap="flat" cmpd="sng" w="12700">
              <a:solidFill>
                <a:schemeClr val="dk1"/>
              </a:solidFill>
              <a:prstDash val="solid"/>
              <a:miter lim="800000"/>
              <a:headEnd len="med" w="med" type="none"/>
              <a:tailEnd len="med" w="med" type="none"/>
            </a:ln>
          </p:spPr>
        </p:cxnSp>
        <p:cxnSp>
          <p:nvCxnSpPr>
            <p:cNvPr id="854" name="Google Shape;854;p79"/>
            <p:cNvCxnSpPr/>
            <p:nvPr/>
          </p:nvCxnSpPr>
          <p:spPr>
            <a:xfrm>
              <a:off x="5472" y="864"/>
              <a:ext cx="0" cy="3600"/>
            </a:xfrm>
            <a:prstGeom prst="straightConnector1">
              <a:avLst/>
            </a:prstGeom>
            <a:noFill/>
            <a:ln cap="sq" cmpd="sng" w="28575">
              <a:solidFill>
                <a:schemeClr val="dk1"/>
              </a:solidFill>
              <a:prstDash val="solid"/>
              <a:miter lim="800000"/>
              <a:headEnd len="med" w="med" type="none"/>
              <a:tailEnd len="med" w="med" type="none"/>
            </a:ln>
          </p:spPr>
        </p:cxnSp>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565867"/>
            </a:gs>
          </a:gsLst>
          <a:lin ang="5400012" scaled="0"/>
        </a:gradFill>
      </p:bgPr>
    </p:bg>
    <p:spTree>
      <p:nvGrpSpPr>
        <p:cNvPr id="858" name="Shape 858"/>
        <p:cNvGrpSpPr/>
        <p:nvPr/>
      </p:nvGrpSpPr>
      <p:grpSpPr>
        <a:xfrm>
          <a:off x="0" y="0"/>
          <a:ext cx="0" cy="0"/>
          <a:chOff x="0" y="0"/>
          <a:chExt cx="0" cy="0"/>
        </a:xfrm>
      </p:grpSpPr>
      <p:sp>
        <p:nvSpPr>
          <p:cNvPr id="859" name="Google Shape;859;p80"/>
          <p:cNvSpPr txBox="1"/>
          <p:nvPr>
            <p:ph type="title"/>
          </p:nvPr>
        </p:nvSpPr>
        <p:spPr>
          <a:xfrm>
            <a:off x="301625" y="228600"/>
            <a:ext cx="8540700" cy="6399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2800"/>
              <a:buFont typeface="Tahoma"/>
              <a:buNone/>
            </a:pPr>
            <a:r>
              <a:rPr b="1" i="1" lang="en-US" sz="2800" u="none">
                <a:solidFill>
                  <a:schemeClr val="dk2"/>
                </a:solidFill>
                <a:latin typeface="Tahoma"/>
                <a:ea typeface="Tahoma"/>
                <a:cs typeface="Tahoma"/>
                <a:sym typeface="Tahoma"/>
              </a:rPr>
              <a:t>Advantages and Disadvantages of the Tacit Knowledge Approach</a:t>
            </a:r>
            <a:endParaRPr/>
          </a:p>
        </p:txBody>
      </p:sp>
      <p:sp>
        <p:nvSpPr>
          <p:cNvPr id="860" name="Google Shape;860;p80"/>
          <p:cNvSpPr txBox="1"/>
          <p:nvPr>
            <p:ph idx="1" type="body"/>
          </p:nvPr>
        </p:nvSpPr>
        <p:spPr>
          <a:xfrm>
            <a:off x="457200" y="1676400"/>
            <a:ext cx="8229600" cy="5181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0000"/>
              </a:lnSpc>
              <a:spcBef>
                <a:spcPts val="0"/>
              </a:spcBef>
              <a:spcAft>
                <a:spcPts val="0"/>
              </a:spcAft>
              <a:buClr>
                <a:schemeClr val="hlink"/>
              </a:buClr>
              <a:buSzPts val="1600"/>
              <a:buFont typeface="Arial"/>
              <a:buChar char="►"/>
            </a:pPr>
            <a:r>
              <a:rPr b="1" i="0" lang="en-US" sz="2000" u="none" cap="none" strike="noStrike">
                <a:solidFill>
                  <a:schemeClr val="dk1"/>
                </a:solidFill>
                <a:latin typeface="Tahoma"/>
                <a:ea typeface="Tahoma"/>
                <a:cs typeface="Tahoma"/>
                <a:sym typeface="Tahoma"/>
              </a:rPr>
              <a:t>Advantages:</a:t>
            </a:r>
            <a:endParaRPr/>
          </a:p>
          <a:p>
            <a:pPr indent="-342900" lvl="0" marL="342900" marR="0" rtl="0" algn="l">
              <a:lnSpc>
                <a:spcPct val="80000"/>
              </a:lnSpc>
              <a:spcBef>
                <a:spcPts val="400"/>
              </a:spcBef>
              <a:spcAft>
                <a:spcPts val="0"/>
              </a:spcAft>
              <a:buClr>
                <a:schemeClr val="hlink"/>
              </a:buClr>
              <a:buSzPts val="1600"/>
              <a:buFont typeface="Arial"/>
              <a:buChar char="►"/>
            </a:pPr>
            <a:r>
              <a:rPr b="0" i="0" lang="en-US" sz="2000" u="none" cap="none" strike="noStrike">
                <a:solidFill>
                  <a:schemeClr val="dk1"/>
                </a:solidFill>
                <a:latin typeface="Tahoma"/>
                <a:ea typeface="Tahoma"/>
                <a:cs typeface="Tahoma"/>
                <a:sym typeface="Tahoma"/>
              </a:rPr>
              <a:t>1. Relatively easy and inexpensive to begin.</a:t>
            </a:r>
            <a:endParaRPr/>
          </a:p>
          <a:p>
            <a:pPr indent="-342900" lvl="0" marL="342900" marR="0" rtl="0" algn="l">
              <a:lnSpc>
                <a:spcPct val="80000"/>
              </a:lnSpc>
              <a:spcBef>
                <a:spcPts val="400"/>
              </a:spcBef>
              <a:spcAft>
                <a:spcPts val="0"/>
              </a:spcAft>
              <a:buClr>
                <a:schemeClr val="hlink"/>
              </a:buClr>
              <a:buSzPts val="1600"/>
              <a:buFont typeface="Arial"/>
              <a:buChar char="►"/>
            </a:pPr>
            <a:r>
              <a:rPr b="0" i="0" lang="en-US" sz="2000" u="none" cap="none" strike="noStrike">
                <a:solidFill>
                  <a:schemeClr val="dk1"/>
                </a:solidFill>
                <a:latin typeface="Tahoma"/>
                <a:ea typeface="Tahoma"/>
                <a:cs typeface="Tahoma"/>
                <a:sym typeface="Tahoma"/>
              </a:rPr>
              <a:t>2. Employees may respond well to recognition of the (claimed) knowledge.</a:t>
            </a:r>
            <a:endParaRPr/>
          </a:p>
          <a:p>
            <a:pPr indent="-342900" lvl="0" marL="342900" marR="0" rtl="0" algn="l">
              <a:lnSpc>
                <a:spcPct val="80000"/>
              </a:lnSpc>
              <a:spcBef>
                <a:spcPts val="400"/>
              </a:spcBef>
              <a:spcAft>
                <a:spcPts val="0"/>
              </a:spcAft>
              <a:buClr>
                <a:schemeClr val="hlink"/>
              </a:buClr>
              <a:buSzPts val="1600"/>
              <a:buFont typeface="Arial"/>
              <a:buChar char="►"/>
            </a:pPr>
            <a:r>
              <a:rPr b="0" i="0" lang="en-US" sz="2000" u="none" cap="none" strike="noStrike">
                <a:solidFill>
                  <a:schemeClr val="dk1"/>
                </a:solidFill>
                <a:latin typeface="Tahoma"/>
                <a:ea typeface="Tahoma"/>
                <a:cs typeface="Tahoma"/>
                <a:sym typeface="Tahoma"/>
              </a:rPr>
              <a:t>3. Likely to create interest in further knowledge management processes.</a:t>
            </a:r>
            <a:endParaRPr/>
          </a:p>
          <a:p>
            <a:pPr indent="-342900" lvl="0" marL="342900" marR="0" rtl="0" algn="l">
              <a:lnSpc>
                <a:spcPct val="80000"/>
              </a:lnSpc>
              <a:spcBef>
                <a:spcPts val="400"/>
              </a:spcBef>
              <a:spcAft>
                <a:spcPts val="0"/>
              </a:spcAft>
              <a:buClr>
                <a:schemeClr val="hlink"/>
              </a:buClr>
              <a:buSzPts val="1600"/>
              <a:buFont typeface="Arial"/>
              <a:buChar char="►"/>
            </a:pPr>
            <a:r>
              <a:rPr b="0" i="0" lang="en-US" sz="2000" u="none" cap="none" strike="noStrike">
                <a:solidFill>
                  <a:schemeClr val="dk1"/>
                </a:solidFill>
                <a:latin typeface="Tahoma"/>
                <a:ea typeface="Tahoma"/>
                <a:cs typeface="Tahoma"/>
                <a:sym typeface="Tahoma"/>
              </a:rPr>
              <a:t>4. Important knowledge kept in tacit form may be less likely to “leak” to competitors.</a:t>
            </a:r>
            <a:endParaRPr/>
          </a:p>
          <a:p>
            <a:pPr indent="-342900" lvl="0" marL="342900" marR="0" rtl="0" algn="l">
              <a:lnSpc>
                <a:spcPct val="80000"/>
              </a:lnSpc>
              <a:spcBef>
                <a:spcPts val="400"/>
              </a:spcBef>
              <a:spcAft>
                <a:spcPts val="0"/>
              </a:spcAft>
              <a:buClr>
                <a:schemeClr val="hlink"/>
              </a:buClr>
              <a:buSzPts val="1600"/>
              <a:buFont typeface="Arial"/>
              <a:buNone/>
            </a:pPr>
            <a:r>
              <a:t/>
            </a:r>
            <a:endParaRPr b="1" i="0" sz="2000" u="none" cap="none" strike="noStrike">
              <a:solidFill>
                <a:schemeClr val="dk1"/>
              </a:solidFill>
              <a:latin typeface="Tahoma"/>
              <a:ea typeface="Tahoma"/>
              <a:cs typeface="Tahoma"/>
              <a:sym typeface="Tahoma"/>
            </a:endParaRPr>
          </a:p>
          <a:p>
            <a:pPr indent="-342900" lvl="0" marL="342900" marR="0" rtl="0" algn="l">
              <a:lnSpc>
                <a:spcPct val="80000"/>
              </a:lnSpc>
              <a:spcBef>
                <a:spcPts val="400"/>
              </a:spcBef>
              <a:spcAft>
                <a:spcPts val="0"/>
              </a:spcAft>
              <a:buClr>
                <a:schemeClr val="hlink"/>
              </a:buClr>
              <a:buSzPts val="1600"/>
              <a:buFont typeface="Arial"/>
              <a:buChar char="►"/>
            </a:pPr>
            <a:r>
              <a:rPr b="1" i="0" lang="en-US" sz="2000" u="none" cap="none" strike="noStrike">
                <a:solidFill>
                  <a:schemeClr val="dk1"/>
                </a:solidFill>
                <a:latin typeface="Tahoma"/>
                <a:ea typeface="Tahoma"/>
                <a:cs typeface="Tahoma"/>
                <a:sym typeface="Tahoma"/>
              </a:rPr>
              <a:t>Disadvantages:</a:t>
            </a:r>
            <a:endParaRPr/>
          </a:p>
          <a:p>
            <a:pPr indent="-342900" lvl="0" marL="342900" marR="0" rtl="0" algn="l">
              <a:lnSpc>
                <a:spcPct val="80000"/>
              </a:lnSpc>
              <a:spcBef>
                <a:spcPts val="400"/>
              </a:spcBef>
              <a:spcAft>
                <a:spcPts val="0"/>
              </a:spcAft>
              <a:buClr>
                <a:schemeClr val="hlink"/>
              </a:buClr>
              <a:buSzPts val="1600"/>
              <a:buFont typeface="Arial"/>
              <a:buChar char="►"/>
            </a:pPr>
            <a:r>
              <a:rPr b="0" i="0" lang="en-US" sz="2000" u="none" cap="none" strike="noStrike">
                <a:solidFill>
                  <a:schemeClr val="dk1"/>
                </a:solidFill>
                <a:latin typeface="Tahoma"/>
                <a:ea typeface="Tahoma"/>
                <a:cs typeface="Tahoma"/>
                <a:sym typeface="Tahoma"/>
              </a:rPr>
              <a:t>1. Individuals may not have the knowledge they claim to have.</a:t>
            </a:r>
            <a:endParaRPr/>
          </a:p>
          <a:p>
            <a:pPr indent="-342900" lvl="0" marL="342900" marR="0" rtl="0" algn="l">
              <a:lnSpc>
                <a:spcPct val="80000"/>
              </a:lnSpc>
              <a:spcBef>
                <a:spcPts val="400"/>
              </a:spcBef>
              <a:spcAft>
                <a:spcPts val="0"/>
              </a:spcAft>
              <a:buClr>
                <a:schemeClr val="hlink"/>
              </a:buClr>
              <a:buSzPts val="1600"/>
              <a:buFont typeface="Arial"/>
              <a:buChar char="►"/>
            </a:pPr>
            <a:r>
              <a:rPr b="0" i="0" lang="en-US" sz="2000" u="none" cap="none" strike="noStrike">
                <a:solidFill>
                  <a:schemeClr val="dk1"/>
                </a:solidFill>
                <a:latin typeface="Tahoma"/>
                <a:ea typeface="Tahoma"/>
                <a:cs typeface="Tahoma"/>
                <a:sym typeface="Tahoma"/>
              </a:rPr>
              <a:t>2. Knowledge profiles of individuals need frequent updating.</a:t>
            </a:r>
            <a:endParaRPr/>
          </a:p>
          <a:p>
            <a:pPr indent="-342900" lvl="0" marL="342900" marR="0" rtl="0" algn="l">
              <a:lnSpc>
                <a:spcPct val="80000"/>
              </a:lnSpc>
              <a:spcBef>
                <a:spcPts val="400"/>
              </a:spcBef>
              <a:spcAft>
                <a:spcPts val="0"/>
              </a:spcAft>
              <a:buClr>
                <a:schemeClr val="hlink"/>
              </a:buClr>
              <a:buSzPts val="1600"/>
              <a:buFont typeface="Arial"/>
              <a:buChar char="►"/>
            </a:pPr>
            <a:r>
              <a:rPr b="0" i="0" lang="en-US" sz="2000" u="none" cap="none" strike="noStrike">
                <a:solidFill>
                  <a:schemeClr val="dk1"/>
                </a:solidFill>
                <a:latin typeface="Tahoma"/>
                <a:ea typeface="Tahoma"/>
                <a:cs typeface="Tahoma"/>
                <a:sym typeface="Tahoma"/>
              </a:rPr>
              <a:t>3. Ability to transfer knowledge constrained to moving people, which is costly and limits the reach and speed of knowledge dissemination within the organization.</a:t>
            </a:r>
            <a:endParaRPr/>
          </a:p>
          <a:p>
            <a:pPr indent="-342900" lvl="0" marL="342900" marR="0" rtl="0" algn="l">
              <a:lnSpc>
                <a:spcPct val="80000"/>
              </a:lnSpc>
              <a:spcBef>
                <a:spcPts val="400"/>
              </a:spcBef>
              <a:spcAft>
                <a:spcPts val="0"/>
              </a:spcAft>
              <a:buClr>
                <a:schemeClr val="hlink"/>
              </a:buClr>
              <a:buSzPts val="1600"/>
              <a:buFont typeface="Arial"/>
              <a:buChar char="►"/>
            </a:pPr>
            <a:r>
              <a:rPr b="0" i="0" lang="en-US" sz="2000" u="none" cap="none" strike="noStrike">
                <a:solidFill>
                  <a:schemeClr val="dk1"/>
                </a:solidFill>
                <a:latin typeface="Tahoma"/>
                <a:ea typeface="Tahoma"/>
                <a:cs typeface="Tahoma"/>
                <a:sym typeface="Tahoma"/>
              </a:rPr>
              <a:t>4. Organization may lose key knowledge if key people leave the organization.</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64" name="Shape 864"/>
        <p:cNvGrpSpPr/>
        <p:nvPr/>
      </p:nvGrpSpPr>
      <p:grpSpPr>
        <a:xfrm>
          <a:off x="0" y="0"/>
          <a:ext cx="0" cy="0"/>
          <a:chOff x="0" y="0"/>
          <a:chExt cx="0" cy="0"/>
        </a:xfrm>
      </p:grpSpPr>
      <p:sp>
        <p:nvSpPr>
          <p:cNvPr id="865" name="Google Shape;865;p81"/>
          <p:cNvSpPr txBox="1"/>
          <p:nvPr>
            <p:ph type="title"/>
          </p:nvPr>
        </p:nvSpPr>
        <p:spPr>
          <a:xfrm>
            <a:off x="381000" y="381000"/>
            <a:ext cx="8001000" cy="469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2000"/>
              <a:buFont typeface="Tahoma"/>
              <a:buNone/>
            </a:pPr>
            <a:r>
              <a:rPr b="1" i="1" lang="en-US" sz="2000" u="none">
                <a:solidFill>
                  <a:schemeClr val="dk2"/>
                </a:solidFill>
                <a:latin typeface="Tahoma"/>
                <a:ea typeface="Tahoma"/>
                <a:cs typeface="Tahoma"/>
                <a:sym typeface="Tahoma"/>
              </a:rPr>
              <a:t>Advantages and Disadvantages of the Explicit Knowledge</a:t>
            </a:r>
            <a:r>
              <a:rPr b="0" i="0" lang="en-US" sz="3200" u="none">
                <a:solidFill>
                  <a:schemeClr val="dk2"/>
                </a:solidFill>
                <a:latin typeface="Tahoma"/>
                <a:ea typeface="Tahoma"/>
                <a:cs typeface="Tahoma"/>
                <a:sym typeface="Tahoma"/>
              </a:rPr>
              <a:t> </a:t>
            </a:r>
            <a:endParaRPr/>
          </a:p>
        </p:txBody>
      </p:sp>
      <p:sp>
        <p:nvSpPr>
          <p:cNvPr id="866" name="Google Shape;866;p81"/>
          <p:cNvSpPr txBox="1"/>
          <p:nvPr>
            <p:ph idx="1" type="body"/>
          </p:nvPr>
        </p:nvSpPr>
        <p:spPr>
          <a:xfrm>
            <a:off x="0" y="1524000"/>
            <a:ext cx="9144000" cy="4876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0000"/>
              </a:lnSpc>
              <a:spcBef>
                <a:spcPts val="0"/>
              </a:spcBef>
              <a:spcAft>
                <a:spcPts val="0"/>
              </a:spcAft>
              <a:buClr>
                <a:schemeClr val="accent1"/>
              </a:buClr>
              <a:buSzPts val="2000"/>
              <a:buFont typeface="Times New Roman"/>
              <a:buChar char="•"/>
            </a:pPr>
            <a:r>
              <a:rPr b="1" i="0" lang="en-US" sz="2000" u="none" cap="none" strike="noStrike">
                <a:solidFill>
                  <a:schemeClr val="dk1"/>
                </a:solidFill>
                <a:latin typeface="Times New Roman"/>
                <a:ea typeface="Times New Roman"/>
                <a:cs typeface="Times New Roman"/>
                <a:sym typeface="Times New Roman"/>
              </a:rPr>
              <a:t>Advantages:</a:t>
            </a:r>
            <a:endParaRPr/>
          </a:p>
          <a:p>
            <a:pPr indent="-342900" lvl="0" marL="342900" marR="0" rtl="0" algn="l">
              <a:lnSpc>
                <a:spcPct val="80000"/>
              </a:lnSpc>
              <a:spcBef>
                <a:spcPts val="400"/>
              </a:spcBef>
              <a:spcAft>
                <a:spcPts val="0"/>
              </a:spcAft>
              <a:buClr>
                <a:schemeClr val="accent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1. Articulated knowledge (explicit knowledge assets) may be moved instantaneously</a:t>
            </a:r>
            <a:endParaRPr/>
          </a:p>
          <a:p>
            <a:pPr indent="-342900" lvl="0" marL="342900" marR="0" rtl="0" algn="l">
              <a:lnSpc>
                <a:spcPct val="80000"/>
              </a:lnSpc>
              <a:spcBef>
                <a:spcPts val="400"/>
              </a:spcBef>
              <a:spcAft>
                <a:spcPts val="0"/>
              </a:spcAft>
              <a:buClr>
                <a:schemeClr val="accent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    anytime anywhere by information technologies.</a:t>
            </a:r>
            <a:endParaRPr/>
          </a:p>
          <a:p>
            <a:pPr indent="-342900" lvl="0" marL="342900" marR="0" rtl="0" algn="l">
              <a:lnSpc>
                <a:spcPct val="80000"/>
              </a:lnSpc>
              <a:spcBef>
                <a:spcPts val="400"/>
              </a:spcBef>
              <a:spcAft>
                <a:spcPts val="0"/>
              </a:spcAft>
              <a:buClr>
                <a:schemeClr val="accent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2. Codified knowledge may be proactively disseminated to people who can use specific  forms of knowledge.</a:t>
            </a:r>
            <a:endParaRPr/>
          </a:p>
          <a:p>
            <a:pPr indent="-342900" lvl="0" marL="342900" marR="0" rtl="0" algn="l">
              <a:lnSpc>
                <a:spcPct val="80000"/>
              </a:lnSpc>
              <a:spcBef>
                <a:spcPts val="400"/>
              </a:spcBef>
              <a:spcAft>
                <a:spcPts val="0"/>
              </a:spcAft>
              <a:buClr>
                <a:schemeClr val="accent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3. Knowledge that has been made explicit can be discussed, debated, and improved.</a:t>
            </a:r>
            <a:endParaRPr/>
          </a:p>
          <a:p>
            <a:pPr indent="-342900" lvl="0" marL="342900" marR="0" rtl="0" algn="l">
              <a:lnSpc>
                <a:spcPct val="80000"/>
              </a:lnSpc>
              <a:spcBef>
                <a:spcPts val="400"/>
              </a:spcBef>
              <a:spcAft>
                <a:spcPts val="0"/>
              </a:spcAft>
              <a:buClr>
                <a:schemeClr val="accent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4. Making knowledge explicit makes it possible to discover knowledge deficiencies in the organization.</a:t>
            </a:r>
            <a:endParaRPr/>
          </a:p>
          <a:p>
            <a:pPr indent="-342900" lvl="0" marL="342900" marR="0" rtl="0" algn="l">
              <a:lnSpc>
                <a:spcPct val="80000"/>
              </a:lnSpc>
              <a:spcBef>
                <a:spcPts val="400"/>
              </a:spcBef>
              <a:spcAft>
                <a:spcPts val="0"/>
              </a:spcAft>
              <a:buClr>
                <a:schemeClr val="accent1"/>
              </a:buClr>
              <a:buSzPts val="2000"/>
              <a:buFont typeface="Times New Roman"/>
              <a:buChar char="•"/>
            </a:pPr>
            <a:r>
              <a:rPr b="1" i="0" lang="en-US" sz="2000" u="none" cap="none" strike="noStrike">
                <a:solidFill>
                  <a:schemeClr val="dk1"/>
                </a:solidFill>
                <a:latin typeface="Times New Roman"/>
                <a:ea typeface="Times New Roman"/>
                <a:cs typeface="Times New Roman"/>
                <a:sym typeface="Times New Roman"/>
              </a:rPr>
              <a:t>Disadvantages:</a:t>
            </a:r>
            <a:endParaRPr/>
          </a:p>
          <a:p>
            <a:pPr indent="-342900" lvl="0" marL="342900" marR="0" rtl="0" algn="l">
              <a:lnSpc>
                <a:spcPct val="80000"/>
              </a:lnSpc>
              <a:spcBef>
                <a:spcPts val="400"/>
              </a:spcBef>
              <a:spcAft>
                <a:spcPts val="0"/>
              </a:spcAft>
              <a:buClr>
                <a:schemeClr val="accent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1. Considerable time and effort may be required to help people articulate their</a:t>
            </a:r>
            <a:endParaRPr/>
          </a:p>
          <a:p>
            <a:pPr indent="-342900" lvl="0" marL="342900" marR="0" rtl="0" algn="l">
              <a:lnSpc>
                <a:spcPct val="80000"/>
              </a:lnSpc>
              <a:spcBef>
                <a:spcPts val="400"/>
              </a:spcBef>
              <a:spcAft>
                <a:spcPts val="0"/>
              </a:spcAft>
              <a:buClr>
                <a:schemeClr val="accent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    knowledge.</a:t>
            </a:r>
            <a:endParaRPr/>
          </a:p>
          <a:p>
            <a:pPr indent="-342900" lvl="0" marL="342900" marR="0" rtl="0" algn="l">
              <a:lnSpc>
                <a:spcPct val="80000"/>
              </a:lnSpc>
              <a:spcBef>
                <a:spcPts val="400"/>
              </a:spcBef>
              <a:spcAft>
                <a:spcPts val="0"/>
              </a:spcAft>
              <a:buClr>
                <a:schemeClr val="accent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2. Employment relationship with key knowledge workers may have to be redefined to motivate knowledge articulation.</a:t>
            </a:r>
            <a:endParaRPr/>
          </a:p>
          <a:p>
            <a:pPr indent="-342900" lvl="0" marL="342900" marR="0" rtl="0" algn="l">
              <a:lnSpc>
                <a:spcPct val="80000"/>
              </a:lnSpc>
              <a:spcBef>
                <a:spcPts val="400"/>
              </a:spcBef>
              <a:spcAft>
                <a:spcPts val="0"/>
              </a:spcAft>
              <a:buClr>
                <a:schemeClr val="accent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3. Expert committees must be formed to evaluate explicit knowledge assets.</a:t>
            </a:r>
            <a:endParaRPr/>
          </a:p>
          <a:p>
            <a:pPr indent="-342900" lvl="0" marL="342900" marR="0" rtl="0" algn="l">
              <a:lnSpc>
                <a:spcPct val="80000"/>
              </a:lnSpc>
              <a:spcBef>
                <a:spcPts val="400"/>
              </a:spcBef>
              <a:spcAft>
                <a:spcPts val="0"/>
              </a:spcAft>
              <a:buClr>
                <a:schemeClr val="accent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4. Application of explicit knowledge throughout organization must be assured by </a:t>
            </a:r>
            <a:endParaRPr/>
          </a:p>
          <a:p>
            <a:pPr indent="-342900" lvl="0" marL="342900" marR="0" rtl="0" algn="l">
              <a:lnSpc>
                <a:spcPct val="80000"/>
              </a:lnSpc>
              <a:spcBef>
                <a:spcPts val="400"/>
              </a:spcBef>
              <a:spcAft>
                <a:spcPts val="0"/>
              </a:spcAft>
              <a:buClr>
                <a:schemeClr val="accent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    adoption of best practices.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70" name="Shape 870"/>
        <p:cNvGrpSpPr/>
        <p:nvPr/>
      </p:nvGrpSpPr>
      <p:grpSpPr>
        <a:xfrm>
          <a:off x="0" y="0"/>
          <a:ext cx="0" cy="0"/>
          <a:chOff x="0" y="0"/>
          <a:chExt cx="0" cy="0"/>
        </a:xfrm>
      </p:grpSpPr>
      <p:sp>
        <p:nvSpPr>
          <p:cNvPr id="871" name="Google Shape;871;p82"/>
          <p:cNvSpPr txBox="1"/>
          <p:nvPr>
            <p:ph type="title"/>
          </p:nvPr>
        </p:nvSpPr>
        <p:spPr>
          <a:xfrm>
            <a:off x="381000" y="381000"/>
            <a:ext cx="8001000" cy="838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2400"/>
              <a:buFont typeface="Tahoma"/>
              <a:buNone/>
            </a:pPr>
            <a:r>
              <a:rPr b="1" i="0" lang="en-US" sz="2400" u="none">
                <a:solidFill>
                  <a:schemeClr val="dk2"/>
                </a:solidFill>
                <a:latin typeface="Tahoma"/>
                <a:ea typeface="Tahoma"/>
                <a:cs typeface="Tahoma"/>
                <a:sym typeface="Tahoma"/>
              </a:rPr>
              <a:t>Four modes of knowledge creation – </a:t>
            </a:r>
            <a:br>
              <a:rPr b="1" i="0" lang="en-US" sz="2400" u="none">
                <a:solidFill>
                  <a:schemeClr val="dk2"/>
                </a:solidFill>
                <a:latin typeface="Tahoma"/>
                <a:ea typeface="Tahoma"/>
                <a:cs typeface="Tahoma"/>
                <a:sym typeface="Tahoma"/>
              </a:rPr>
            </a:br>
            <a:r>
              <a:rPr b="1" i="0" lang="en-US" sz="2400" u="none">
                <a:solidFill>
                  <a:schemeClr val="dk2"/>
                </a:solidFill>
                <a:latin typeface="Tahoma"/>
                <a:ea typeface="Tahoma"/>
                <a:cs typeface="Tahoma"/>
                <a:sym typeface="Tahoma"/>
              </a:rPr>
              <a:t>Nonaka's SECI Model</a:t>
            </a:r>
            <a:endParaRPr/>
          </a:p>
        </p:txBody>
      </p:sp>
      <p:grpSp>
        <p:nvGrpSpPr>
          <p:cNvPr id="872" name="Google Shape;872;p82"/>
          <p:cNvGrpSpPr/>
          <p:nvPr/>
        </p:nvGrpSpPr>
        <p:grpSpPr>
          <a:xfrm>
            <a:off x="457200" y="1600200"/>
            <a:ext cx="8096250" cy="4876800"/>
            <a:chOff x="288" y="1008"/>
            <a:chExt cx="5100" cy="2832"/>
          </a:xfrm>
        </p:grpSpPr>
        <p:sp>
          <p:nvSpPr>
            <p:cNvPr id="873" name="Google Shape;873;p82"/>
            <p:cNvSpPr txBox="1"/>
            <p:nvPr/>
          </p:nvSpPr>
          <p:spPr>
            <a:xfrm>
              <a:off x="3504" y="2896"/>
              <a:ext cx="1800" cy="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Combination</a:t>
              </a:r>
              <a:r>
                <a:rPr b="0" i="0" lang="en-US" sz="2800" u="none">
                  <a:solidFill>
                    <a:schemeClr val="dk1"/>
                  </a:solidFill>
                  <a:latin typeface="Tahoma"/>
                  <a:ea typeface="Tahoma"/>
                  <a:cs typeface="Tahoma"/>
                  <a:sym typeface="Tahoma"/>
                </a:rPr>
                <a:t> </a:t>
              </a:r>
              <a:endParaRPr/>
            </a:p>
          </p:txBody>
        </p:sp>
        <p:sp>
          <p:nvSpPr>
            <p:cNvPr id="874" name="Google Shape;874;p82"/>
            <p:cNvSpPr txBox="1"/>
            <p:nvPr/>
          </p:nvSpPr>
          <p:spPr>
            <a:xfrm>
              <a:off x="1680" y="2896"/>
              <a:ext cx="1800" cy="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Internalization</a:t>
              </a:r>
              <a:r>
                <a:rPr b="0" i="0" lang="en-US" sz="2800" u="none">
                  <a:solidFill>
                    <a:schemeClr val="dk1"/>
                  </a:solidFill>
                  <a:latin typeface="Tahoma"/>
                  <a:ea typeface="Tahoma"/>
                  <a:cs typeface="Tahoma"/>
                  <a:sym typeface="Tahoma"/>
                </a:rPr>
                <a:t> </a:t>
              </a:r>
              <a:endParaRPr/>
            </a:p>
          </p:txBody>
        </p:sp>
        <p:sp>
          <p:nvSpPr>
            <p:cNvPr id="875" name="Google Shape;875;p82"/>
            <p:cNvSpPr txBox="1"/>
            <p:nvPr/>
          </p:nvSpPr>
          <p:spPr>
            <a:xfrm>
              <a:off x="288" y="2896"/>
              <a:ext cx="1500" cy="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From explicit knowledge</a:t>
              </a:r>
              <a:r>
                <a:rPr b="0" i="0" lang="en-US" sz="2800" u="none">
                  <a:solidFill>
                    <a:schemeClr val="dk1"/>
                  </a:solidFill>
                  <a:latin typeface="Tahoma"/>
                  <a:ea typeface="Tahoma"/>
                  <a:cs typeface="Tahoma"/>
                  <a:sym typeface="Tahoma"/>
                </a:rPr>
                <a:t> </a:t>
              </a:r>
              <a:endParaRPr/>
            </a:p>
          </p:txBody>
        </p:sp>
        <p:sp>
          <p:nvSpPr>
            <p:cNvPr id="876" name="Google Shape;876;p82"/>
            <p:cNvSpPr txBox="1"/>
            <p:nvPr/>
          </p:nvSpPr>
          <p:spPr>
            <a:xfrm>
              <a:off x="3504" y="1952"/>
              <a:ext cx="1800" cy="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Externalization</a:t>
              </a:r>
              <a:r>
                <a:rPr b="0" i="0" lang="en-US" sz="2800" u="none">
                  <a:solidFill>
                    <a:schemeClr val="dk1"/>
                  </a:solidFill>
                  <a:latin typeface="Tahoma"/>
                  <a:ea typeface="Tahoma"/>
                  <a:cs typeface="Tahoma"/>
                  <a:sym typeface="Tahoma"/>
                </a:rPr>
                <a:t> </a:t>
              </a:r>
              <a:endParaRPr/>
            </a:p>
          </p:txBody>
        </p:sp>
        <p:sp>
          <p:nvSpPr>
            <p:cNvPr id="877" name="Google Shape;877;p82"/>
            <p:cNvSpPr txBox="1"/>
            <p:nvPr/>
          </p:nvSpPr>
          <p:spPr>
            <a:xfrm>
              <a:off x="1680" y="1952"/>
              <a:ext cx="1800" cy="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Socialization</a:t>
              </a:r>
              <a:r>
                <a:rPr b="0" i="0" lang="en-US" sz="2800" u="none">
                  <a:solidFill>
                    <a:schemeClr val="dk1"/>
                  </a:solidFill>
                  <a:latin typeface="Tahoma"/>
                  <a:ea typeface="Tahoma"/>
                  <a:cs typeface="Tahoma"/>
                  <a:sym typeface="Tahoma"/>
                </a:rPr>
                <a:t> </a:t>
              </a:r>
              <a:endParaRPr/>
            </a:p>
          </p:txBody>
        </p:sp>
        <p:sp>
          <p:nvSpPr>
            <p:cNvPr id="878" name="Google Shape;878;p82"/>
            <p:cNvSpPr txBox="1"/>
            <p:nvPr/>
          </p:nvSpPr>
          <p:spPr>
            <a:xfrm>
              <a:off x="288" y="1952"/>
              <a:ext cx="1500" cy="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From tacit knowledge</a:t>
              </a:r>
              <a:endParaRPr/>
            </a:p>
          </p:txBody>
        </p:sp>
        <p:sp>
          <p:nvSpPr>
            <p:cNvPr id="879" name="Google Shape;879;p82"/>
            <p:cNvSpPr txBox="1"/>
            <p:nvPr/>
          </p:nvSpPr>
          <p:spPr>
            <a:xfrm>
              <a:off x="3504" y="1008"/>
              <a:ext cx="1800" cy="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To explicit knowledge</a:t>
              </a:r>
              <a:r>
                <a:rPr b="0" i="0" lang="en-US" sz="2800" u="none">
                  <a:solidFill>
                    <a:schemeClr val="dk1"/>
                  </a:solidFill>
                  <a:latin typeface="Tahoma"/>
                  <a:ea typeface="Tahoma"/>
                  <a:cs typeface="Tahoma"/>
                  <a:sym typeface="Tahoma"/>
                </a:rPr>
                <a:t> </a:t>
              </a:r>
              <a:endParaRPr/>
            </a:p>
          </p:txBody>
        </p:sp>
        <p:sp>
          <p:nvSpPr>
            <p:cNvPr id="880" name="Google Shape;880;p82"/>
            <p:cNvSpPr txBox="1"/>
            <p:nvPr/>
          </p:nvSpPr>
          <p:spPr>
            <a:xfrm>
              <a:off x="1680" y="1008"/>
              <a:ext cx="1800" cy="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To tacit knowledge</a:t>
              </a:r>
              <a:r>
                <a:rPr b="0" i="0" lang="en-US" sz="2800" u="none">
                  <a:solidFill>
                    <a:schemeClr val="dk1"/>
                  </a:solidFill>
                  <a:latin typeface="Tahoma"/>
                  <a:ea typeface="Tahoma"/>
                  <a:cs typeface="Tahoma"/>
                  <a:sym typeface="Tahoma"/>
                </a:rPr>
                <a:t> </a:t>
              </a:r>
              <a:endParaRPr/>
            </a:p>
          </p:txBody>
        </p:sp>
        <p:sp>
          <p:nvSpPr>
            <p:cNvPr id="881" name="Google Shape;881;p82"/>
            <p:cNvSpPr txBox="1"/>
            <p:nvPr/>
          </p:nvSpPr>
          <p:spPr>
            <a:xfrm>
              <a:off x="288" y="1008"/>
              <a:ext cx="1500" cy="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882" name="Google Shape;882;p82"/>
            <p:cNvCxnSpPr/>
            <p:nvPr/>
          </p:nvCxnSpPr>
          <p:spPr>
            <a:xfrm>
              <a:off x="288" y="1008"/>
              <a:ext cx="5100" cy="0"/>
            </a:xfrm>
            <a:prstGeom prst="straightConnector1">
              <a:avLst/>
            </a:prstGeom>
            <a:noFill/>
            <a:ln cap="sq" cmpd="sng" w="28575">
              <a:solidFill>
                <a:schemeClr val="dk1"/>
              </a:solidFill>
              <a:prstDash val="solid"/>
              <a:miter lim="800000"/>
              <a:headEnd len="med" w="med" type="none"/>
              <a:tailEnd len="med" w="med" type="none"/>
            </a:ln>
          </p:spPr>
        </p:cxnSp>
        <p:cxnSp>
          <p:nvCxnSpPr>
            <p:cNvPr id="883" name="Google Shape;883;p82"/>
            <p:cNvCxnSpPr/>
            <p:nvPr/>
          </p:nvCxnSpPr>
          <p:spPr>
            <a:xfrm>
              <a:off x="288" y="1952"/>
              <a:ext cx="5100" cy="0"/>
            </a:xfrm>
            <a:prstGeom prst="straightConnector1">
              <a:avLst/>
            </a:prstGeom>
            <a:noFill/>
            <a:ln cap="flat" cmpd="sng" w="12700">
              <a:solidFill>
                <a:schemeClr val="dk1"/>
              </a:solidFill>
              <a:prstDash val="solid"/>
              <a:miter lim="800000"/>
              <a:headEnd len="med" w="med" type="none"/>
              <a:tailEnd len="med" w="med" type="none"/>
            </a:ln>
          </p:spPr>
        </p:cxnSp>
        <p:cxnSp>
          <p:nvCxnSpPr>
            <p:cNvPr id="884" name="Google Shape;884;p82"/>
            <p:cNvCxnSpPr/>
            <p:nvPr/>
          </p:nvCxnSpPr>
          <p:spPr>
            <a:xfrm>
              <a:off x="288" y="2896"/>
              <a:ext cx="5100" cy="0"/>
            </a:xfrm>
            <a:prstGeom prst="straightConnector1">
              <a:avLst/>
            </a:prstGeom>
            <a:noFill/>
            <a:ln cap="flat" cmpd="sng" w="12700">
              <a:solidFill>
                <a:schemeClr val="dk1"/>
              </a:solidFill>
              <a:prstDash val="solid"/>
              <a:miter lim="800000"/>
              <a:headEnd len="med" w="med" type="none"/>
              <a:tailEnd len="med" w="med" type="none"/>
            </a:ln>
          </p:spPr>
        </p:cxnSp>
        <p:cxnSp>
          <p:nvCxnSpPr>
            <p:cNvPr id="885" name="Google Shape;885;p82"/>
            <p:cNvCxnSpPr/>
            <p:nvPr/>
          </p:nvCxnSpPr>
          <p:spPr>
            <a:xfrm>
              <a:off x="288" y="3840"/>
              <a:ext cx="5100" cy="0"/>
            </a:xfrm>
            <a:prstGeom prst="straightConnector1">
              <a:avLst/>
            </a:prstGeom>
            <a:noFill/>
            <a:ln cap="sq" cmpd="sng" w="28575">
              <a:solidFill>
                <a:schemeClr val="dk1"/>
              </a:solidFill>
              <a:prstDash val="solid"/>
              <a:miter lim="800000"/>
              <a:headEnd len="med" w="med" type="none"/>
              <a:tailEnd len="med" w="med" type="none"/>
            </a:ln>
          </p:spPr>
        </p:cxnSp>
        <p:cxnSp>
          <p:nvCxnSpPr>
            <p:cNvPr id="886" name="Google Shape;886;p82"/>
            <p:cNvCxnSpPr/>
            <p:nvPr/>
          </p:nvCxnSpPr>
          <p:spPr>
            <a:xfrm>
              <a:off x="288" y="1008"/>
              <a:ext cx="0" cy="2700"/>
            </a:xfrm>
            <a:prstGeom prst="straightConnector1">
              <a:avLst/>
            </a:prstGeom>
            <a:noFill/>
            <a:ln cap="sq" cmpd="sng" w="28575">
              <a:solidFill>
                <a:schemeClr val="dk1"/>
              </a:solidFill>
              <a:prstDash val="solid"/>
              <a:miter lim="800000"/>
              <a:headEnd len="med" w="med" type="none"/>
              <a:tailEnd len="med" w="med" type="none"/>
            </a:ln>
          </p:spPr>
        </p:cxnSp>
        <p:cxnSp>
          <p:nvCxnSpPr>
            <p:cNvPr id="887" name="Google Shape;887;p82"/>
            <p:cNvCxnSpPr/>
            <p:nvPr/>
          </p:nvCxnSpPr>
          <p:spPr>
            <a:xfrm>
              <a:off x="1680" y="1008"/>
              <a:ext cx="0" cy="2700"/>
            </a:xfrm>
            <a:prstGeom prst="straightConnector1">
              <a:avLst/>
            </a:prstGeom>
            <a:noFill/>
            <a:ln cap="flat" cmpd="sng" w="12700">
              <a:solidFill>
                <a:schemeClr val="dk1"/>
              </a:solidFill>
              <a:prstDash val="solid"/>
              <a:miter lim="800000"/>
              <a:headEnd len="med" w="med" type="none"/>
              <a:tailEnd len="med" w="med" type="none"/>
            </a:ln>
          </p:spPr>
        </p:cxnSp>
        <p:cxnSp>
          <p:nvCxnSpPr>
            <p:cNvPr id="888" name="Google Shape;888;p82"/>
            <p:cNvCxnSpPr/>
            <p:nvPr/>
          </p:nvCxnSpPr>
          <p:spPr>
            <a:xfrm>
              <a:off x="3504" y="1008"/>
              <a:ext cx="0" cy="2700"/>
            </a:xfrm>
            <a:prstGeom prst="straightConnector1">
              <a:avLst/>
            </a:prstGeom>
            <a:noFill/>
            <a:ln cap="flat" cmpd="sng" w="12700">
              <a:solidFill>
                <a:schemeClr val="dk1"/>
              </a:solidFill>
              <a:prstDash val="solid"/>
              <a:miter lim="800000"/>
              <a:headEnd len="med" w="med" type="none"/>
              <a:tailEnd len="med" w="med" type="none"/>
            </a:ln>
          </p:spPr>
        </p:cxnSp>
        <p:cxnSp>
          <p:nvCxnSpPr>
            <p:cNvPr id="889" name="Google Shape;889;p82"/>
            <p:cNvCxnSpPr/>
            <p:nvPr/>
          </p:nvCxnSpPr>
          <p:spPr>
            <a:xfrm>
              <a:off x="5376" y="1008"/>
              <a:ext cx="0" cy="2700"/>
            </a:xfrm>
            <a:prstGeom prst="straightConnector1">
              <a:avLst/>
            </a:prstGeom>
            <a:noFill/>
            <a:ln cap="sq" cmpd="sng" w="28575">
              <a:solidFill>
                <a:schemeClr val="dk1"/>
              </a:solidFill>
              <a:prstDash val="solid"/>
              <a:miter lim="800000"/>
              <a:headEnd len="med" w="med" type="none"/>
              <a:tailEnd len="med" w="med" type="none"/>
            </a:ln>
          </p:spPr>
        </p:cxnSp>
      </p:gr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93" name="Shape 893"/>
        <p:cNvGrpSpPr/>
        <p:nvPr/>
      </p:nvGrpSpPr>
      <p:grpSpPr>
        <a:xfrm>
          <a:off x="0" y="0"/>
          <a:ext cx="0" cy="0"/>
          <a:chOff x="0" y="0"/>
          <a:chExt cx="0" cy="0"/>
        </a:xfrm>
      </p:grpSpPr>
      <p:sp>
        <p:nvSpPr>
          <p:cNvPr id="894" name="Google Shape;894;p83"/>
          <p:cNvSpPr txBox="1"/>
          <p:nvPr>
            <p:ph type="title"/>
          </p:nvPr>
        </p:nvSpPr>
        <p:spPr>
          <a:xfrm>
            <a:off x="381000" y="381000"/>
            <a:ext cx="8001000" cy="838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3600"/>
              <a:buFont typeface="Tahoma"/>
              <a:buNone/>
            </a:pPr>
            <a:r>
              <a:rPr b="1" i="0" lang="en-US" sz="3600" u="none">
                <a:solidFill>
                  <a:schemeClr val="dk2"/>
                </a:solidFill>
                <a:latin typeface="Tahoma"/>
                <a:ea typeface="Tahoma"/>
                <a:cs typeface="Tahoma"/>
                <a:sym typeface="Tahoma"/>
              </a:rPr>
              <a:t>Knowledge Spiral</a:t>
            </a:r>
            <a:endParaRPr/>
          </a:p>
        </p:txBody>
      </p:sp>
      <p:sp>
        <p:nvSpPr>
          <p:cNvPr id="895" name="Google Shape;895;p83"/>
          <p:cNvSpPr/>
          <p:nvPr/>
        </p:nvSpPr>
        <p:spPr>
          <a:xfrm>
            <a:off x="1641475" y="1795462"/>
            <a:ext cx="5724600" cy="4383000"/>
          </a:xfrm>
          <a:prstGeom prst="rect">
            <a:avLst/>
          </a:prstGeom>
          <a:gradFill>
            <a:gsLst>
              <a:gs pos="0">
                <a:schemeClr val="hlink"/>
              </a:gs>
              <a:gs pos="100000">
                <a:srgbClr val="00E1E1"/>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896" name="Google Shape;896;p83"/>
          <p:cNvCxnSpPr/>
          <p:nvPr/>
        </p:nvCxnSpPr>
        <p:spPr>
          <a:xfrm>
            <a:off x="1628775" y="3941762"/>
            <a:ext cx="5754600" cy="0"/>
          </a:xfrm>
          <a:prstGeom prst="straightConnector1">
            <a:avLst/>
          </a:prstGeom>
          <a:noFill/>
          <a:ln cap="flat" cmpd="sng" w="28575">
            <a:solidFill>
              <a:schemeClr val="accent2"/>
            </a:solidFill>
            <a:prstDash val="solid"/>
            <a:miter lim="800000"/>
            <a:headEnd len="med" w="med" type="none"/>
            <a:tailEnd len="med" w="med" type="none"/>
          </a:ln>
        </p:spPr>
      </p:cxnSp>
      <p:cxnSp>
        <p:nvCxnSpPr>
          <p:cNvPr id="897" name="Google Shape;897;p83"/>
          <p:cNvCxnSpPr/>
          <p:nvPr/>
        </p:nvCxnSpPr>
        <p:spPr>
          <a:xfrm rot="-5400000">
            <a:off x="2325750" y="3984688"/>
            <a:ext cx="4378200" cy="0"/>
          </a:xfrm>
          <a:prstGeom prst="straightConnector1">
            <a:avLst/>
          </a:prstGeom>
          <a:noFill/>
          <a:ln cap="flat" cmpd="sng" w="28575">
            <a:solidFill>
              <a:schemeClr val="accent2"/>
            </a:solidFill>
            <a:prstDash val="solid"/>
            <a:miter lim="800000"/>
            <a:headEnd len="med" w="med" type="none"/>
            <a:tailEnd len="med" w="med" type="none"/>
          </a:ln>
        </p:spPr>
      </p:cxnSp>
      <p:sp>
        <p:nvSpPr>
          <p:cNvPr id="898" name="Google Shape;898;p83"/>
          <p:cNvSpPr txBox="1"/>
          <p:nvPr/>
        </p:nvSpPr>
        <p:spPr>
          <a:xfrm>
            <a:off x="2387600" y="1857375"/>
            <a:ext cx="1325700" cy="304800"/>
          </a:xfrm>
          <a:prstGeom prst="rect">
            <a:avLst/>
          </a:prstGeom>
          <a:solidFill>
            <a:schemeClr val="hlink"/>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accent2"/>
              </a:buClr>
              <a:buSzPts val="1400"/>
              <a:buFont typeface="Arial"/>
              <a:buNone/>
            </a:pPr>
            <a:r>
              <a:rPr b="1" i="0" lang="en-US" sz="1400" u="sng">
                <a:solidFill>
                  <a:schemeClr val="accent2"/>
                </a:solidFill>
                <a:latin typeface="Arial"/>
                <a:ea typeface="Arial"/>
                <a:cs typeface="Arial"/>
                <a:sym typeface="Arial"/>
              </a:rPr>
              <a:t>Collaboration</a:t>
            </a:r>
            <a:endParaRPr/>
          </a:p>
        </p:txBody>
      </p:sp>
      <p:sp>
        <p:nvSpPr>
          <p:cNvPr id="899" name="Google Shape;899;p83"/>
          <p:cNvSpPr txBox="1"/>
          <p:nvPr/>
        </p:nvSpPr>
        <p:spPr>
          <a:xfrm>
            <a:off x="5289550" y="1857375"/>
            <a:ext cx="1444500" cy="304800"/>
          </a:xfrm>
          <a:prstGeom prst="rect">
            <a:avLst/>
          </a:prstGeom>
          <a:solidFill>
            <a:schemeClr val="hlink"/>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accent2"/>
              </a:buClr>
              <a:buSzPts val="1400"/>
              <a:buFont typeface="Arial"/>
              <a:buNone/>
            </a:pPr>
            <a:r>
              <a:rPr b="1" i="0" lang="en-US" sz="1400" u="sng">
                <a:solidFill>
                  <a:schemeClr val="accent2"/>
                </a:solidFill>
                <a:latin typeface="Arial"/>
                <a:ea typeface="Arial"/>
                <a:cs typeface="Arial"/>
                <a:sym typeface="Arial"/>
              </a:rPr>
              <a:t>Externalization</a:t>
            </a:r>
            <a:endParaRPr/>
          </a:p>
        </p:txBody>
      </p:sp>
      <p:sp>
        <p:nvSpPr>
          <p:cNvPr id="900" name="Google Shape;900;p83"/>
          <p:cNvSpPr txBox="1"/>
          <p:nvPr/>
        </p:nvSpPr>
        <p:spPr>
          <a:xfrm>
            <a:off x="5378450" y="4013200"/>
            <a:ext cx="1266900" cy="304800"/>
          </a:xfrm>
          <a:prstGeom prst="rect">
            <a:avLst/>
          </a:prstGeom>
          <a:solidFill>
            <a:schemeClr val="hlink"/>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accent2"/>
              </a:buClr>
              <a:buSzPts val="1400"/>
              <a:buFont typeface="Arial"/>
              <a:buNone/>
            </a:pPr>
            <a:r>
              <a:rPr b="1" i="0" lang="en-US" sz="1400" u="sng">
                <a:solidFill>
                  <a:schemeClr val="accent2"/>
                </a:solidFill>
                <a:latin typeface="Arial"/>
                <a:ea typeface="Arial"/>
                <a:cs typeface="Arial"/>
                <a:sym typeface="Arial"/>
              </a:rPr>
              <a:t>Combination</a:t>
            </a:r>
            <a:endParaRPr/>
          </a:p>
        </p:txBody>
      </p:sp>
      <p:sp>
        <p:nvSpPr>
          <p:cNvPr id="901" name="Google Shape;901;p83"/>
          <p:cNvSpPr txBox="1"/>
          <p:nvPr/>
        </p:nvSpPr>
        <p:spPr>
          <a:xfrm>
            <a:off x="2357437" y="4013200"/>
            <a:ext cx="1384200" cy="304800"/>
          </a:xfrm>
          <a:prstGeom prst="rect">
            <a:avLst/>
          </a:prstGeom>
          <a:solidFill>
            <a:schemeClr val="hlink"/>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accent2"/>
              </a:buClr>
              <a:buSzPts val="1400"/>
              <a:buFont typeface="Arial"/>
              <a:buNone/>
            </a:pPr>
            <a:r>
              <a:rPr b="1" i="0" lang="en-US" sz="1400" u="sng">
                <a:solidFill>
                  <a:schemeClr val="accent2"/>
                </a:solidFill>
                <a:latin typeface="Arial"/>
                <a:ea typeface="Arial"/>
                <a:cs typeface="Arial"/>
                <a:sym typeface="Arial"/>
              </a:rPr>
              <a:t>Internalization</a:t>
            </a:r>
            <a:endParaRPr/>
          </a:p>
        </p:txBody>
      </p:sp>
      <p:grpSp>
        <p:nvGrpSpPr>
          <p:cNvPr id="902" name="Google Shape;902;p83"/>
          <p:cNvGrpSpPr/>
          <p:nvPr/>
        </p:nvGrpSpPr>
        <p:grpSpPr>
          <a:xfrm>
            <a:off x="3891023" y="3343275"/>
            <a:ext cx="1218030" cy="1195417"/>
            <a:chOff x="2054" y="1794"/>
            <a:chExt cx="1506" cy="1509"/>
          </a:xfrm>
        </p:grpSpPr>
        <p:sp>
          <p:nvSpPr>
            <p:cNvPr id="903" name="Google Shape;903;p83"/>
            <p:cNvSpPr/>
            <p:nvPr/>
          </p:nvSpPr>
          <p:spPr>
            <a:xfrm>
              <a:off x="2877" y="2379"/>
              <a:ext cx="136" cy="146"/>
            </a:xfrm>
            <a:custGeom>
              <a:rect b="b" l="l" r="r" t="t"/>
              <a:pathLst>
                <a:path extrusionOk="0" h="128" w="126">
                  <a:moveTo>
                    <a:pt x="0" y="0"/>
                  </a:moveTo>
                  <a:lnTo>
                    <a:pt x="13" y="1"/>
                  </a:lnTo>
                  <a:lnTo>
                    <a:pt x="26" y="2"/>
                  </a:lnTo>
                  <a:lnTo>
                    <a:pt x="38" y="6"/>
                  </a:lnTo>
                  <a:lnTo>
                    <a:pt x="50" y="10"/>
                  </a:lnTo>
                  <a:lnTo>
                    <a:pt x="71" y="22"/>
                  </a:lnTo>
                  <a:lnTo>
                    <a:pt x="90" y="37"/>
                  </a:lnTo>
                  <a:lnTo>
                    <a:pt x="105" y="56"/>
                  </a:lnTo>
                  <a:lnTo>
                    <a:pt x="117" y="78"/>
                  </a:lnTo>
                  <a:lnTo>
                    <a:pt x="121" y="90"/>
                  </a:lnTo>
                  <a:lnTo>
                    <a:pt x="124" y="102"/>
                  </a:lnTo>
                  <a:lnTo>
                    <a:pt x="125" y="115"/>
                  </a:lnTo>
                  <a:lnTo>
                    <a:pt x="126" y="128"/>
                  </a:lnTo>
                </a:path>
              </a:pathLst>
            </a:custGeom>
            <a:noFill/>
            <a:ln cap="flat" cmpd="sng" w="26975">
              <a:solidFill>
                <a:schemeClr val="accent2"/>
              </a:solidFill>
              <a:prstDash val="solid"/>
              <a:miter lim="800000"/>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04" name="Google Shape;904;p83"/>
            <p:cNvSpPr/>
            <p:nvPr/>
          </p:nvSpPr>
          <p:spPr>
            <a:xfrm>
              <a:off x="2757" y="2379"/>
              <a:ext cx="134" cy="135"/>
            </a:xfrm>
            <a:custGeom>
              <a:rect b="b" l="l" r="r" t="t"/>
              <a:pathLst>
                <a:path extrusionOk="0" h="118" w="125">
                  <a:moveTo>
                    <a:pt x="0" y="118"/>
                  </a:moveTo>
                  <a:lnTo>
                    <a:pt x="1" y="106"/>
                  </a:lnTo>
                  <a:lnTo>
                    <a:pt x="4" y="94"/>
                  </a:lnTo>
                  <a:lnTo>
                    <a:pt x="13" y="72"/>
                  </a:lnTo>
                  <a:lnTo>
                    <a:pt x="25" y="52"/>
                  </a:lnTo>
                  <a:lnTo>
                    <a:pt x="40" y="35"/>
                  </a:lnTo>
                  <a:lnTo>
                    <a:pt x="58" y="21"/>
                  </a:lnTo>
                  <a:lnTo>
                    <a:pt x="79" y="10"/>
                  </a:lnTo>
                  <a:lnTo>
                    <a:pt x="101" y="2"/>
                  </a:lnTo>
                  <a:lnTo>
                    <a:pt x="113" y="1"/>
                  </a:lnTo>
                  <a:lnTo>
                    <a:pt x="125" y="0"/>
                  </a:lnTo>
                </a:path>
              </a:pathLst>
            </a:custGeom>
            <a:noFill/>
            <a:ln cap="flat" cmpd="sng" w="26975">
              <a:solidFill>
                <a:schemeClr val="accent2"/>
              </a:solidFill>
              <a:prstDash val="solid"/>
              <a:miter lim="800000"/>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05" name="Google Shape;905;p83"/>
            <p:cNvSpPr/>
            <p:nvPr/>
          </p:nvSpPr>
          <p:spPr>
            <a:xfrm>
              <a:off x="2811" y="2515"/>
              <a:ext cx="202" cy="216"/>
            </a:xfrm>
            <a:custGeom>
              <a:rect b="b" l="l" r="r" t="t"/>
              <a:pathLst>
                <a:path extrusionOk="0" h="189" w="187">
                  <a:moveTo>
                    <a:pt x="187" y="0"/>
                  </a:moveTo>
                  <a:lnTo>
                    <a:pt x="186" y="20"/>
                  </a:lnTo>
                  <a:lnTo>
                    <a:pt x="183" y="38"/>
                  </a:lnTo>
                  <a:lnTo>
                    <a:pt x="179" y="57"/>
                  </a:lnTo>
                  <a:lnTo>
                    <a:pt x="172" y="74"/>
                  </a:lnTo>
                  <a:lnTo>
                    <a:pt x="165" y="91"/>
                  </a:lnTo>
                  <a:lnTo>
                    <a:pt x="155" y="106"/>
                  </a:lnTo>
                  <a:lnTo>
                    <a:pt x="144" y="120"/>
                  </a:lnTo>
                  <a:lnTo>
                    <a:pt x="132" y="135"/>
                  </a:lnTo>
                  <a:lnTo>
                    <a:pt x="119" y="147"/>
                  </a:lnTo>
                  <a:lnTo>
                    <a:pt x="104" y="157"/>
                  </a:lnTo>
                  <a:lnTo>
                    <a:pt x="89" y="166"/>
                  </a:lnTo>
                  <a:lnTo>
                    <a:pt x="73" y="175"/>
                  </a:lnTo>
                  <a:lnTo>
                    <a:pt x="56" y="180"/>
                  </a:lnTo>
                  <a:lnTo>
                    <a:pt x="37" y="186"/>
                  </a:lnTo>
                  <a:lnTo>
                    <a:pt x="19" y="188"/>
                  </a:lnTo>
                  <a:lnTo>
                    <a:pt x="0" y="189"/>
                  </a:lnTo>
                </a:path>
              </a:pathLst>
            </a:custGeom>
            <a:noFill/>
            <a:ln cap="flat" cmpd="sng" w="26975">
              <a:solidFill>
                <a:schemeClr val="accent2"/>
              </a:solidFill>
              <a:prstDash val="solid"/>
              <a:miter lim="800000"/>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06" name="Google Shape;906;p83"/>
            <p:cNvSpPr/>
            <p:nvPr/>
          </p:nvSpPr>
          <p:spPr>
            <a:xfrm>
              <a:off x="2628" y="2505"/>
              <a:ext cx="202" cy="217"/>
            </a:xfrm>
            <a:custGeom>
              <a:rect b="b" l="l" r="r" t="t"/>
              <a:pathLst>
                <a:path extrusionOk="0" h="190" w="187">
                  <a:moveTo>
                    <a:pt x="187" y="190"/>
                  </a:moveTo>
                  <a:lnTo>
                    <a:pt x="168" y="189"/>
                  </a:lnTo>
                  <a:lnTo>
                    <a:pt x="149" y="186"/>
                  </a:lnTo>
                  <a:lnTo>
                    <a:pt x="131" y="181"/>
                  </a:lnTo>
                  <a:lnTo>
                    <a:pt x="115" y="175"/>
                  </a:lnTo>
                  <a:lnTo>
                    <a:pt x="97" y="167"/>
                  </a:lnTo>
                  <a:lnTo>
                    <a:pt x="82" y="157"/>
                  </a:lnTo>
                  <a:lnTo>
                    <a:pt x="68" y="146"/>
                  </a:lnTo>
                  <a:lnTo>
                    <a:pt x="55" y="134"/>
                  </a:lnTo>
                  <a:lnTo>
                    <a:pt x="42" y="121"/>
                  </a:lnTo>
                  <a:lnTo>
                    <a:pt x="32" y="106"/>
                  </a:lnTo>
                  <a:lnTo>
                    <a:pt x="23" y="91"/>
                  </a:lnTo>
                  <a:lnTo>
                    <a:pt x="16" y="74"/>
                  </a:lnTo>
                  <a:lnTo>
                    <a:pt x="9" y="57"/>
                  </a:lnTo>
                  <a:lnTo>
                    <a:pt x="5" y="38"/>
                  </a:lnTo>
                  <a:lnTo>
                    <a:pt x="2" y="20"/>
                  </a:lnTo>
                  <a:lnTo>
                    <a:pt x="0" y="0"/>
                  </a:lnTo>
                </a:path>
              </a:pathLst>
            </a:custGeom>
            <a:noFill/>
            <a:ln cap="flat" cmpd="sng" w="26975">
              <a:solidFill>
                <a:schemeClr val="accent2"/>
              </a:solidFill>
              <a:prstDash val="solid"/>
              <a:miter lim="800000"/>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07" name="Google Shape;907;p83"/>
            <p:cNvSpPr/>
            <p:nvPr/>
          </p:nvSpPr>
          <p:spPr>
            <a:xfrm>
              <a:off x="2876" y="2226"/>
              <a:ext cx="267" cy="287"/>
            </a:xfrm>
            <a:custGeom>
              <a:rect b="b" l="l" r="r" t="t"/>
              <a:pathLst>
                <a:path extrusionOk="0" h="251" w="248">
                  <a:moveTo>
                    <a:pt x="0" y="0"/>
                  </a:moveTo>
                  <a:lnTo>
                    <a:pt x="26" y="1"/>
                  </a:lnTo>
                  <a:lnTo>
                    <a:pt x="50" y="5"/>
                  </a:lnTo>
                  <a:lnTo>
                    <a:pt x="73" y="11"/>
                  </a:lnTo>
                  <a:lnTo>
                    <a:pt x="97" y="20"/>
                  </a:lnTo>
                  <a:lnTo>
                    <a:pt x="119" y="30"/>
                  </a:lnTo>
                  <a:lnTo>
                    <a:pt x="139" y="42"/>
                  </a:lnTo>
                  <a:lnTo>
                    <a:pt x="157" y="58"/>
                  </a:lnTo>
                  <a:lnTo>
                    <a:pt x="176" y="73"/>
                  </a:lnTo>
                  <a:lnTo>
                    <a:pt x="192" y="92"/>
                  </a:lnTo>
                  <a:lnTo>
                    <a:pt x="206" y="110"/>
                  </a:lnTo>
                  <a:lnTo>
                    <a:pt x="218" y="131"/>
                  </a:lnTo>
                  <a:lnTo>
                    <a:pt x="229" y="154"/>
                  </a:lnTo>
                  <a:lnTo>
                    <a:pt x="237" y="177"/>
                  </a:lnTo>
                  <a:lnTo>
                    <a:pt x="243" y="201"/>
                  </a:lnTo>
                  <a:lnTo>
                    <a:pt x="247" y="226"/>
                  </a:lnTo>
                  <a:lnTo>
                    <a:pt x="248" y="251"/>
                  </a:lnTo>
                </a:path>
              </a:pathLst>
            </a:custGeom>
            <a:noFill/>
            <a:ln cap="flat" cmpd="sng" w="26975">
              <a:solidFill>
                <a:schemeClr val="accent2"/>
              </a:solidFill>
              <a:prstDash val="solid"/>
              <a:miter lim="800000"/>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08" name="Google Shape;908;p83"/>
            <p:cNvSpPr/>
            <p:nvPr/>
          </p:nvSpPr>
          <p:spPr>
            <a:xfrm>
              <a:off x="2627" y="2227"/>
              <a:ext cx="266" cy="275"/>
            </a:xfrm>
            <a:custGeom>
              <a:rect b="b" l="l" r="r" t="t"/>
              <a:pathLst>
                <a:path extrusionOk="0" h="241" w="247">
                  <a:moveTo>
                    <a:pt x="0" y="241"/>
                  </a:moveTo>
                  <a:lnTo>
                    <a:pt x="3" y="216"/>
                  </a:lnTo>
                  <a:lnTo>
                    <a:pt x="7" y="192"/>
                  </a:lnTo>
                  <a:lnTo>
                    <a:pt x="13" y="169"/>
                  </a:lnTo>
                  <a:lnTo>
                    <a:pt x="23" y="147"/>
                  </a:lnTo>
                  <a:lnTo>
                    <a:pt x="34" y="126"/>
                  </a:lnTo>
                  <a:lnTo>
                    <a:pt x="46" y="106"/>
                  </a:lnTo>
                  <a:lnTo>
                    <a:pt x="61" y="87"/>
                  </a:lnTo>
                  <a:lnTo>
                    <a:pt x="76" y="71"/>
                  </a:lnTo>
                  <a:lnTo>
                    <a:pt x="93" y="56"/>
                  </a:lnTo>
                  <a:lnTo>
                    <a:pt x="112" y="41"/>
                  </a:lnTo>
                  <a:lnTo>
                    <a:pt x="132" y="29"/>
                  </a:lnTo>
                  <a:lnTo>
                    <a:pt x="153" y="20"/>
                  </a:lnTo>
                  <a:lnTo>
                    <a:pt x="176" y="11"/>
                  </a:lnTo>
                  <a:lnTo>
                    <a:pt x="199" y="5"/>
                  </a:lnTo>
                  <a:lnTo>
                    <a:pt x="222" y="1"/>
                  </a:lnTo>
                  <a:lnTo>
                    <a:pt x="247" y="0"/>
                  </a:lnTo>
                </a:path>
              </a:pathLst>
            </a:custGeom>
            <a:noFill/>
            <a:ln cap="flat" cmpd="sng" w="26975">
              <a:solidFill>
                <a:schemeClr val="accent2"/>
              </a:solidFill>
              <a:prstDash val="solid"/>
              <a:miter lim="800000"/>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09" name="Google Shape;909;p83"/>
            <p:cNvSpPr/>
            <p:nvPr/>
          </p:nvSpPr>
          <p:spPr>
            <a:xfrm>
              <a:off x="2806" y="2510"/>
              <a:ext cx="337" cy="363"/>
            </a:xfrm>
            <a:custGeom>
              <a:rect b="b" l="l" r="r" t="t"/>
              <a:pathLst>
                <a:path extrusionOk="0" h="317" w="313">
                  <a:moveTo>
                    <a:pt x="313" y="0"/>
                  </a:moveTo>
                  <a:lnTo>
                    <a:pt x="312" y="33"/>
                  </a:lnTo>
                  <a:lnTo>
                    <a:pt x="307" y="63"/>
                  </a:lnTo>
                  <a:lnTo>
                    <a:pt x="299" y="94"/>
                  </a:lnTo>
                  <a:lnTo>
                    <a:pt x="288" y="123"/>
                  </a:lnTo>
                  <a:lnTo>
                    <a:pt x="275" y="151"/>
                  </a:lnTo>
                  <a:lnTo>
                    <a:pt x="259" y="177"/>
                  </a:lnTo>
                  <a:lnTo>
                    <a:pt x="242" y="201"/>
                  </a:lnTo>
                  <a:lnTo>
                    <a:pt x="221" y="224"/>
                  </a:lnTo>
                  <a:lnTo>
                    <a:pt x="199" y="244"/>
                  </a:lnTo>
                  <a:lnTo>
                    <a:pt x="175" y="262"/>
                  </a:lnTo>
                  <a:lnTo>
                    <a:pt x="149" y="278"/>
                  </a:lnTo>
                  <a:lnTo>
                    <a:pt x="122" y="291"/>
                  </a:lnTo>
                  <a:lnTo>
                    <a:pt x="93" y="302"/>
                  </a:lnTo>
                  <a:lnTo>
                    <a:pt x="63" y="310"/>
                  </a:lnTo>
                  <a:lnTo>
                    <a:pt x="33" y="315"/>
                  </a:lnTo>
                  <a:lnTo>
                    <a:pt x="0" y="317"/>
                  </a:lnTo>
                </a:path>
              </a:pathLst>
            </a:custGeom>
            <a:noFill/>
            <a:ln cap="flat" cmpd="sng" w="26975">
              <a:solidFill>
                <a:schemeClr val="accent2"/>
              </a:solidFill>
              <a:prstDash val="solid"/>
              <a:miter lim="800000"/>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10" name="Google Shape;910;p83"/>
            <p:cNvSpPr/>
            <p:nvPr/>
          </p:nvSpPr>
          <p:spPr>
            <a:xfrm>
              <a:off x="2489" y="2509"/>
              <a:ext cx="338" cy="361"/>
            </a:xfrm>
            <a:custGeom>
              <a:rect b="b" l="l" r="r" t="t"/>
              <a:pathLst>
                <a:path extrusionOk="0" h="316" w="313">
                  <a:moveTo>
                    <a:pt x="313" y="316"/>
                  </a:moveTo>
                  <a:lnTo>
                    <a:pt x="280" y="315"/>
                  </a:lnTo>
                  <a:lnTo>
                    <a:pt x="250" y="310"/>
                  </a:lnTo>
                  <a:lnTo>
                    <a:pt x="220" y="302"/>
                  </a:lnTo>
                  <a:lnTo>
                    <a:pt x="191" y="291"/>
                  </a:lnTo>
                  <a:lnTo>
                    <a:pt x="164" y="278"/>
                  </a:lnTo>
                  <a:lnTo>
                    <a:pt x="138" y="262"/>
                  </a:lnTo>
                  <a:lnTo>
                    <a:pt x="114" y="244"/>
                  </a:lnTo>
                  <a:lnTo>
                    <a:pt x="92" y="224"/>
                  </a:lnTo>
                  <a:lnTo>
                    <a:pt x="71" y="201"/>
                  </a:lnTo>
                  <a:lnTo>
                    <a:pt x="54" y="177"/>
                  </a:lnTo>
                  <a:lnTo>
                    <a:pt x="38" y="150"/>
                  </a:lnTo>
                  <a:lnTo>
                    <a:pt x="25" y="123"/>
                  </a:lnTo>
                  <a:lnTo>
                    <a:pt x="14" y="94"/>
                  </a:lnTo>
                  <a:lnTo>
                    <a:pt x="7" y="63"/>
                  </a:lnTo>
                  <a:lnTo>
                    <a:pt x="2" y="33"/>
                  </a:lnTo>
                  <a:lnTo>
                    <a:pt x="0" y="0"/>
                  </a:lnTo>
                </a:path>
              </a:pathLst>
            </a:custGeom>
            <a:noFill/>
            <a:ln cap="flat" cmpd="sng" w="26975">
              <a:solidFill>
                <a:schemeClr val="accent2"/>
              </a:solidFill>
              <a:prstDash val="solid"/>
              <a:miter lim="800000"/>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11" name="Google Shape;911;p83"/>
            <p:cNvSpPr/>
            <p:nvPr/>
          </p:nvSpPr>
          <p:spPr>
            <a:xfrm>
              <a:off x="2876" y="2079"/>
              <a:ext cx="408" cy="438"/>
            </a:xfrm>
            <a:custGeom>
              <a:rect b="b" l="l" r="r" t="t"/>
              <a:pathLst>
                <a:path extrusionOk="0" h="384" w="379">
                  <a:moveTo>
                    <a:pt x="0" y="0"/>
                  </a:moveTo>
                  <a:lnTo>
                    <a:pt x="39" y="2"/>
                  </a:lnTo>
                  <a:lnTo>
                    <a:pt x="77" y="8"/>
                  </a:lnTo>
                  <a:lnTo>
                    <a:pt x="113" y="17"/>
                  </a:lnTo>
                  <a:lnTo>
                    <a:pt x="148" y="31"/>
                  </a:lnTo>
                  <a:lnTo>
                    <a:pt x="181" y="47"/>
                  </a:lnTo>
                  <a:lnTo>
                    <a:pt x="212" y="66"/>
                  </a:lnTo>
                  <a:lnTo>
                    <a:pt x="242" y="88"/>
                  </a:lnTo>
                  <a:lnTo>
                    <a:pt x="268" y="112"/>
                  </a:lnTo>
                  <a:lnTo>
                    <a:pt x="293" y="140"/>
                  </a:lnTo>
                  <a:lnTo>
                    <a:pt x="315" y="169"/>
                  </a:lnTo>
                  <a:lnTo>
                    <a:pt x="333" y="201"/>
                  </a:lnTo>
                  <a:lnTo>
                    <a:pt x="349" y="235"/>
                  </a:lnTo>
                  <a:lnTo>
                    <a:pt x="362" y="271"/>
                  </a:lnTo>
                  <a:lnTo>
                    <a:pt x="372" y="307"/>
                  </a:lnTo>
                  <a:lnTo>
                    <a:pt x="377" y="345"/>
                  </a:lnTo>
                  <a:lnTo>
                    <a:pt x="379" y="384"/>
                  </a:lnTo>
                </a:path>
              </a:pathLst>
            </a:custGeom>
            <a:noFill/>
            <a:ln cap="flat" cmpd="sng" w="26975">
              <a:solidFill>
                <a:schemeClr val="accent2"/>
              </a:solidFill>
              <a:prstDash val="solid"/>
              <a:miter lim="800000"/>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12" name="Google Shape;912;p83"/>
            <p:cNvSpPr/>
            <p:nvPr/>
          </p:nvSpPr>
          <p:spPr>
            <a:xfrm>
              <a:off x="2488" y="2080"/>
              <a:ext cx="407" cy="428"/>
            </a:xfrm>
            <a:custGeom>
              <a:rect b="b" l="l" r="r" t="t"/>
              <a:pathLst>
                <a:path extrusionOk="0" h="375" w="378">
                  <a:moveTo>
                    <a:pt x="0" y="375"/>
                  </a:moveTo>
                  <a:lnTo>
                    <a:pt x="3" y="336"/>
                  </a:lnTo>
                  <a:lnTo>
                    <a:pt x="10" y="299"/>
                  </a:lnTo>
                  <a:lnTo>
                    <a:pt x="19" y="263"/>
                  </a:lnTo>
                  <a:lnTo>
                    <a:pt x="32" y="228"/>
                  </a:lnTo>
                  <a:lnTo>
                    <a:pt x="49" y="196"/>
                  </a:lnTo>
                  <a:lnTo>
                    <a:pt x="68" y="165"/>
                  </a:lnTo>
                  <a:lnTo>
                    <a:pt x="89" y="137"/>
                  </a:lnTo>
                  <a:lnTo>
                    <a:pt x="114" y="110"/>
                  </a:lnTo>
                  <a:lnTo>
                    <a:pt x="141" y="86"/>
                  </a:lnTo>
                  <a:lnTo>
                    <a:pt x="169" y="65"/>
                  </a:lnTo>
                  <a:lnTo>
                    <a:pt x="201" y="46"/>
                  </a:lnTo>
                  <a:lnTo>
                    <a:pt x="233" y="30"/>
                  </a:lnTo>
                  <a:lnTo>
                    <a:pt x="267" y="18"/>
                  </a:lnTo>
                  <a:lnTo>
                    <a:pt x="303" y="8"/>
                  </a:lnTo>
                  <a:lnTo>
                    <a:pt x="341" y="2"/>
                  </a:lnTo>
                  <a:lnTo>
                    <a:pt x="378" y="0"/>
                  </a:lnTo>
                </a:path>
              </a:pathLst>
            </a:custGeom>
            <a:noFill/>
            <a:ln cap="flat" cmpd="sng" w="26975">
              <a:solidFill>
                <a:schemeClr val="accent2"/>
              </a:solidFill>
              <a:prstDash val="solid"/>
              <a:miter lim="800000"/>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13" name="Google Shape;913;p83"/>
            <p:cNvSpPr/>
            <p:nvPr/>
          </p:nvSpPr>
          <p:spPr>
            <a:xfrm>
              <a:off x="2809" y="2510"/>
              <a:ext cx="475" cy="512"/>
            </a:xfrm>
            <a:custGeom>
              <a:rect b="b" l="l" r="r" t="t"/>
              <a:pathLst>
                <a:path extrusionOk="0" h="448" w="441">
                  <a:moveTo>
                    <a:pt x="441" y="0"/>
                  </a:moveTo>
                  <a:lnTo>
                    <a:pt x="440" y="23"/>
                  </a:lnTo>
                  <a:lnTo>
                    <a:pt x="439" y="46"/>
                  </a:lnTo>
                  <a:lnTo>
                    <a:pt x="436" y="68"/>
                  </a:lnTo>
                  <a:lnTo>
                    <a:pt x="433" y="90"/>
                  </a:lnTo>
                  <a:lnTo>
                    <a:pt x="422" y="133"/>
                  </a:lnTo>
                  <a:lnTo>
                    <a:pt x="407" y="173"/>
                  </a:lnTo>
                  <a:lnTo>
                    <a:pt x="388" y="213"/>
                  </a:lnTo>
                  <a:lnTo>
                    <a:pt x="366" y="250"/>
                  </a:lnTo>
                  <a:lnTo>
                    <a:pt x="340" y="285"/>
                  </a:lnTo>
                  <a:lnTo>
                    <a:pt x="312" y="317"/>
                  </a:lnTo>
                  <a:lnTo>
                    <a:pt x="281" y="345"/>
                  </a:lnTo>
                  <a:lnTo>
                    <a:pt x="246" y="371"/>
                  </a:lnTo>
                  <a:lnTo>
                    <a:pt x="210" y="393"/>
                  </a:lnTo>
                  <a:lnTo>
                    <a:pt x="171" y="413"/>
                  </a:lnTo>
                  <a:lnTo>
                    <a:pt x="131" y="428"/>
                  </a:lnTo>
                  <a:lnTo>
                    <a:pt x="89" y="439"/>
                  </a:lnTo>
                  <a:lnTo>
                    <a:pt x="66" y="442"/>
                  </a:lnTo>
                  <a:lnTo>
                    <a:pt x="45" y="445"/>
                  </a:lnTo>
                  <a:lnTo>
                    <a:pt x="22" y="447"/>
                  </a:lnTo>
                  <a:lnTo>
                    <a:pt x="0" y="448"/>
                  </a:lnTo>
                </a:path>
              </a:pathLst>
            </a:custGeom>
            <a:noFill/>
            <a:ln cap="flat" cmpd="sng" w="26975">
              <a:solidFill>
                <a:schemeClr val="accent2"/>
              </a:solidFill>
              <a:prstDash val="solid"/>
              <a:miter lim="800000"/>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14" name="Google Shape;914;p83"/>
            <p:cNvSpPr/>
            <p:nvPr/>
          </p:nvSpPr>
          <p:spPr>
            <a:xfrm>
              <a:off x="2355" y="2509"/>
              <a:ext cx="476" cy="512"/>
            </a:xfrm>
            <a:custGeom>
              <a:rect b="b" l="l" r="r" t="t"/>
              <a:pathLst>
                <a:path extrusionOk="0" h="448" w="442">
                  <a:moveTo>
                    <a:pt x="442" y="448"/>
                  </a:moveTo>
                  <a:lnTo>
                    <a:pt x="419" y="446"/>
                  </a:lnTo>
                  <a:lnTo>
                    <a:pt x="397" y="445"/>
                  </a:lnTo>
                  <a:lnTo>
                    <a:pt x="375" y="442"/>
                  </a:lnTo>
                  <a:lnTo>
                    <a:pt x="354" y="439"/>
                  </a:lnTo>
                  <a:lnTo>
                    <a:pt x="311" y="428"/>
                  </a:lnTo>
                  <a:lnTo>
                    <a:pt x="271" y="413"/>
                  </a:lnTo>
                  <a:lnTo>
                    <a:pt x="232" y="393"/>
                  </a:lnTo>
                  <a:lnTo>
                    <a:pt x="195" y="371"/>
                  </a:lnTo>
                  <a:lnTo>
                    <a:pt x="161" y="345"/>
                  </a:lnTo>
                  <a:lnTo>
                    <a:pt x="129" y="316"/>
                  </a:lnTo>
                  <a:lnTo>
                    <a:pt x="101" y="285"/>
                  </a:lnTo>
                  <a:lnTo>
                    <a:pt x="76" y="250"/>
                  </a:lnTo>
                  <a:lnTo>
                    <a:pt x="54" y="213"/>
                  </a:lnTo>
                  <a:lnTo>
                    <a:pt x="35" y="173"/>
                  </a:lnTo>
                  <a:lnTo>
                    <a:pt x="21" y="133"/>
                  </a:lnTo>
                  <a:lnTo>
                    <a:pt x="9" y="90"/>
                  </a:lnTo>
                  <a:lnTo>
                    <a:pt x="5" y="67"/>
                  </a:lnTo>
                  <a:lnTo>
                    <a:pt x="2" y="46"/>
                  </a:lnTo>
                  <a:lnTo>
                    <a:pt x="1" y="23"/>
                  </a:lnTo>
                  <a:lnTo>
                    <a:pt x="0" y="0"/>
                  </a:lnTo>
                </a:path>
              </a:pathLst>
            </a:custGeom>
            <a:noFill/>
            <a:ln cap="flat" cmpd="sng" w="26975">
              <a:solidFill>
                <a:schemeClr val="accent2"/>
              </a:solidFill>
              <a:prstDash val="solid"/>
              <a:miter lim="800000"/>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15" name="Google Shape;915;p83"/>
            <p:cNvSpPr/>
            <p:nvPr/>
          </p:nvSpPr>
          <p:spPr>
            <a:xfrm>
              <a:off x="2888" y="1940"/>
              <a:ext cx="541" cy="580"/>
            </a:xfrm>
            <a:custGeom>
              <a:rect b="b" l="l" r="r" t="t"/>
              <a:pathLst>
                <a:path extrusionOk="0" h="508" w="502">
                  <a:moveTo>
                    <a:pt x="0" y="0"/>
                  </a:moveTo>
                  <a:lnTo>
                    <a:pt x="1" y="0"/>
                  </a:lnTo>
                  <a:lnTo>
                    <a:pt x="1" y="0"/>
                  </a:lnTo>
                  <a:lnTo>
                    <a:pt x="27" y="1"/>
                  </a:lnTo>
                  <a:lnTo>
                    <a:pt x="53" y="2"/>
                  </a:lnTo>
                  <a:lnTo>
                    <a:pt x="77" y="5"/>
                  </a:lnTo>
                  <a:lnTo>
                    <a:pt x="102" y="10"/>
                  </a:lnTo>
                  <a:lnTo>
                    <a:pt x="126" y="16"/>
                  </a:lnTo>
                  <a:lnTo>
                    <a:pt x="150" y="23"/>
                  </a:lnTo>
                  <a:lnTo>
                    <a:pt x="173" y="30"/>
                  </a:lnTo>
                  <a:lnTo>
                    <a:pt x="196" y="40"/>
                  </a:lnTo>
                  <a:lnTo>
                    <a:pt x="240" y="61"/>
                  </a:lnTo>
                  <a:lnTo>
                    <a:pt x="281" y="86"/>
                  </a:lnTo>
                  <a:lnTo>
                    <a:pt x="320" y="116"/>
                  </a:lnTo>
                  <a:lnTo>
                    <a:pt x="356" y="148"/>
                  </a:lnTo>
                  <a:lnTo>
                    <a:pt x="388" y="184"/>
                  </a:lnTo>
                  <a:lnTo>
                    <a:pt x="417" y="224"/>
                  </a:lnTo>
                  <a:lnTo>
                    <a:pt x="442" y="265"/>
                  </a:lnTo>
                  <a:lnTo>
                    <a:pt x="463" y="310"/>
                  </a:lnTo>
                  <a:lnTo>
                    <a:pt x="472" y="333"/>
                  </a:lnTo>
                  <a:lnTo>
                    <a:pt x="480" y="357"/>
                  </a:lnTo>
                  <a:lnTo>
                    <a:pt x="486" y="381"/>
                  </a:lnTo>
                  <a:lnTo>
                    <a:pt x="492" y="405"/>
                  </a:lnTo>
                  <a:lnTo>
                    <a:pt x="497" y="430"/>
                  </a:lnTo>
                  <a:lnTo>
                    <a:pt x="500" y="455"/>
                  </a:lnTo>
                  <a:lnTo>
                    <a:pt x="501" y="481"/>
                  </a:lnTo>
                  <a:lnTo>
                    <a:pt x="502" y="508"/>
                  </a:lnTo>
                </a:path>
              </a:pathLst>
            </a:custGeom>
            <a:noFill/>
            <a:ln cap="flat" cmpd="sng" w="26975">
              <a:solidFill>
                <a:schemeClr val="accent2"/>
              </a:solidFill>
              <a:prstDash val="solid"/>
              <a:miter lim="800000"/>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16" name="Google Shape;916;p83"/>
            <p:cNvSpPr/>
            <p:nvPr/>
          </p:nvSpPr>
          <p:spPr>
            <a:xfrm>
              <a:off x="2360" y="1940"/>
              <a:ext cx="540" cy="568"/>
            </a:xfrm>
            <a:custGeom>
              <a:rect b="b" l="l" r="r" t="t"/>
              <a:pathLst>
                <a:path extrusionOk="0" h="497" w="501">
                  <a:moveTo>
                    <a:pt x="0" y="497"/>
                  </a:moveTo>
                  <a:lnTo>
                    <a:pt x="2" y="472"/>
                  </a:lnTo>
                  <a:lnTo>
                    <a:pt x="4" y="445"/>
                  </a:lnTo>
                  <a:lnTo>
                    <a:pt x="8" y="421"/>
                  </a:lnTo>
                  <a:lnTo>
                    <a:pt x="12" y="396"/>
                  </a:lnTo>
                  <a:lnTo>
                    <a:pt x="19" y="372"/>
                  </a:lnTo>
                  <a:lnTo>
                    <a:pt x="25" y="349"/>
                  </a:lnTo>
                  <a:lnTo>
                    <a:pt x="34" y="325"/>
                  </a:lnTo>
                  <a:lnTo>
                    <a:pt x="42" y="303"/>
                  </a:lnTo>
                  <a:lnTo>
                    <a:pt x="64" y="260"/>
                  </a:lnTo>
                  <a:lnTo>
                    <a:pt x="89" y="219"/>
                  </a:lnTo>
                  <a:lnTo>
                    <a:pt x="118" y="181"/>
                  </a:lnTo>
                  <a:lnTo>
                    <a:pt x="150" y="145"/>
                  </a:lnTo>
                  <a:lnTo>
                    <a:pt x="186" y="113"/>
                  </a:lnTo>
                  <a:lnTo>
                    <a:pt x="224" y="85"/>
                  </a:lnTo>
                  <a:lnTo>
                    <a:pt x="265" y="60"/>
                  </a:lnTo>
                  <a:lnTo>
                    <a:pt x="309" y="39"/>
                  </a:lnTo>
                  <a:lnTo>
                    <a:pt x="330" y="30"/>
                  </a:lnTo>
                  <a:lnTo>
                    <a:pt x="354" y="23"/>
                  </a:lnTo>
                  <a:lnTo>
                    <a:pt x="377" y="16"/>
                  </a:lnTo>
                  <a:lnTo>
                    <a:pt x="401" y="11"/>
                  </a:lnTo>
                  <a:lnTo>
                    <a:pt x="425" y="5"/>
                  </a:lnTo>
                  <a:lnTo>
                    <a:pt x="450" y="3"/>
                  </a:lnTo>
                  <a:lnTo>
                    <a:pt x="475" y="1"/>
                  </a:lnTo>
                  <a:lnTo>
                    <a:pt x="501" y="0"/>
                  </a:lnTo>
                </a:path>
              </a:pathLst>
            </a:custGeom>
            <a:noFill/>
            <a:ln cap="flat" cmpd="sng" w="26975">
              <a:solidFill>
                <a:schemeClr val="accent2"/>
              </a:solidFill>
              <a:prstDash val="solid"/>
              <a:miter lim="800000"/>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17" name="Google Shape;917;p83"/>
            <p:cNvSpPr/>
            <p:nvPr/>
          </p:nvSpPr>
          <p:spPr>
            <a:xfrm>
              <a:off x="2814" y="2509"/>
              <a:ext cx="612" cy="657"/>
            </a:xfrm>
            <a:custGeom>
              <a:rect b="b" l="l" r="r" t="t"/>
              <a:pathLst>
                <a:path extrusionOk="0" h="575" w="568">
                  <a:moveTo>
                    <a:pt x="568" y="0"/>
                  </a:moveTo>
                  <a:lnTo>
                    <a:pt x="567" y="29"/>
                  </a:lnTo>
                  <a:lnTo>
                    <a:pt x="565" y="59"/>
                  </a:lnTo>
                  <a:lnTo>
                    <a:pt x="562" y="87"/>
                  </a:lnTo>
                  <a:lnTo>
                    <a:pt x="557" y="116"/>
                  </a:lnTo>
                  <a:lnTo>
                    <a:pt x="550" y="144"/>
                  </a:lnTo>
                  <a:lnTo>
                    <a:pt x="543" y="171"/>
                  </a:lnTo>
                  <a:lnTo>
                    <a:pt x="534" y="197"/>
                  </a:lnTo>
                  <a:lnTo>
                    <a:pt x="524" y="224"/>
                  </a:lnTo>
                  <a:lnTo>
                    <a:pt x="512" y="249"/>
                  </a:lnTo>
                  <a:lnTo>
                    <a:pt x="499" y="274"/>
                  </a:lnTo>
                  <a:lnTo>
                    <a:pt x="486" y="298"/>
                  </a:lnTo>
                  <a:lnTo>
                    <a:pt x="471" y="322"/>
                  </a:lnTo>
                  <a:lnTo>
                    <a:pt x="439" y="366"/>
                  </a:lnTo>
                  <a:lnTo>
                    <a:pt x="402" y="407"/>
                  </a:lnTo>
                  <a:lnTo>
                    <a:pt x="361" y="444"/>
                  </a:lnTo>
                  <a:lnTo>
                    <a:pt x="318" y="477"/>
                  </a:lnTo>
                  <a:lnTo>
                    <a:pt x="295" y="492"/>
                  </a:lnTo>
                  <a:lnTo>
                    <a:pt x="271" y="505"/>
                  </a:lnTo>
                  <a:lnTo>
                    <a:pt x="246" y="518"/>
                  </a:lnTo>
                  <a:lnTo>
                    <a:pt x="221" y="530"/>
                  </a:lnTo>
                  <a:lnTo>
                    <a:pt x="195" y="540"/>
                  </a:lnTo>
                  <a:lnTo>
                    <a:pt x="170" y="549"/>
                  </a:lnTo>
                  <a:lnTo>
                    <a:pt x="143" y="557"/>
                  </a:lnTo>
                  <a:lnTo>
                    <a:pt x="115" y="563"/>
                  </a:lnTo>
                  <a:lnTo>
                    <a:pt x="87" y="569"/>
                  </a:lnTo>
                  <a:lnTo>
                    <a:pt x="59" y="572"/>
                  </a:lnTo>
                  <a:lnTo>
                    <a:pt x="29" y="574"/>
                  </a:lnTo>
                  <a:lnTo>
                    <a:pt x="0" y="575"/>
                  </a:lnTo>
                </a:path>
              </a:pathLst>
            </a:custGeom>
            <a:noFill/>
            <a:ln cap="flat" cmpd="sng" w="26975">
              <a:solidFill>
                <a:schemeClr val="accent2"/>
              </a:solidFill>
              <a:prstDash val="solid"/>
              <a:miter lim="800000"/>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18" name="Google Shape;918;p83"/>
            <p:cNvSpPr/>
            <p:nvPr/>
          </p:nvSpPr>
          <p:spPr>
            <a:xfrm>
              <a:off x="2218" y="2508"/>
              <a:ext cx="612" cy="657"/>
            </a:xfrm>
            <a:custGeom>
              <a:rect b="b" l="l" r="r" t="t"/>
              <a:pathLst>
                <a:path extrusionOk="0" h="575" w="568">
                  <a:moveTo>
                    <a:pt x="568" y="575"/>
                  </a:moveTo>
                  <a:lnTo>
                    <a:pt x="539" y="574"/>
                  </a:lnTo>
                  <a:lnTo>
                    <a:pt x="510" y="572"/>
                  </a:lnTo>
                  <a:lnTo>
                    <a:pt x="482" y="569"/>
                  </a:lnTo>
                  <a:lnTo>
                    <a:pt x="454" y="563"/>
                  </a:lnTo>
                  <a:lnTo>
                    <a:pt x="426" y="557"/>
                  </a:lnTo>
                  <a:lnTo>
                    <a:pt x="399" y="549"/>
                  </a:lnTo>
                  <a:lnTo>
                    <a:pt x="373" y="540"/>
                  </a:lnTo>
                  <a:lnTo>
                    <a:pt x="347" y="530"/>
                  </a:lnTo>
                  <a:lnTo>
                    <a:pt x="322" y="518"/>
                  </a:lnTo>
                  <a:lnTo>
                    <a:pt x="297" y="505"/>
                  </a:lnTo>
                  <a:lnTo>
                    <a:pt x="274" y="492"/>
                  </a:lnTo>
                  <a:lnTo>
                    <a:pt x="250" y="477"/>
                  </a:lnTo>
                  <a:lnTo>
                    <a:pt x="207" y="444"/>
                  </a:lnTo>
                  <a:lnTo>
                    <a:pt x="166" y="407"/>
                  </a:lnTo>
                  <a:lnTo>
                    <a:pt x="129" y="366"/>
                  </a:lnTo>
                  <a:lnTo>
                    <a:pt x="97" y="322"/>
                  </a:lnTo>
                  <a:lnTo>
                    <a:pt x="82" y="298"/>
                  </a:lnTo>
                  <a:lnTo>
                    <a:pt x="69" y="274"/>
                  </a:lnTo>
                  <a:lnTo>
                    <a:pt x="56" y="249"/>
                  </a:lnTo>
                  <a:lnTo>
                    <a:pt x="44" y="224"/>
                  </a:lnTo>
                  <a:lnTo>
                    <a:pt x="34" y="197"/>
                  </a:lnTo>
                  <a:lnTo>
                    <a:pt x="26" y="171"/>
                  </a:lnTo>
                  <a:lnTo>
                    <a:pt x="18" y="144"/>
                  </a:lnTo>
                  <a:lnTo>
                    <a:pt x="12" y="115"/>
                  </a:lnTo>
                  <a:lnTo>
                    <a:pt x="6" y="87"/>
                  </a:lnTo>
                  <a:lnTo>
                    <a:pt x="3" y="59"/>
                  </a:lnTo>
                  <a:lnTo>
                    <a:pt x="1" y="29"/>
                  </a:lnTo>
                  <a:lnTo>
                    <a:pt x="0" y="0"/>
                  </a:lnTo>
                </a:path>
              </a:pathLst>
            </a:custGeom>
            <a:noFill/>
            <a:ln cap="flat" cmpd="sng" w="26975">
              <a:solidFill>
                <a:schemeClr val="accent2"/>
              </a:solidFill>
              <a:prstDash val="solid"/>
              <a:miter lim="800000"/>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19" name="Google Shape;919;p83"/>
            <p:cNvSpPr/>
            <p:nvPr/>
          </p:nvSpPr>
          <p:spPr>
            <a:xfrm>
              <a:off x="2884" y="1794"/>
              <a:ext cx="676" cy="727"/>
            </a:xfrm>
            <a:custGeom>
              <a:rect b="b" l="l" r="r" t="t"/>
              <a:pathLst>
                <a:path extrusionOk="0" h="636" w="627">
                  <a:moveTo>
                    <a:pt x="0" y="0"/>
                  </a:moveTo>
                  <a:lnTo>
                    <a:pt x="1" y="0"/>
                  </a:lnTo>
                  <a:lnTo>
                    <a:pt x="1" y="0"/>
                  </a:lnTo>
                  <a:lnTo>
                    <a:pt x="33" y="1"/>
                  </a:lnTo>
                  <a:lnTo>
                    <a:pt x="64" y="3"/>
                  </a:lnTo>
                  <a:lnTo>
                    <a:pt x="97" y="8"/>
                  </a:lnTo>
                  <a:lnTo>
                    <a:pt x="127" y="13"/>
                  </a:lnTo>
                  <a:lnTo>
                    <a:pt x="157" y="20"/>
                  </a:lnTo>
                  <a:lnTo>
                    <a:pt x="187" y="28"/>
                  </a:lnTo>
                  <a:lnTo>
                    <a:pt x="216" y="38"/>
                  </a:lnTo>
                  <a:lnTo>
                    <a:pt x="244" y="50"/>
                  </a:lnTo>
                  <a:lnTo>
                    <a:pt x="272" y="62"/>
                  </a:lnTo>
                  <a:lnTo>
                    <a:pt x="299" y="76"/>
                  </a:lnTo>
                  <a:lnTo>
                    <a:pt x="325" y="92"/>
                  </a:lnTo>
                  <a:lnTo>
                    <a:pt x="351" y="109"/>
                  </a:lnTo>
                  <a:lnTo>
                    <a:pt x="376" y="127"/>
                  </a:lnTo>
                  <a:lnTo>
                    <a:pt x="399" y="145"/>
                  </a:lnTo>
                  <a:lnTo>
                    <a:pt x="422" y="165"/>
                  </a:lnTo>
                  <a:lnTo>
                    <a:pt x="444" y="187"/>
                  </a:lnTo>
                  <a:lnTo>
                    <a:pt x="464" y="209"/>
                  </a:lnTo>
                  <a:lnTo>
                    <a:pt x="484" y="232"/>
                  </a:lnTo>
                  <a:lnTo>
                    <a:pt x="503" y="256"/>
                  </a:lnTo>
                  <a:lnTo>
                    <a:pt x="520" y="281"/>
                  </a:lnTo>
                  <a:lnTo>
                    <a:pt x="536" y="306"/>
                  </a:lnTo>
                  <a:lnTo>
                    <a:pt x="551" y="333"/>
                  </a:lnTo>
                  <a:lnTo>
                    <a:pt x="565" y="360"/>
                  </a:lnTo>
                  <a:lnTo>
                    <a:pt x="577" y="389"/>
                  </a:lnTo>
                  <a:lnTo>
                    <a:pt x="589" y="417"/>
                  </a:lnTo>
                  <a:lnTo>
                    <a:pt x="599" y="447"/>
                  </a:lnTo>
                  <a:lnTo>
                    <a:pt x="607" y="477"/>
                  </a:lnTo>
                  <a:lnTo>
                    <a:pt x="614" y="508"/>
                  </a:lnTo>
                  <a:lnTo>
                    <a:pt x="619" y="538"/>
                  </a:lnTo>
                  <a:lnTo>
                    <a:pt x="624" y="571"/>
                  </a:lnTo>
                  <a:lnTo>
                    <a:pt x="626" y="603"/>
                  </a:lnTo>
                  <a:lnTo>
                    <a:pt x="627" y="636"/>
                  </a:lnTo>
                </a:path>
              </a:pathLst>
            </a:custGeom>
            <a:noFill/>
            <a:ln cap="flat" cmpd="sng" w="26975">
              <a:solidFill>
                <a:schemeClr val="accent2"/>
              </a:solidFill>
              <a:prstDash val="solid"/>
              <a:miter lim="800000"/>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20" name="Google Shape;920;p83"/>
            <p:cNvSpPr/>
            <p:nvPr/>
          </p:nvSpPr>
          <p:spPr>
            <a:xfrm>
              <a:off x="2219" y="1794"/>
              <a:ext cx="675" cy="714"/>
            </a:xfrm>
            <a:custGeom>
              <a:rect b="b" l="l" r="r" t="t"/>
              <a:pathLst>
                <a:path extrusionOk="0" h="625" w="626">
                  <a:moveTo>
                    <a:pt x="0" y="625"/>
                  </a:moveTo>
                  <a:lnTo>
                    <a:pt x="1" y="593"/>
                  </a:lnTo>
                  <a:lnTo>
                    <a:pt x="4" y="560"/>
                  </a:lnTo>
                  <a:lnTo>
                    <a:pt x="9" y="530"/>
                  </a:lnTo>
                  <a:lnTo>
                    <a:pt x="14" y="498"/>
                  </a:lnTo>
                  <a:lnTo>
                    <a:pt x="21" y="469"/>
                  </a:lnTo>
                  <a:lnTo>
                    <a:pt x="30" y="439"/>
                  </a:lnTo>
                  <a:lnTo>
                    <a:pt x="41" y="410"/>
                  </a:lnTo>
                  <a:lnTo>
                    <a:pt x="52" y="381"/>
                  </a:lnTo>
                  <a:lnTo>
                    <a:pt x="65" y="354"/>
                  </a:lnTo>
                  <a:lnTo>
                    <a:pt x="79" y="327"/>
                  </a:lnTo>
                  <a:lnTo>
                    <a:pt x="94" y="300"/>
                  </a:lnTo>
                  <a:lnTo>
                    <a:pt x="110" y="275"/>
                  </a:lnTo>
                  <a:lnTo>
                    <a:pt x="128" y="251"/>
                  </a:lnTo>
                  <a:lnTo>
                    <a:pt x="147" y="227"/>
                  </a:lnTo>
                  <a:lnTo>
                    <a:pt x="187" y="183"/>
                  </a:lnTo>
                  <a:lnTo>
                    <a:pt x="232" y="143"/>
                  </a:lnTo>
                  <a:lnTo>
                    <a:pt x="255" y="125"/>
                  </a:lnTo>
                  <a:lnTo>
                    <a:pt x="279" y="107"/>
                  </a:lnTo>
                  <a:lnTo>
                    <a:pt x="305" y="91"/>
                  </a:lnTo>
                  <a:lnTo>
                    <a:pt x="331" y="75"/>
                  </a:lnTo>
                  <a:lnTo>
                    <a:pt x="358" y="62"/>
                  </a:lnTo>
                  <a:lnTo>
                    <a:pt x="385" y="49"/>
                  </a:lnTo>
                  <a:lnTo>
                    <a:pt x="413" y="38"/>
                  </a:lnTo>
                  <a:lnTo>
                    <a:pt x="442" y="28"/>
                  </a:lnTo>
                  <a:lnTo>
                    <a:pt x="471" y="20"/>
                  </a:lnTo>
                  <a:lnTo>
                    <a:pt x="501" y="13"/>
                  </a:lnTo>
                  <a:lnTo>
                    <a:pt x="532" y="8"/>
                  </a:lnTo>
                  <a:lnTo>
                    <a:pt x="563" y="3"/>
                  </a:lnTo>
                  <a:lnTo>
                    <a:pt x="594" y="1"/>
                  </a:lnTo>
                  <a:lnTo>
                    <a:pt x="626" y="0"/>
                  </a:lnTo>
                </a:path>
              </a:pathLst>
            </a:custGeom>
            <a:noFill/>
            <a:ln cap="flat" cmpd="sng" w="26975">
              <a:solidFill>
                <a:schemeClr val="accent2"/>
              </a:solidFill>
              <a:prstDash val="solid"/>
              <a:miter lim="800000"/>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21" name="Google Shape;921;p83"/>
            <p:cNvSpPr/>
            <p:nvPr/>
          </p:nvSpPr>
          <p:spPr>
            <a:xfrm>
              <a:off x="2815" y="2509"/>
              <a:ext cx="740" cy="794"/>
            </a:xfrm>
            <a:custGeom>
              <a:rect b="b" l="l" r="r" t="t"/>
              <a:pathLst>
                <a:path extrusionOk="0" h="695" w="687">
                  <a:moveTo>
                    <a:pt x="687" y="0"/>
                  </a:moveTo>
                  <a:lnTo>
                    <a:pt x="686" y="36"/>
                  </a:lnTo>
                  <a:lnTo>
                    <a:pt x="684" y="71"/>
                  </a:lnTo>
                  <a:lnTo>
                    <a:pt x="679" y="106"/>
                  </a:lnTo>
                  <a:lnTo>
                    <a:pt x="673" y="140"/>
                  </a:lnTo>
                  <a:lnTo>
                    <a:pt x="665" y="173"/>
                  </a:lnTo>
                  <a:lnTo>
                    <a:pt x="656" y="207"/>
                  </a:lnTo>
                  <a:lnTo>
                    <a:pt x="645" y="239"/>
                  </a:lnTo>
                  <a:lnTo>
                    <a:pt x="633" y="271"/>
                  </a:lnTo>
                  <a:lnTo>
                    <a:pt x="619" y="301"/>
                  </a:lnTo>
                  <a:lnTo>
                    <a:pt x="604" y="332"/>
                  </a:lnTo>
                  <a:lnTo>
                    <a:pt x="588" y="360"/>
                  </a:lnTo>
                  <a:lnTo>
                    <a:pt x="570" y="389"/>
                  </a:lnTo>
                  <a:lnTo>
                    <a:pt x="551" y="416"/>
                  </a:lnTo>
                  <a:lnTo>
                    <a:pt x="531" y="442"/>
                  </a:lnTo>
                  <a:lnTo>
                    <a:pt x="509" y="467"/>
                  </a:lnTo>
                  <a:lnTo>
                    <a:pt x="487" y="492"/>
                  </a:lnTo>
                  <a:lnTo>
                    <a:pt x="462" y="515"/>
                  </a:lnTo>
                  <a:lnTo>
                    <a:pt x="437" y="537"/>
                  </a:lnTo>
                  <a:lnTo>
                    <a:pt x="411" y="558"/>
                  </a:lnTo>
                  <a:lnTo>
                    <a:pt x="384" y="576"/>
                  </a:lnTo>
                  <a:lnTo>
                    <a:pt x="356" y="595"/>
                  </a:lnTo>
                  <a:lnTo>
                    <a:pt x="328" y="611"/>
                  </a:lnTo>
                  <a:lnTo>
                    <a:pt x="298" y="627"/>
                  </a:lnTo>
                  <a:lnTo>
                    <a:pt x="268" y="641"/>
                  </a:lnTo>
                  <a:lnTo>
                    <a:pt x="236" y="653"/>
                  </a:lnTo>
                  <a:lnTo>
                    <a:pt x="205" y="664"/>
                  </a:lnTo>
                  <a:lnTo>
                    <a:pt x="172" y="674"/>
                  </a:lnTo>
                  <a:lnTo>
                    <a:pt x="138" y="681"/>
                  </a:lnTo>
                  <a:lnTo>
                    <a:pt x="105" y="688"/>
                  </a:lnTo>
                  <a:lnTo>
                    <a:pt x="70" y="692"/>
                  </a:lnTo>
                  <a:lnTo>
                    <a:pt x="36" y="694"/>
                  </a:lnTo>
                  <a:lnTo>
                    <a:pt x="0" y="695"/>
                  </a:lnTo>
                </a:path>
              </a:pathLst>
            </a:custGeom>
            <a:noFill/>
            <a:ln cap="flat" cmpd="sng" w="26975">
              <a:solidFill>
                <a:schemeClr val="accent2"/>
              </a:solidFill>
              <a:prstDash val="solid"/>
              <a:miter lim="800000"/>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922" name="Google Shape;922;p83"/>
            <p:cNvGrpSpPr/>
            <p:nvPr/>
          </p:nvGrpSpPr>
          <p:grpSpPr>
            <a:xfrm>
              <a:off x="2054" y="2508"/>
              <a:ext cx="778" cy="794"/>
              <a:chOff x="2030" y="2493"/>
              <a:chExt cx="722" cy="695"/>
            </a:xfrm>
          </p:grpSpPr>
          <p:sp>
            <p:nvSpPr>
              <p:cNvPr id="923" name="Google Shape;923;p83"/>
              <p:cNvSpPr/>
              <p:nvPr/>
            </p:nvSpPr>
            <p:spPr>
              <a:xfrm>
                <a:off x="2072" y="2594"/>
                <a:ext cx="680" cy="594"/>
              </a:xfrm>
              <a:custGeom>
                <a:rect b="b" l="l" r="r" t="t"/>
                <a:pathLst>
                  <a:path extrusionOk="0" h="594" w="680">
                    <a:moveTo>
                      <a:pt x="680" y="594"/>
                    </a:moveTo>
                    <a:lnTo>
                      <a:pt x="648" y="593"/>
                    </a:lnTo>
                    <a:lnTo>
                      <a:pt x="616" y="591"/>
                    </a:lnTo>
                    <a:lnTo>
                      <a:pt x="584" y="588"/>
                    </a:lnTo>
                    <a:lnTo>
                      <a:pt x="554" y="582"/>
                    </a:lnTo>
                    <a:lnTo>
                      <a:pt x="523" y="576"/>
                    </a:lnTo>
                    <a:lnTo>
                      <a:pt x="493" y="568"/>
                    </a:lnTo>
                    <a:lnTo>
                      <a:pt x="463" y="559"/>
                    </a:lnTo>
                    <a:lnTo>
                      <a:pt x="434" y="548"/>
                    </a:lnTo>
                    <a:lnTo>
                      <a:pt x="406" y="538"/>
                    </a:lnTo>
                    <a:lnTo>
                      <a:pt x="379" y="524"/>
                    </a:lnTo>
                    <a:lnTo>
                      <a:pt x="352" y="510"/>
                    </a:lnTo>
                    <a:lnTo>
                      <a:pt x="325" y="495"/>
                    </a:lnTo>
                    <a:lnTo>
                      <a:pt x="301" y="479"/>
                    </a:lnTo>
                    <a:lnTo>
                      <a:pt x="276" y="461"/>
                    </a:lnTo>
                    <a:lnTo>
                      <a:pt x="228" y="423"/>
                    </a:lnTo>
                    <a:lnTo>
                      <a:pt x="185" y="381"/>
                    </a:lnTo>
                    <a:lnTo>
                      <a:pt x="145" y="335"/>
                    </a:lnTo>
                    <a:lnTo>
                      <a:pt x="110" y="286"/>
                    </a:lnTo>
                    <a:lnTo>
                      <a:pt x="94" y="261"/>
                    </a:lnTo>
                    <a:lnTo>
                      <a:pt x="78" y="235"/>
                    </a:lnTo>
                    <a:lnTo>
                      <a:pt x="64" y="208"/>
                    </a:lnTo>
                    <a:lnTo>
                      <a:pt x="51" y="179"/>
                    </a:lnTo>
                    <a:lnTo>
                      <a:pt x="40" y="151"/>
                    </a:lnTo>
                    <a:lnTo>
                      <a:pt x="29" y="123"/>
                    </a:lnTo>
                    <a:lnTo>
                      <a:pt x="19" y="92"/>
                    </a:lnTo>
                    <a:lnTo>
                      <a:pt x="12" y="62"/>
                    </a:lnTo>
                    <a:lnTo>
                      <a:pt x="5" y="32"/>
                    </a:lnTo>
                    <a:lnTo>
                      <a:pt x="0" y="0"/>
                    </a:lnTo>
                  </a:path>
                </a:pathLst>
              </a:custGeom>
              <a:noFill/>
              <a:ln cap="flat" cmpd="sng" w="26975">
                <a:solidFill>
                  <a:schemeClr val="accent2"/>
                </a:solidFill>
                <a:prstDash val="solid"/>
                <a:miter lim="800000"/>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24" name="Google Shape;924;p83"/>
              <p:cNvSpPr/>
              <p:nvPr/>
            </p:nvSpPr>
            <p:spPr>
              <a:xfrm>
                <a:off x="2030" y="2493"/>
                <a:ext cx="94" cy="150"/>
              </a:xfrm>
              <a:custGeom>
                <a:rect b="b" l="l" r="r" t="t"/>
                <a:pathLst>
                  <a:path extrusionOk="0" h="150" w="94">
                    <a:moveTo>
                      <a:pt x="94" y="143"/>
                    </a:moveTo>
                    <a:lnTo>
                      <a:pt x="35" y="0"/>
                    </a:lnTo>
                    <a:lnTo>
                      <a:pt x="0" y="150"/>
                    </a:lnTo>
                    <a:lnTo>
                      <a:pt x="43" y="101"/>
                    </a:lnTo>
                    <a:lnTo>
                      <a:pt x="94" y="143"/>
                    </a:lnTo>
                    <a:close/>
                  </a:path>
                </a:pathLst>
              </a:custGeom>
              <a:solidFill>
                <a:srgbClr val="FFFFFF"/>
              </a:solidFill>
              <a:ln cap="flat" cmpd="sng" w="9525">
                <a:solidFill>
                  <a:schemeClr val="accent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grpSp>
      <p:sp>
        <p:nvSpPr>
          <p:cNvPr id="925" name="Google Shape;925;p83"/>
          <p:cNvSpPr/>
          <p:nvPr/>
        </p:nvSpPr>
        <p:spPr>
          <a:xfrm>
            <a:off x="6942137" y="1857375"/>
            <a:ext cx="273000" cy="270000"/>
          </a:xfrm>
          <a:prstGeom prst="ellipse">
            <a:avLst/>
          </a:prstGeom>
          <a:solidFill>
            <a:srgbClr val="68C1FE"/>
          </a:solidFill>
          <a:ln cap="flat" cmpd="sng" w="12700">
            <a:solidFill>
              <a:schemeClr val="dk1"/>
            </a:solidFill>
            <a:prstDash val="solid"/>
            <a:miter lim="800000"/>
            <a:headEnd len="sm" w="sm" type="none"/>
            <a:tailEnd len="sm" w="sm" type="none"/>
          </a:ln>
        </p:spPr>
        <p:txBody>
          <a:bodyPr anchorCtr="0" anchor="ctr" bIns="41275" lIns="82550" spcFirstLastPara="1" rIns="82550" wrap="square" tIns="41275">
            <a:noAutofit/>
          </a:bodyPr>
          <a:lstStyle/>
          <a:p>
            <a:pPr indent="0" lvl="0" marL="0" marR="0" rtl="0" algn="ctr">
              <a:lnSpc>
                <a:spcPct val="100000"/>
              </a:lnSpc>
              <a:spcBef>
                <a:spcPts val="0"/>
              </a:spcBef>
              <a:spcAft>
                <a:spcPts val="0"/>
              </a:spcAft>
              <a:buClr>
                <a:schemeClr val="dk1"/>
              </a:buClr>
              <a:buSzPts val="1300"/>
              <a:buFont typeface="Book Antiqua"/>
              <a:buNone/>
            </a:pPr>
            <a:r>
              <a:rPr b="0" i="1" lang="en-US" sz="1300" u="none">
                <a:solidFill>
                  <a:schemeClr val="dk1"/>
                </a:solidFill>
                <a:latin typeface="Book Antiqua"/>
                <a:ea typeface="Book Antiqua"/>
                <a:cs typeface="Book Antiqua"/>
                <a:sym typeface="Book Antiqua"/>
              </a:rPr>
              <a:t>2</a:t>
            </a:r>
            <a:endParaRPr/>
          </a:p>
        </p:txBody>
      </p:sp>
      <p:sp>
        <p:nvSpPr>
          <p:cNvPr id="926" name="Google Shape;926;p83"/>
          <p:cNvSpPr/>
          <p:nvPr/>
        </p:nvSpPr>
        <p:spPr>
          <a:xfrm>
            <a:off x="1808162" y="1857375"/>
            <a:ext cx="273000" cy="270000"/>
          </a:xfrm>
          <a:prstGeom prst="ellipse">
            <a:avLst/>
          </a:prstGeom>
          <a:solidFill>
            <a:srgbClr val="68C1FE"/>
          </a:solidFill>
          <a:ln cap="flat" cmpd="sng" w="12700">
            <a:solidFill>
              <a:schemeClr val="dk1"/>
            </a:solidFill>
            <a:prstDash val="solid"/>
            <a:miter lim="800000"/>
            <a:headEnd len="sm" w="sm" type="none"/>
            <a:tailEnd len="sm" w="sm" type="none"/>
          </a:ln>
        </p:spPr>
        <p:txBody>
          <a:bodyPr anchorCtr="0" anchor="ctr" bIns="41275" lIns="82550" spcFirstLastPara="1" rIns="82550" wrap="square" tIns="41275">
            <a:noAutofit/>
          </a:bodyPr>
          <a:lstStyle/>
          <a:p>
            <a:pPr indent="0" lvl="0" marL="0" marR="0" rtl="0" algn="ctr">
              <a:lnSpc>
                <a:spcPct val="100000"/>
              </a:lnSpc>
              <a:spcBef>
                <a:spcPts val="0"/>
              </a:spcBef>
              <a:spcAft>
                <a:spcPts val="0"/>
              </a:spcAft>
              <a:buClr>
                <a:schemeClr val="dk1"/>
              </a:buClr>
              <a:buSzPts val="1300"/>
              <a:buFont typeface="Book Antiqua"/>
              <a:buNone/>
            </a:pPr>
            <a:r>
              <a:rPr b="0" i="1" lang="en-US" sz="1300" u="none">
                <a:solidFill>
                  <a:schemeClr val="dk1"/>
                </a:solidFill>
                <a:latin typeface="Book Antiqua"/>
                <a:ea typeface="Book Antiqua"/>
                <a:cs typeface="Book Antiqua"/>
                <a:sym typeface="Book Antiqua"/>
              </a:rPr>
              <a:t>1</a:t>
            </a:r>
            <a:endParaRPr/>
          </a:p>
        </p:txBody>
      </p:sp>
      <p:sp>
        <p:nvSpPr>
          <p:cNvPr id="927" name="Google Shape;927;p83"/>
          <p:cNvSpPr/>
          <p:nvPr/>
        </p:nvSpPr>
        <p:spPr>
          <a:xfrm>
            <a:off x="6942137" y="4013200"/>
            <a:ext cx="273000" cy="270000"/>
          </a:xfrm>
          <a:prstGeom prst="ellipse">
            <a:avLst/>
          </a:prstGeom>
          <a:solidFill>
            <a:srgbClr val="68C1FE"/>
          </a:solidFill>
          <a:ln cap="flat" cmpd="sng" w="12700">
            <a:solidFill>
              <a:schemeClr val="dk1"/>
            </a:solidFill>
            <a:prstDash val="solid"/>
            <a:miter lim="800000"/>
            <a:headEnd len="sm" w="sm" type="none"/>
            <a:tailEnd len="sm" w="sm" type="none"/>
          </a:ln>
        </p:spPr>
        <p:txBody>
          <a:bodyPr anchorCtr="0" anchor="ctr" bIns="41275" lIns="82550" spcFirstLastPara="1" rIns="82550" wrap="square" tIns="41275">
            <a:noAutofit/>
          </a:bodyPr>
          <a:lstStyle/>
          <a:p>
            <a:pPr indent="0" lvl="0" marL="0" marR="0" rtl="0" algn="ctr">
              <a:lnSpc>
                <a:spcPct val="100000"/>
              </a:lnSpc>
              <a:spcBef>
                <a:spcPts val="0"/>
              </a:spcBef>
              <a:spcAft>
                <a:spcPts val="0"/>
              </a:spcAft>
              <a:buClr>
                <a:schemeClr val="dk1"/>
              </a:buClr>
              <a:buSzPts val="1300"/>
              <a:buFont typeface="Book Antiqua"/>
              <a:buNone/>
            </a:pPr>
            <a:r>
              <a:rPr b="0" i="1" lang="en-US" sz="1300" u="none">
                <a:solidFill>
                  <a:schemeClr val="dk1"/>
                </a:solidFill>
                <a:latin typeface="Book Antiqua"/>
                <a:ea typeface="Book Antiqua"/>
                <a:cs typeface="Book Antiqua"/>
                <a:sym typeface="Book Antiqua"/>
              </a:rPr>
              <a:t>3</a:t>
            </a:r>
            <a:endParaRPr/>
          </a:p>
        </p:txBody>
      </p:sp>
      <p:sp>
        <p:nvSpPr>
          <p:cNvPr id="928" name="Google Shape;928;p83"/>
          <p:cNvSpPr/>
          <p:nvPr/>
        </p:nvSpPr>
        <p:spPr>
          <a:xfrm>
            <a:off x="1808162" y="4013200"/>
            <a:ext cx="273000" cy="270000"/>
          </a:xfrm>
          <a:prstGeom prst="ellipse">
            <a:avLst/>
          </a:prstGeom>
          <a:solidFill>
            <a:srgbClr val="68C1FE"/>
          </a:solidFill>
          <a:ln cap="flat" cmpd="sng" w="12700">
            <a:solidFill>
              <a:schemeClr val="dk1"/>
            </a:solidFill>
            <a:prstDash val="solid"/>
            <a:miter lim="800000"/>
            <a:headEnd len="sm" w="sm" type="none"/>
            <a:tailEnd len="sm" w="sm" type="none"/>
          </a:ln>
        </p:spPr>
        <p:txBody>
          <a:bodyPr anchorCtr="0" anchor="ctr" bIns="41275" lIns="82550" spcFirstLastPara="1" rIns="82550" wrap="square" tIns="41275">
            <a:noAutofit/>
          </a:bodyPr>
          <a:lstStyle/>
          <a:p>
            <a:pPr indent="0" lvl="0" marL="0" marR="0" rtl="0" algn="ctr">
              <a:lnSpc>
                <a:spcPct val="100000"/>
              </a:lnSpc>
              <a:spcBef>
                <a:spcPts val="0"/>
              </a:spcBef>
              <a:spcAft>
                <a:spcPts val="0"/>
              </a:spcAft>
              <a:buClr>
                <a:schemeClr val="dk1"/>
              </a:buClr>
              <a:buSzPts val="1300"/>
              <a:buFont typeface="Book Antiqua"/>
              <a:buNone/>
            </a:pPr>
            <a:r>
              <a:rPr b="0" i="1" lang="en-US" sz="1300" u="none">
                <a:solidFill>
                  <a:schemeClr val="dk1"/>
                </a:solidFill>
                <a:latin typeface="Book Antiqua"/>
                <a:ea typeface="Book Antiqua"/>
                <a:cs typeface="Book Antiqua"/>
                <a:sym typeface="Book Antiqua"/>
              </a:rPr>
              <a:t>4</a:t>
            </a:r>
            <a:endParaRPr/>
          </a:p>
        </p:txBody>
      </p:sp>
      <p:sp>
        <p:nvSpPr>
          <p:cNvPr id="929" name="Google Shape;929;p83"/>
          <p:cNvSpPr txBox="1"/>
          <p:nvPr/>
        </p:nvSpPr>
        <p:spPr>
          <a:xfrm>
            <a:off x="627062" y="6567487"/>
            <a:ext cx="7959600" cy="198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FFFFFF"/>
              </a:buClr>
              <a:buSzPts val="1300"/>
              <a:buFont typeface="Arial"/>
              <a:buNone/>
            </a:pPr>
            <a:r>
              <a:rPr b="1" i="0" lang="en-US" sz="1300" u="none">
                <a:solidFill>
                  <a:srgbClr val="FFFFFF"/>
                </a:solidFill>
                <a:latin typeface="Arial"/>
                <a:ea typeface="Arial"/>
                <a:cs typeface="Arial"/>
                <a:sym typeface="Arial"/>
              </a:rPr>
              <a:t>Nonaka, I. And H. Takeuchi, </a:t>
            </a:r>
            <a:r>
              <a:rPr b="1" i="0" lang="en-US" sz="1300" u="sng">
                <a:solidFill>
                  <a:srgbClr val="FFFFFF"/>
                </a:solidFill>
                <a:latin typeface="Arial"/>
                <a:ea typeface="Arial"/>
                <a:cs typeface="Arial"/>
                <a:sym typeface="Arial"/>
              </a:rPr>
              <a:t>The Knowledge-Creating Company</a:t>
            </a:r>
            <a:r>
              <a:rPr b="1" i="0" lang="en-US" sz="1300" u="none">
                <a:solidFill>
                  <a:srgbClr val="FFFFFF"/>
                </a:solidFill>
                <a:latin typeface="Arial"/>
                <a:ea typeface="Arial"/>
                <a:cs typeface="Arial"/>
                <a:sym typeface="Arial"/>
              </a:rPr>
              <a:t>.  New York: Oxford Univ. Press, 1995.</a:t>
            </a:r>
            <a:endParaRPr/>
          </a:p>
        </p:txBody>
      </p:sp>
      <p:pic>
        <p:nvPicPr>
          <p:cNvPr id="930" name="Google Shape;930;p83"/>
          <p:cNvPicPr preferRelativeResize="0"/>
          <p:nvPr/>
        </p:nvPicPr>
        <p:blipFill rotWithShape="1">
          <a:blip r:embed="rId3">
            <a:alphaModFix/>
          </a:blip>
          <a:srcRect b="0" l="0" r="0" t="0"/>
          <a:stretch/>
        </p:blipFill>
        <p:spPr>
          <a:xfrm>
            <a:off x="6170612" y="2424112"/>
            <a:ext cx="1050925" cy="1295400"/>
          </a:xfrm>
          <a:prstGeom prst="rect">
            <a:avLst/>
          </a:prstGeom>
          <a:noFill/>
          <a:ln>
            <a:noFill/>
          </a:ln>
        </p:spPr>
      </p:pic>
      <p:pic>
        <p:nvPicPr>
          <p:cNvPr id="931" name="Google Shape;931;p83"/>
          <p:cNvPicPr preferRelativeResize="0"/>
          <p:nvPr/>
        </p:nvPicPr>
        <p:blipFill rotWithShape="1">
          <a:blip r:embed="rId4">
            <a:alphaModFix/>
          </a:blip>
          <a:srcRect b="0" l="0" r="0" t="0"/>
          <a:stretch/>
        </p:blipFill>
        <p:spPr>
          <a:xfrm>
            <a:off x="1731962" y="2254250"/>
            <a:ext cx="989012" cy="1609725"/>
          </a:xfrm>
          <a:prstGeom prst="rect">
            <a:avLst/>
          </a:prstGeom>
          <a:noFill/>
          <a:ln>
            <a:noFill/>
          </a:ln>
        </p:spPr>
      </p:pic>
      <p:pic>
        <p:nvPicPr>
          <p:cNvPr id="932" name="Google Shape;932;p83"/>
          <p:cNvPicPr preferRelativeResize="0"/>
          <p:nvPr/>
        </p:nvPicPr>
        <p:blipFill rotWithShape="1">
          <a:blip r:embed="rId5">
            <a:alphaModFix/>
          </a:blip>
          <a:srcRect b="0" l="0" r="0" t="0"/>
          <a:stretch/>
        </p:blipFill>
        <p:spPr>
          <a:xfrm>
            <a:off x="1774825" y="4405312"/>
            <a:ext cx="795337" cy="1609725"/>
          </a:xfrm>
          <a:prstGeom prst="rect">
            <a:avLst/>
          </a:prstGeom>
          <a:noFill/>
          <a:ln>
            <a:noFill/>
          </a:ln>
        </p:spPr>
      </p:pic>
      <p:pic>
        <p:nvPicPr>
          <p:cNvPr id="933" name="Google Shape;933;p83"/>
          <p:cNvPicPr preferRelativeResize="0"/>
          <p:nvPr/>
        </p:nvPicPr>
        <p:blipFill rotWithShape="1">
          <a:blip r:embed="rId3">
            <a:alphaModFix/>
          </a:blip>
          <a:srcRect b="0" l="0" r="0" t="0"/>
          <a:stretch/>
        </p:blipFill>
        <p:spPr>
          <a:xfrm>
            <a:off x="6221412" y="4608512"/>
            <a:ext cx="1050925" cy="1295400"/>
          </a:xfrm>
          <a:prstGeom prst="rect">
            <a:avLst/>
          </a:prstGeom>
          <a:noFill/>
          <a:ln>
            <a:noFill/>
          </a:ln>
        </p:spPr>
      </p:pic>
      <p:sp>
        <p:nvSpPr>
          <p:cNvPr id="934" name="Google Shape;934;p83"/>
          <p:cNvSpPr txBox="1"/>
          <p:nvPr/>
        </p:nvSpPr>
        <p:spPr>
          <a:xfrm>
            <a:off x="2909887" y="2290762"/>
            <a:ext cx="1547700" cy="1428900"/>
          </a:xfrm>
          <a:prstGeom prst="rect">
            <a:avLst/>
          </a:prstGeom>
          <a:noFill/>
          <a:ln>
            <a:noFill/>
          </a:ln>
        </p:spPr>
        <p:txBody>
          <a:bodyPr anchorCtr="0" anchor="t" bIns="28575" lIns="53975" spcFirstLastPara="1" rIns="53975" wrap="square" tIns="28575">
            <a:spAutoFit/>
          </a:bodyPr>
          <a:lstStyle/>
          <a:p>
            <a:pPr indent="-144462" lvl="0" marL="144462" marR="0" rtl="0" algn="l">
              <a:lnSpc>
                <a:spcPct val="100000"/>
              </a:lnSpc>
              <a:spcBef>
                <a:spcPts val="0"/>
              </a:spcBef>
              <a:spcAft>
                <a:spcPts val="0"/>
              </a:spcAft>
              <a:buClr>
                <a:schemeClr val="accent2"/>
              </a:buClr>
              <a:buSzPts val="1020"/>
              <a:buFont typeface="Arial"/>
              <a:buChar char="•"/>
            </a:pPr>
            <a:r>
              <a:rPr b="1" i="0" lang="en-US" sz="1200" u="none">
                <a:solidFill>
                  <a:schemeClr val="accent2"/>
                </a:solidFill>
                <a:latin typeface="Arial"/>
                <a:ea typeface="Arial"/>
                <a:cs typeface="Arial"/>
                <a:sym typeface="Arial"/>
              </a:rPr>
              <a:t>Messaging</a:t>
            </a:r>
            <a:endParaRPr/>
          </a:p>
          <a:p>
            <a:pPr indent="-144462" lvl="0" marL="144462" marR="0" rtl="0" algn="l">
              <a:lnSpc>
                <a:spcPct val="100000"/>
              </a:lnSpc>
              <a:spcBef>
                <a:spcPts val="600"/>
              </a:spcBef>
              <a:spcAft>
                <a:spcPts val="0"/>
              </a:spcAft>
              <a:buClr>
                <a:schemeClr val="accent2"/>
              </a:buClr>
              <a:buSzPts val="1020"/>
              <a:buFont typeface="Arial"/>
              <a:buChar char="•"/>
            </a:pPr>
            <a:r>
              <a:rPr b="1" i="0" lang="en-US" sz="1200" u="none">
                <a:solidFill>
                  <a:schemeClr val="accent2"/>
                </a:solidFill>
                <a:latin typeface="Arial"/>
                <a:ea typeface="Arial"/>
                <a:cs typeface="Arial"/>
                <a:sym typeface="Arial"/>
              </a:rPr>
              <a:t>Peer-2-Peer</a:t>
            </a:r>
            <a:endParaRPr/>
          </a:p>
          <a:p>
            <a:pPr indent="-144462" lvl="0" marL="144462" marR="0" rtl="0" algn="l">
              <a:lnSpc>
                <a:spcPct val="100000"/>
              </a:lnSpc>
              <a:spcBef>
                <a:spcPts val="600"/>
              </a:spcBef>
              <a:spcAft>
                <a:spcPts val="0"/>
              </a:spcAft>
              <a:buClr>
                <a:schemeClr val="accent2"/>
              </a:buClr>
              <a:buSzPts val="1020"/>
              <a:buFont typeface="Arial"/>
              <a:buChar char="•"/>
            </a:pPr>
            <a:r>
              <a:rPr b="1" i="0" lang="en-US" sz="1200" u="none">
                <a:solidFill>
                  <a:schemeClr val="accent2"/>
                </a:solidFill>
                <a:latin typeface="Arial"/>
                <a:ea typeface="Arial"/>
                <a:cs typeface="Arial"/>
                <a:sym typeface="Arial"/>
              </a:rPr>
              <a:t>eTeamSpaces/ eConferencing</a:t>
            </a:r>
            <a:endParaRPr/>
          </a:p>
          <a:p>
            <a:pPr indent="-144462" lvl="0" marL="144462" marR="0" rtl="0" algn="l">
              <a:lnSpc>
                <a:spcPct val="100000"/>
              </a:lnSpc>
              <a:spcBef>
                <a:spcPts val="600"/>
              </a:spcBef>
              <a:spcAft>
                <a:spcPts val="0"/>
              </a:spcAft>
              <a:buClr>
                <a:schemeClr val="accent2"/>
              </a:buClr>
              <a:buSzPts val="1020"/>
              <a:buFont typeface="Arial"/>
              <a:buChar char="•"/>
            </a:pPr>
            <a:r>
              <a:rPr b="1" i="0" lang="en-US" sz="1200" u="none">
                <a:solidFill>
                  <a:schemeClr val="accent2"/>
                </a:solidFill>
                <a:latin typeface="Arial"/>
                <a:ea typeface="Arial"/>
                <a:cs typeface="Arial"/>
                <a:sym typeface="Arial"/>
              </a:rPr>
              <a:t>Discussion Forums</a:t>
            </a:r>
            <a:endParaRPr/>
          </a:p>
        </p:txBody>
      </p:sp>
      <p:sp>
        <p:nvSpPr>
          <p:cNvPr id="935" name="Google Shape;935;p83"/>
          <p:cNvSpPr txBox="1"/>
          <p:nvPr/>
        </p:nvSpPr>
        <p:spPr>
          <a:xfrm>
            <a:off x="4662487" y="2290762"/>
            <a:ext cx="1509600" cy="971700"/>
          </a:xfrm>
          <a:prstGeom prst="rect">
            <a:avLst/>
          </a:prstGeom>
          <a:noFill/>
          <a:ln>
            <a:noFill/>
          </a:ln>
        </p:spPr>
        <p:txBody>
          <a:bodyPr anchorCtr="0" anchor="t" bIns="28575" lIns="53975" spcFirstLastPara="1" rIns="53975" wrap="square" tIns="28575">
            <a:spAutoFit/>
          </a:bodyPr>
          <a:lstStyle/>
          <a:p>
            <a:pPr indent="-144462" lvl="0" marL="144462" marR="0" rtl="0" algn="l">
              <a:lnSpc>
                <a:spcPct val="100000"/>
              </a:lnSpc>
              <a:spcBef>
                <a:spcPts val="0"/>
              </a:spcBef>
              <a:spcAft>
                <a:spcPts val="0"/>
              </a:spcAft>
              <a:buClr>
                <a:schemeClr val="accent2"/>
              </a:buClr>
              <a:buSzPts val="1020"/>
              <a:buFont typeface="Arial"/>
              <a:buChar char="•"/>
            </a:pPr>
            <a:r>
              <a:rPr b="1" i="0" lang="en-US" sz="1200" u="none">
                <a:solidFill>
                  <a:schemeClr val="accent2"/>
                </a:solidFill>
                <a:latin typeface="Arial"/>
                <a:ea typeface="Arial"/>
                <a:cs typeface="Arial"/>
                <a:sym typeface="Arial"/>
              </a:rPr>
              <a:t>Content Management</a:t>
            </a:r>
            <a:endParaRPr/>
          </a:p>
          <a:p>
            <a:pPr indent="-144462" lvl="0" marL="144462" marR="0" rtl="0" algn="l">
              <a:lnSpc>
                <a:spcPct val="100000"/>
              </a:lnSpc>
              <a:spcBef>
                <a:spcPts val="600"/>
              </a:spcBef>
              <a:spcAft>
                <a:spcPts val="0"/>
              </a:spcAft>
              <a:buClr>
                <a:schemeClr val="accent2"/>
              </a:buClr>
              <a:buSzPts val="1020"/>
              <a:buFont typeface="Arial"/>
              <a:buChar char="•"/>
            </a:pPr>
            <a:r>
              <a:rPr b="1" i="0" lang="en-US" sz="1200" u="none">
                <a:solidFill>
                  <a:schemeClr val="accent2"/>
                </a:solidFill>
                <a:latin typeface="Arial"/>
                <a:ea typeface="Arial"/>
                <a:cs typeface="Arial"/>
                <a:sym typeface="Arial"/>
              </a:rPr>
              <a:t>Knowledgebases</a:t>
            </a:r>
            <a:endParaRPr/>
          </a:p>
          <a:p>
            <a:pPr indent="-144462" lvl="0" marL="144462" marR="0" rtl="0" algn="l">
              <a:lnSpc>
                <a:spcPct val="100000"/>
              </a:lnSpc>
              <a:spcBef>
                <a:spcPts val="600"/>
              </a:spcBef>
              <a:spcAft>
                <a:spcPts val="0"/>
              </a:spcAft>
              <a:buClr>
                <a:schemeClr val="accent2"/>
              </a:buClr>
              <a:buSzPts val="1020"/>
              <a:buFont typeface="Arial"/>
              <a:buChar char="•"/>
            </a:pPr>
            <a:r>
              <a:rPr b="1" i="0" lang="en-US" sz="1200" u="none">
                <a:solidFill>
                  <a:schemeClr val="accent2"/>
                </a:solidFill>
                <a:latin typeface="Arial"/>
                <a:ea typeface="Arial"/>
                <a:cs typeface="Arial"/>
                <a:sym typeface="Arial"/>
              </a:rPr>
              <a:t>Workflow</a:t>
            </a:r>
            <a:endParaRPr/>
          </a:p>
        </p:txBody>
      </p:sp>
      <p:sp>
        <p:nvSpPr>
          <p:cNvPr id="936" name="Google Shape;936;p83"/>
          <p:cNvSpPr txBox="1"/>
          <p:nvPr/>
        </p:nvSpPr>
        <p:spPr>
          <a:xfrm>
            <a:off x="2909887" y="4665662"/>
            <a:ext cx="1509600" cy="1338300"/>
          </a:xfrm>
          <a:prstGeom prst="rect">
            <a:avLst/>
          </a:prstGeom>
          <a:noFill/>
          <a:ln>
            <a:noFill/>
          </a:ln>
        </p:spPr>
        <p:txBody>
          <a:bodyPr anchorCtr="0" anchor="t" bIns="28575" lIns="53975" spcFirstLastPara="1" rIns="53975" wrap="square" tIns="28575">
            <a:spAutoFit/>
          </a:bodyPr>
          <a:lstStyle/>
          <a:p>
            <a:pPr indent="-144462" lvl="0" marL="144462" marR="0" rtl="0" algn="l">
              <a:lnSpc>
                <a:spcPct val="100000"/>
              </a:lnSpc>
              <a:spcBef>
                <a:spcPts val="0"/>
              </a:spcBef>
              <a:spcAft>
                <a:spcPts val="0"/>
              </a:spcAft>
              <a:buClr>
                <a:schemeClr val="accent2"/>
              </a:buClr>
              <a:buSzPts val="1020"/>
              <a:buFont typeface="Arial"/>
              <a:buChar char="•"/>
            </a:pPr>
            <a:r>
              <a:rPr b="1" i="0" lang="en-US" sz="1200" u="none">
                <a:solidFill>
                  <a:schemeClr val="accent2"/>
                </a:solidFill>
                <a:latin typeface="Arial"/>
                <a:ea typeface="Arial"/>
                <a:cs typeface="Arial"/>
                <a:sym typeface="Arial"/>
              </a:rPr>
              <a:t>Portals</a:t>
            </a:r>
            <a:endParaRPr/>
          </a:p>
          <a:p>
            <a:pPr indent="-144462" lvl="0" marL="144462" marR="0" rtl="0" algn="l">
              <a:lnSpc>
                <a:spcPct val="100000"/>
              </a:lnSpc>
              <a:spcBef>
                <a:spcPts val="600"/>
              </a:spcBef>
              <a:spcAft>
                <a:spcPts val="0"/>
              </a:spcAft>
              <a:buClr>
                <a:schemeClr val="accent2"/>
              </a:buClr>
              <a:buSzPts val="1020"/>
              <a:buFont typeface="Arial"/>
              <a:buChar char="•"/>
            </a:pPr>
            <a:r>
              <a:rPr b="1" i="0" lang="en-US" sz="1200" u="none">
                <a:solidFill>
                  <a:schemeClr val="accent2"/>
                </a:solidFill>
                <a:latin typeface="Arial"/>
                <a:ea typeface="Arial"/>
                <a:cs typeface="Arial"/>
                <a:sym typeface="Arial"/>
              </a:rPr>
              <a:t>eLearning</a:t>
            </a:r>
            <a:endParaRPr/>
          </a:p>
          <a:p>
            <a:pPr indent="-144462" lvl="0" marL="144462" marR="0" rtl="0" algn="l">
              <a:lnSpc>
                <a:spcPct val="100000"/>
              </a:lnSpc>
              <a:spcBef>
                <a:spcPts val="600"/>
              </a:spcBef>
              <a:spcAft>
                <a:spcPts val="0"/>
              </a:spcAft>
              <a:buClr>
                <a:schemeClr val="accent2"/>
              </a:buClr>
              <a:buSzPts val="1020"/>
              <a:buFont typeface="Arial"/>
              <a:buChar char="•"/>
            </a:pPr>
            <a:r>
              <a:rPr b="1" i="0" lang="en-US" sz="1200" u="none">
                <a:solidFill>
                  <a:schemeClr val="accent2"/>
                </a:solidFill>
                <a:latin typeface="Arial"/>
                <a:ea typeface="Arial"/>
                <a:cs typeface="Arial"/>
                <a:sym typeface="Arial"/>
              </a:rPr>
              <a:t>Searching</a:t>
            </a:r>
            <a:endParaRPr/>
          </a:p>
          <a:p>
            <a:pPr indent="-144462" lvl="0" marL="144462" marR="0" rtl="0" algn="l">
              <a:lnSpc>
                <a:spcPct val="100000"/>
              </a:lnSpc>
              <a:spcBef>
                <a:spcPts val="600"/>
              </a:spcBef>
              <a:spcAft>
                <a:spcPts val="0"/>
              </a:spcAft>
              <a:buClr>
                <a:schemeClr val="accent2"/>
              </a:buClr>
              <a:buSzPts val="1020"/>
              <a:buFont typeface="Arial"/>
              <a:buChar char="•"/>
            </a:pPr>
            <a:r>
              <a:rPr b="1" i="0" lang="en-US" sz="1200" u="none">
                <a:solidFill>
                  <a:schemeClr val="accent2"/>
                </a:solidFill>
                <a:latin typeface="Arial"/>
                <a:ea typeface="Arial"/>
                <a:cs typeface="Arial"/>
                <a:sym typeface="Arial"/>
              </a:rPr>
              <a:t>Personalization</a:t>
            </a:r>
            <a:endParaRPr/>
          </a:p>
          <a:p>
            <a:pPr indent="-144462" lvl="0" marL="144462" marR="0" rtl="0" algn="l">
              <a:lnSpc>
                <a:spcPct val="100000"/>
              </a:lnSpc>
              <a:spcBef>
                <a:spcPts val="600"/>
              </a:spcBef>
              <a:spcAft>
                <a:spcPts val="0"/>
              </a:spcAft>
              <a:buClr>
                <a:schemeClr val="accent2"/>
              </a:buClr>
              <a:buSzPts val="1020"/>
              <a:buFont typeface="Arial"/>
              <a:buChar char="•"/>
            </a:pPr>
            <a:r>
              <a:rPr b="1" i="0" lang="en-US" sz="1200" u="none">
                <a:solidFill>
                  <a:schemeClr val="accent2"/>
                </a:solidFill>
                <a:latin typeface="Arial"/>
                <a:ea typeface="Arial"/>
                <a:cs typeface="Arial"/>
                <a:sym typeface="Arial"/>
              </a:rPr>
              <a:t>Push/Profiles</a:t>
            </a:r>
            <a:endParaRPr/>
          </a:p>
        </p:txBody>
      </p:sp>
      <p:sp>
        <p:nvSpPr>
          <p:cNvPr id="937" name="Google Shape;937;p83"/>
          <p:cNvSpPr txBox="1"/>
          <p:nvPr/>
        </p:nvSpPr>
        <p:spPr>
          <a:xfrm>
            <a:off x="4662487" y="4665662"/>
            <a:ext cx="1509600" cy="1154100"/>
          </a:xfrm>
          <a:prstGeom prst="rect">
            <a:avLst/>
          </a:prstGeom>
          <a:noFill/>
          <a:ln>
            <a:noFill/>
          </a:ln>
        </p:spPr>
        <p:txBody>
          <a:bodyPr anchorCtr="0" anchor="t" bIns="28575" lIns="53975" spcFirstLastPara="1" rIns="53975" wrap="square" tIns="28575">
            <a:spAutoFit/>
          </a:bodyPr>
          <a:lstStyle/>
          <a:p>
            <a:pPr indent="-144462" lvl="0" marL="144462" marR="0" rtl="0" algn="l">
              <a:lnSpc>
                <a:spcPct val="100000"/>
              </a:lnSpc>
              <a:spcBef>
                <a:spcPts val="0"/>
              </a:spcBef>
              <a:spcAft>
                <a:spcPts val="0"/>
              </a:spcAft>
              <a:buClr>
                <a:schemeClr val="accent2"/>
              </a:buClr>
              <a:buSzPts val="1020"/>
              <a:buFont typeface="Arial"/>
              <a:buChar char="•"/>
            </a:pPr>
            <a:r>
              <a:rPr b="1" i="0" lang="en-US" sz="1200" u="none">
                <a:solidFill>
                  <a:schemeClr val="accent2"/>
                </a:solidFill>
                <a:latin typeface="Arial"/>
                <a:ea typeface="Arial"/>
                <a:cs typeface="Arial"/>
                <a:sym typeface="Arial"/>
              </a:rPr>
              <a:t>Knowledge Mapping</a:t>
            </a:r>
            <a:endParaRPr/>
          </a:p>
          <a:p>
            <a:pPr indent="-144462" lvl="0" marL="144462" marR="0" rtl="0" algn="l">
              <a:lnSpc>
                <a:spcPct val="100000"/>
              </a:lnSpc>
              <a:spcBef>
                <a:spcPts val="600"/>
              </a:spcBef>
              <a:spcAft>
                <a:spcPts val="0"/>
              </a:spcAft>
              <a:buClr>
                <a:schemeClr val="accent2"/>
              </a:buClr>
              <a:buSzPts val="1020"/>
              <a:buFont typeface="Arial"/>
              <a:buChar char="•"/>
            </a:pPr>
            <a:r>
              <a:rPr b="1" i="0" lang="en-US" sz="1200" u="none">
                <a:solidFill>
                  <a:schemeClr val="accent2"/>
                </a:solidFill>
                <a:latin typeface="Arial"/>
                <a:ea typeface="Arial"/>
                <a:cs typeface="Arial"/>
                <a:sym typeface="Arial"/>
              </a:rPr>
              <a:t>Data Mining</a:t>
            </a:r>
            <a:endParaRPr/>
          </a:p>
          <a:p>
            <a:pPr indent="-144462" lvl="0" marL="144462" marR="0" rtl="0" algn="l">
              <a:lnSpc>
                <a:spcPct val="100000"/>
              </a:lnSpc>
              <a:spcBef>
                <a:spcPts val="600"/>
              </a:spcBef>
              <a:spcAft>
                <a:spcPts val="0"/>
              </a:spcAft>
              <a:buClr>
                <a:schemeClr val="accent2"/>
              </a:buClr>
              <a:buSzPts val="1020"/>
              <a:buFont typeface="Arial"/>
              <a:buChar char="•"/>
            </a:pPr>
            <a:r>
              <a:rPr b="1" i="0" lang="en-US" sz="1200" u="none">
                <a:solidFill>
                  <a:schemeClr val="accent2"/>
                </a:solidFill>
                <a:latin typeface="Arial"/>
                <a:ea typeface="Arial"/>
                <a:cs typeface="Arial"/>
                <a:sym typeface="Arial"/>
              </a:rPr>
              <a:t>Synthesized Knowledge</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41" name="Shape 941"/>
        <p:cNvGrpSpPr/>
        <p:nvPr/>
      </p:nvGrpSpPr>
      <p:grpSpPr>
        <a:xfrm>
          <a:off x="0" y="0"/>
          <a:ext cx="0" cy="0"/>
          <a:chOff x="0" y="0"/>
          <a:chExt cx="0" cy="0"/>
        </a:xfrm>
      </p:grpSpPr>
      <p:sp>
        <p:nvSpPr>
          <p:cNvPr id="942" name="Google Shape;942;p84"/>
          <p:cNvSpPr txBox="1"/>
          <p:nvPr>
            <p:ph idx="1" type="body"/>
          </p:nvPr>
        </p:nvSpPr>
        <p:spPr>
          <a:xfrm>
            <a:off x="0" y="304800"/>
            <a:ext cx="9144000" cy="6553200"/>
          </a:xfrm>
          <a:prstGeom prst="rect">
            <a:avLst/>
          </a:prstGeom>
          <a:noFill/>
          <a:ln>
            <a:noFill/>
          </a:ln>
        </p:spPr>
        <p:txBody>
          <a:bodyPr anchorCtr="0" anchor="t" bIns="45700" lIns="91425" spcFirstLastPara="1" rIns="91425" wrap="square" tIns="45700">
            <a:noAutofit/>
          </a:bodyPr>
          <a:lstStyle/>
          <a:p>
            <a:pPr indent="-342900" lvl="0" marL="34290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Phases of organizational knowledge creation</a:t>
            </a:r>
            <a:endParaRPr/>
          </a:p>
          <a:p>
            <a:pPr indent="-190500" lvl="0" marL="342900" marR="0" rtl="0" algn="l">
              <a:lnSpc>
                <a:spcPct val="100000"/>
              </a:lnSpc>
              <a:spcBef>
                <a:spcPts val="480"/>
              </a:spcBef>
              <a:spcAft>
                <a:spcPts val="0"/>
              </a:spcAft>
              <a:buClr>
                <a:schemeClr val="dk1"/>
              </a:buClr>
              <a:buSzPts val="2400"/>
              <a:buFont typeface="Arial"/>
              <a:buNone/>
            </a:pPr>
            <a:r>
              <a:t/>
            </a:r>
            <a:endParaRPr b="1" i="0" sz="2400" u="none">
              <a:solidFill>
                <a:schemeClr val="dk1"/>
              </a:solidFill>
              <a:latin typeface="Arial"/>
              <a:ea typeface="Arial"/>
              <a:cs typeface="Arial"/>
              <a:sym typeface="Arial"/>
            </a:endParaRPr>
          </a:p>
        </p:txBody>
      </p:sp>
      <p:pic>
        <p:nvPicPr>
          <p:cNvPr id="943" name="Google Shape;943;p84"/>
          <p:cNvPicPr preferRelativeResize="0"/>
          <p:nvPr/>
        </p:nvPicPr>
        <p:blipFill rotWithShape="1">
          <a:blip r:embed="rId3">
            <a:alphaModFix/>
          </a:blip>
          <a:srcRect b="0" l="0" r="0" t="0"/>
          <a:stretch/>
        </p:blipFill>
        <p:spPr>
          <a:xfrm>
            <a:off x="533400" y="990600"/>
            <a:ext cx="8000999" cy="5764211"/>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chemeClr val="accent2"/>
            </a:gs>
          </a:gsLst>
          <a:lin ang="5400012" scaled="0"/>
        </a:gradFill>
      </p:bgPr>
    </p:bg>
    <p:spTree>
      <p:nvGrpSpPr>
        <p:cNvPr id="947" name="Shape 947"/>
        <p:cNvGrpSpPr/>
        <p:nvPr/>
      </p:nvGrpSpPr>
      <p:grpSpPr>
        <a:xfrm>
          <a:off x="0" y="0"/>
          <a:ext cx="0" cy="0"/>
          <a:chOff x="0" y="0"/>
          <a:chExt cx="0" cy="0"/>
        </a:xfrm>
      </p:grpSpPr>
      <p:sp>
        <p:nvSpPr>
          <p:cNvPr id="948" name="Google Shape;948;p85"/>
          <p:cNvSpPr txBox="1"/>
          <p:nvPr>
            <p:ph type="title"/>
          </p:nvPr>
        </p:nvSpPr>
        <p:spPr>
          <a:xfrm>
            <a:off x="457200" y="282575"/>
            <a:ext cx="8385300" cy="763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Arial Black"/>
              <a:buNone/>
            </a:pPr>
            <a:r>
              <a:rPr b="0" i="0" lang="en-US" sz="4400" u="sng">
                <a:solidFill>
                  <a:schemeClr val="dk2"/>
                </a:solidFill>
                <a:latin typeface="Arial Black"/>
                <a:ea typeface="Arial Black"/>
                <a:cs typeface="Arial Black"/>
                <a:sym typeface="Arial Black"/>
              </a:rPr>
              <a:t>Knowledge sourcing</a:t>
            </a:r>
            <a:r>
              <a:rPr b="1" i="0" lang="en-US" sz="4400" u="none">
                <a:solidFill>
                  <a:schemeClr val="dk2"/>
                </a:solidFill>
                <a:latin typeface="Arial Black"/>
                <a:ea typeface="Arial Black"/>
                <a:cs typeface="Arial Black"/>
                <a:sym typeface="Arial Black"/>
              </a:rPr>
              <a:t> </a:t>
            </a:r>
            <a:endParaRPr/>
          </a:p>
        </p:txBody>
      </p:sp>
      <p:sp>
        <p:nvSpPr>
          <p:cNvPr id="949" name="Google Shape;949;p85"/>
          <p:cNvSpPr txBox="1"/>
          <p:nvPr>
            <p:ph idx="1" type="body"/>
          </p:nvPr>
        </p:nvSpPr>
        <p:spPr>
          <a:xfrm>
            <a:off x="457200" y="1066800"/>
            <a:ext cx="8229600" cy="50595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3200"/>
              <a:buFont typeface="Noto Sans Symbols"/>
              <a:buNone/>
            </a:pPr>
            <a:r>
              <a:rPr b="1" i="0" lang="en-US" sz="3200" u="none" cap="none" strike="noStrike">
                <a:solidFill>
                  <a:schemeClr val="dk1"/>
                </a:solidFill>
                <a:latin typeface="Arial"/>
                <a:ea typeface="Arial"/>
                <a:cs typeface="Arial"/>
                <a:sym typeface="Arial"/>
              </a:rPr>
              <a:t>❶ Customer feedback</a:t>
            </a:r>
            <a:endParaRPr/>
          </a:p>
          <a:p>
            <a:pPr indent="-342900" lvl="0" marL="342900" marR="0" rtl="0" algn="l">
              <a:lnSpc>
                <a:spcPct val="100000"/>
              </a:lnSpc>
              <a:spcBef>
                <a:spcPts val="640"/>
              </a:spcBef>
              <a:spcAft>
                <a:spcPts val="0"/>
              </a:spcAft>
              <a:buClr>
                <a:schemeClr val="hlink"/>
              </a:buClr>
              <a:buSzPts val="3200"/>
              <a:buFont typeface="Noto Sans Symbols"/>
              <a:buNone/>
            </a:pPr>
            <a:r>
              <a:rPr b="1" i="0" lang="en-US" sz="3200" u="none" cap="none" strike="noStrike">
                <a:solidFill>
                  <a:schemeClr val="dk1"/>
                </a:solidFill>
                <a:latin typeface="Arial"/>
                <a:ea typeface="Arial"/>
                <a:cs typeface="Arial"/>
                <a:sym typeface="Arial"/>
              </a:rPr>
              <a:t>❷ Marketing expert’s opinion</a:t>
            </a:r>
            <a:endParaRPr/>
          </a:p>
          <a:p>
            <a:pPr indent="-342900" lvl="0" marL="342900" marR="0" rtl="0" algn="l">
              <a:lnSpc>
                <a:spcPct val="100000"/>
              </a:lnSpc>
              <a:spcBef>
                <a:spcPts val="640"/>
              </a:spcBef>
              <a:spcAft>
                <a:spcPts val="0"/>
              </a:spcAft>
              <a:buClr>
                <a:schemeClr val="hlink"/>
              </a:buClr>
              <a:buSzPts val="3200"/>
              <a:buFont typeface="Noto Sans Symbols"/>
              <a:buNone/>
            </a:pPr>
            <a:r>
              <a:rPr b="1" i="0" lang="en-US" sz="3200" u="none" cap="none" strike="noStrike">
                <a:solidFill>
                  <a:schemeClr val="dk1"/>
                </a:solidFill>
                <a:latin typeface="Arial"/>
                <a:ea typeface="Arial"/>
                <a:cs typeface="Arial"/>
                <a:sym typeface="Arial"/>
              </a:rPr>
              <a:t>❸ Previous promo schemes data and their success and failures</a:t>
            </a:r>
            <a:endParaRPr/>
          </a:p>
          <a:p>
            <a:pPr indent="-342900" lvl="0" marL="342900" marR="0" rtl="0" algn="l">
              <a:lnSpc>
                <a:spcPct val="100000"/>
              </a:lnSpc>
              <a:spcBef>
                <a:spcPts val="640"/>
              </a:spcBef>
              <a:spcAft>
                <a:spcPts val="0"/>
              </a:spcAft>
              <a:buClr>
                <a:schemeClr val="hlink"/>
              </a:buClr>
              <a:buSzPts val="3200"/>
              <a:buFont typeface="Noto Sans Symbols"/>
              <a:buNone/>
            </a:pPr>
            <a:r>
              <a:rPr b="1" i="0" lang="en-US" sz="3200" u="none" cap="none" strike="noStrike">
                <a:solidFill>
                  <a:schemeClr val="dk1"/>
                </a:solidFill>
                <a:latin typeface="Arial"/>
                <a:ea typeface="Arial"/>
                <a:cs typeface="Arial"/>
                <a:sym typeface="Arial"/>
              </a:rPr>
              <a:t>❹ Available secondary data</a:t>
            </a:r>
            <a:endParaRPr/>
          </a:p>
          <a:p>
            <a:pPr indent="-342900" lvl="0" marL="342900" marR="0" rtl="0" algn="l">
              <a:lnSpc>
                <a:spcPct val="100000"/>
              </a:lnSpc>
              <a:spcBef>
                <a:spcPts val="640"/>
              </a:spcBef>
              <a:spcAft>
                <a:spcPts val="0"/>
              </a:spcAft>
              <a:buClr>
                <a:schemeClr val="hlink"/>
              </a:buClr>
              <a:buSzPts val="3200"/>
              <a:buFont typeface="Noto Sans Symbols"/>
              <a:buNone/>
            </a:pPr>
            <a:r>
              <a:rPr b="1" i="0" lang="en-US" sz="3200" u="none" cap="none" strike="noStrike">
                <a:solidFill>
                  <a:schemeClr val="dk1"/>
                </a:solidFill>
                <a:latin typeface="Arial"/>
                <a:ea typeface="Arial"/>
                <a:cs typeface="Arial"/>
                <a:sym typeface="Arial"/>
              </a:rPr>
              <a:t>❺ Lessons from competitors similar schemes</a:t>
            </a:r>
            <a:endParaRPr/>
          </a:p>
          <a:p>
            <a:pPr indent="-342900" lvl="0" marL="342900" marR="0" rtl="0" algn="l">
              <a:lnSpc>
                <a:spcPct val="100000"/>
              </a:lnSpc>
              <a:spcBef>
                <a:spcPts val="640"/>
              </a:spcBef>
              <a:spcAft>
                <a:spcPts val="0"/>
              </a:spcAft>
              <a:buClr>
                <a:schemeClr val="hlink"/>
              </a:buClr>
              <a:buSzPts val="3200"/>
              <a:buFont typeface="Noto Sans Symbols"/>
              <a:buNone/>
            </a:pPr>
            <a:r>
              <a:rPr b="1" i="0" lang="en-US" sz="3200" u="none" cap="none" strike="noStrike">
                <a:solidFill>
                  <a:schemeClr val="dk1"/>
                </a:solidFill>
                <a:latin typeface="Arial"/>
                <a:ea typeface="Arial"/>
                <a:cs typeface="Arial"/>
                <a:sym typeface="Arial"/>
              </a:rPr>
              <a:t>❻ Contributions from employees concerned with such schemes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chemeClr val="accent2"/>
            </a:gs>
          </a:gsLst>
          <a:lin ang="5400012" scaled="0"/>
        </a:gradFill>
      </p:bgPr>
    </p:bg>
    <p:spTree>
      <p:nvGrpSpPr>
        <p:cNvPr id="953" name="Shape 953"/>
        <p:cNvGrpSpPr/>
        <p:nvPr/>
      </p:nvGrpSpPr>
      <p:grpSpPr>
        <a:xfrm>
          <a:off x="0" y="0"/>
          <a:ext cx="0" cy="0"/>
          <a:chOff x="0" y="0"/>
          <a:chExt cx="0" cy="0"/>
        </a:xfrm>
      </p:grpSpPr>
      <p:sp>
        <p:nvSpPr>
          <p:cNvPr id="954" name="Google Shape;954;p86"/>
          <p:cNvSpPr txBox="1"/>
          <p:nvPr>
            <p:ph type="title"/>
          </p:nvPr>
        </p:nvSpPr>
        <p:spPr>
          <a:xfrm>
            <a:off x="457200" y="244475"/>
            <a:ext cx="8385300" cy="1050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Arial Black"/>
              <a:buNone/>
            </a:pPr>
            <a:r>
              <a:rPr b="1" i="0" lang="en-US" sz="4400" u="none">
                <a:solidFill>
                  <a:schemeClr val="dk2"/>
                </a:solidFill>
                <a:latin typeface="Arial Black"/>
                <a:ea typeface="Arial Black"/>
                <a:cs typeface="Arial Black"/>
                <a:sym typeface="Arial Black"/>
              </a:rPr>
              <a:t>Knowledge abstraction </a:t>
            </a:r>
            <a:endParaRPr/>
          </a:p>
        </p:txBody>
      </p:sp>
      <p:sp>
        <p:nvSpPr>
          <p:cNvPr id="955" name="Google Shape;955;p86"/>
          <p:cNvSpPr txBox="1"/>
          <p:nvPr>
            <p:ph idx="1" type="body"/>
          </p:nvPr>
        </p:nvSpPr>
        <p:spPr>
          <a:xfrm>
            <a:off x="228600" y="1295400"/>
            <a:ext cx="8616900" cy="5181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3600"/>
              <a:buFont typeface="Noto Sans Symbols"/>
              <a:buChar char="▪"/>
            </a:pPr>
            <a:r>
              <a:rPr b="0" i="0" lang="en-US" sz="3600" u="none" cap="none" strike="noStrike">
                <a:solidFill>
                  <a:schemeClr val="dk1"/>
                </a:solidFill>
                <a:latin typeface="Arial"/>
                <a:ea typeface="Arial"/>
                <a:cs typeface="Arial"/>
                <a:sym typeface="Arial"/>
              </a:rPr>
              <a:t>It is process of generating the general     principles and concepts to guide the construction of the new knowledge, after analyzing the sources of knowledge.</a:t>
            </a:r>
            <a:endParaRPr/>
          </a:p>
          <a:p>
            <a:pPr indent="-342900" lvl="0" marL="342900" marR="0" rtl="0" algn="l">
              <a:lnSpc>
                <a:spcPct val="100000"/>
              </a:lnSpc>
              <a:spcBef>
                <a:spcPts val="640"/>
              </a:spcBef>
              <a:spcAft>
                <a:spcPts val="0"/>
              </a:spcAft>
              <a:buClr>
                <a:schemeClr val="hlink"/>
              </a:buClr>
              <a:buSzPts val="3200"/>
              <a:buFont typeface="Noto Sans Symbols"/>
              <a:buChar char="▪"/>
            </a:pPr>
            <a:r>
              <a:rPr b="0" i="0" lang="en-US" sz="3200" u="none" cap="none" strike="noStrike">
                <a:solidFill>
                  <a:schemeClr val="dk1"/>
                </a:solidFill>
                <a:latin typeface="Arial"/>
                <a:ea typeface="Arial"/>
                <a:cs typeface="Arial"/>
                <a:sym typeface="Arial"/>
              </a:rPr>
              <a:t>It helps to frame the insights gained from knowledge sourcing and to extrapolate new knowledge from the basic guidelines and issues that have emerged.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chemeClr val="accent2"/>
            </a:gs>
          </a:gsLst>
          <a:lin ang="5400012" scaled="0"/>
        </a:gradFill>
      </p:bgPr>
    </p:bg>
    <p:spTree>
      <p:nvGrpSpPr>
        <p:cNvPr id="959" name="Shape 959"/>
        <p:cNvGrpSpPr/>
        <p:nvPr/>
      </p:nvGrpSpPr>
      <p:grpSpPr>
        <a:xfrm>
          <a:off x="0" y="0"/>
          <a:ext cx="0" cy="0"/>
          <a:chOff x="0" y="0"/>
          <a:chExt cx="0" cy="0"/>
        </a:xfrm>
      </p:grpSpPr>
      <p:sp>
        <p:nvSpPr>
          <p:cNvPr id="960" name="Google Shape;960;p87"/>
          <p:cNvSpPr txBox="1"/>
          <p:nvPr>
            <p:ph type="title"/>
          </p:nvPr>
        </p:nvSpPr>
        <p:spPr>
          <a:xfrm>
            <a:off x="457200" y="244475"/>
            <a:ext cx="8385300" cy="898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Arial Black"/>
              <a:buNone/>
            </a:pPr>
            <a:r>
              <a:rPr b="1" i="0" lang="en-US" sz="4400" u="none">
                <a:solidFill>
                  <a:schemeClr val="dk2"/>
                </a:solidFill>
                <a:latin typeface="Arial Black"/>
                <a:ea typeface="Arial Black"/>
                <a:cs typeface="Arial Black"/>
                <a:sym typeface="Arial Black"/>
              </a:rPr>
              <a:t>Knowledge conversion</a:t>
            </a:r>
            <a:endParaRPr/>
          </a:p>
        </p:txBody>
      </p:sp>
      <p:sp>
        <p:nvSpPr>
          <p:cNvPr id="961" name="Google Shape;961;p87"/>
          <p:cNvSpPr txBox="1"/>
          <p:nvPr>
            <p:ph idx="1" type="body"/>
          </p:nvPr>
        </p:nvSpPr>
        <p:spPr>
          <a:xfrm>
            <a:off x="0" y="2438400"/>
            <a:ext cx="8845500" cy="2514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3200"/>
              <a:buFont typeface="Noto Sans Symbols"/>
              <a:buChar char="▪"/>
            </a:pPr>
            <a:r>
              <a:rPr b="0" i="0" lang="en-US" sz="3200" u="none" cap="none" strike="noStrike">
                <a:solidFill>
                  <a:schemeClr val="dk1"/>
                </a:solidFill>
                <a:latin typeface="Arial"/>
                <a:ea typeface="Arial"/>
                <a:cs typeface="Arial"/>
                <a:sym typeface="Arial"/>
              </a:rPr>
              <a:t>Knowledge conversion describes the phase during which the various ideas and principles are refined into specific outcomes that can be tested and shared with others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chemeClr val="accent2"/>
            </a:gs>
          </a:gsLst>
          <a:lin ang="5400012" scaled="0"/>
        </a:gradFill>
      </p:bgPr>
    </p:bg>
    <p:spTree>
      <p:nvGrpSpPr>
        <p:cNvPr id="965" name="Shape 965"/>
        <p:cNvGrpSpPr/>
        <p:nvPr/>
      </p:nvGrpSpPr>
      <p:grpSpPr>
        <a:xfrm>
          <a:off x="0" y="0"/>
          <a:ext cx="0" cy="0"/>
          <a:chOff x="0" y="0"/>
          <a:chExt cx="0" cy="0"/>
        </a:xfrm>
      </p:grpSpPr>
      <p:sp>
        <p:nvSpPr>
          <p:cNvPr id="966" name="Google Shape;966;p88"/>
          <p:cNvSpPr txBox="1"/>
          <p:nvPr>
            <p:ph type="title"/>
          </p:nvPr>
        </p:nvSpPr>
        <p:spPr>
          <a:xfrm>
            <a:off x="457200" y="244475"/>
            <a:ext cx="8385300" cy="9747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Arial Black"/>
              <a:buNone/>
            </a:pPr>
            <a:r>
              <a:rPr b="1" i="0" lang="en-US" sz="4400" u="none">
                <a:solidFill>
                  <a:schemeClr val="dk2"/>
                </a:solidFill>
                <a:latin typeface="Arial Black"/>
                <a:ea typeface="Arial Black"/>
                <a:cs typeface="Arial Black"/>
                <a:sym typeface="Arial Black"/>
              </a:rPr>
              <a:t>Knowledge diffusion</a:t>
            </a:r>
            <a:endParaRPr/>
          </a:p>
        </p:txBody>
      </p:sp>
      <p:sp>
        <p:nvSpPr>
          <p:cNvPr id="967" name="Google Shape;967;p88"/>
          <p:cNvSpPr txBox="1"/>
          <p:nvPr>
            <p:ph idx="1" type="body"/>
          </p:nvPr>
        </p:nvSpPr>
        <p:spPr>
          <a:xfrm>
            <a:off x="0" y="1371600"/>
            <a:ext cx="8845500" cy="5486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3200"/>
              <a:buFont typeface="Noto Sans Symbols"/>
              <a:buChar char="▪"/>
            </a:pPr>
            <a:r>
              <a:rPr b="0" i="0" lang="en-US" sz="3200" u="none" cap="none" strike="noStrike">
                <a:solidFill>
                  <a:schemeClr val="dk1"/>
                </a:solidFill>
                <a:latin typeface="Arial"/>
                <a:ea typeface="Arial"/>
                <a:cs typeface="Arial"/>
                <a:sym typeface="Arial"/>
              </a:rPr>
              <a:t>Knowledge diffusion is the spread of knowledge once it is codified or embodied </a:t>
            </a:r>
            <a:endParaRPr/>
          </a:p>
          <a:p>
            <a:pPr indent="-342900" lvl="0" marL="342900" marR="0" rtl="0" algn="l">
              <a:lnSpc>
                <a:spcPct val="100000"/>
              </a:lnSpc>
              <a:spcBef>
                <a:spcPts val="640"/>
              </a:spcBef>
              <a:spcAft>
                <a:spcPts val="0"/>
              </a:spcAft>
              <a:buClr>
                <a:schemeClr val="hlink"/>
              </a:buClr>
              <a:buSzPts val="3200"/>
              <a:buFont typeface="Noto Sans Symbols"/>
              <a:buNone/>
            </a:pPr>
            <a:r>
              <a:t/>
            </a:r>
            <a:endParaRPr b="0" i="0" sz="3200" u="none" cap="none" strike="noStrike">
              <a:solidFill>
                <a:schemeClr val="dk1"/>
              </a:solidFill>
              <a:latin typeface="Arial"/>
              <a:ea typeface="Arial"/>
              <a:cs typeface="Arial"/>
              <a:sym typeface="Arial"/>
            </a:endParaRPr>
          </a:p>
          <a:p>
            <a:pPr indent="-342900" lvl="0" marL="342900" marR="0" rtl="0" algn="l">
              <a:lnSpc>
                <a:spcPct val="100000"/>
              </a:lnSpc>
              <a:spcBef>
                <a:spcPts val="640"/>
              </a:spcBef>
              <a:spcAft>
                <a:spcPts val="0"/>
              </a:spcAft>
              <a:buClr>
                <a:schemeClr val="hlink"/>
              </a:buClr>
              <a:buSzPts val="3200"/>
              <a:buFont typeface="Noto Sans Symbols"/>
              <a:buChar char="▪"/>
            </a:pPr>
            <a:r>
              <a:rPr b="0" i="0" lang="en-US" sz="3200" u="none" cap="none" strike="noStrike">
                <a:solidFill>
                  <a:schemeClr val="dk1"/>
                </a:solidFill>
                <a:latin typeface="Arial"/>
                <a:ea typeface="Arial"/>
                <a:cs typeface="Arial"/>
                <a:sym typeface="Arial"/>
              </a:rPr>
              <a:t>In organizational settings, diffusion can occur through communication media such as newsletters, the Intranet, meetings, seminars etc., modeling of new practices, and demonstrations or coaching in specialized procedures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565867"/>
            </a:gs>
          </a:gsLst>
          <a:lin ang="5400012" scaled="0"/>
        </a:gradFill>
      </p:bgPr>
    </p:bg>
    <p:spTree>
      <p:nvGrpSpPr>
        <p:cNvPr id="971" name="Shape 971"/>
        <p:cNvGrpSpPr/>
        <p:nvPr/>
      </p:nvGrpSpPr>
      <p:grpSpPr>
        <a:xfrm>
          <a:off x="0" y="0"/>
          <a:ext cx="0" cy="0"/>
          <a:chOff x="0" y="0"/>
          <a:chExt cx="0" cy="0"/>
        </a:xfrm>
      </p:grpSpPr>
      <p:sp>
        <p:nvSpPr>
          <p:cNvPr id="972" name="Google Shape;972;p89"/>
          <p:cNvSpPr txBox="1"/>
          <p:nvPr>
            <p:ph type="title"/>
          </p:nvPr>
        </p:nvSpPr>
        <p:spPr>
          <a:xfrm>
            <a:off x="301625" y="228600"/>
            <a:ext cx="85407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Tahoma"/>
              <a:buNone/>
            </a:pPr>
            <a:r>
              <a:rPr b="1" i="0" lang="en-US" sz="3200" u="none">
                <a:solidFill>
                  <a:schemeClr val="dk2"/>
                </a:solidFill>
                <a:latin typeface="Tahoma"/>
                <a:ea typeface="Tahoma"/>
                <a:cs typeface="Tahoma"/>
                <a:sym typeface="Tahoma"/>
              </a:rPr>
              <a:t>WHAT IS ORGANISATIONAL LEARNING?</a:t>
            </a:r>
            <a:r>
              <a:rPr b="0" i="0" lang="en-US" sz="4000" u="none">
                <a:solidFill>
                  <a:schemeClr val="dk2"/>
                </a:solidFill>
                <a:latin typeface="Tahoma"/>
                <a:ea typeface="Tahoma"/>
                <a:cs typeface="Tahoma"/>
                <a:sym typeface="Tahoma"/>
              </a:rPr>
              <a:t> </a:t>
            </a:r>
            <a:endParaRPr/>
          </a:p>
        </p:txBody>
      </p:sp>
      <p:sp>
        <p:nvSpPr>
          <p:cNvPr id="973" name="Google Shape;973;p89"/>
          <p:cNvSpPr txBox="1"/>
          <p:nvPr>
            <p:ph idx="1" type="body"/>
          </p:nvPr>
        </p:nvSpPr>
        <p:spPr>
          <a:xfrm>
            <a:off x="301625" y="2357437"/>
            <a:ext cx="8540700" cy="3741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560"/>
              <a:buFont typeface="Arial"/>
              <a:buChar char="►"/>
            </a:pPr>
            <a:r>
              <a:rPr b="0" i="0" lang="en-US" sz="3200" u="none" cap="none" strike="noStrike">
                <a:solidFill>
                  <a:schemeClr val="dk1"/>
                </a:solidFill>
                <a:latin typeface="Tahoma"/>
                <a:ea typeface="Tahoma"/>
                <a:cs typeface="Tahoma"/>
                <a:sym typeface="Tahoma"/>
              </a:rPr>
              <a:t>The term organizational learning refers to continuous improvement of existing approaches and processes and adaptation to change, leading to new goals and/or approaches.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2"/>
            </a:gs>
            <a:gs pos="50000">
              <a:schemeClr val="lt1"/>
            </a:gs>
            <a:gs pos="100000">
              <a:schemeClr val="lt2"/>
            </a:gs>
          </a:gsLst>
          <a:lin ang="5400012" scaled="0"/>
        </a:gradFill>
      </p:bgPr>
    </p:bg>
    <p:spTree>
      <p:nvGrpSpPr>
        <p:cNvPr id="977" name="Shape 977"/>
        <p:cNvGrpSpPr/>
        <p:nvPr/>
      </p:nvGrpSpPr>
      <p:grpSpPr>
        <a:xfrm>
          <a:off x="0" y="0"/>
          <a:ext cx="0" cy="0"/>
          <a:chOff x="0" y="0"/>
          <a:chExt cx="0" cy="0"/>
        </a:xfrm>
      </p:grpSpPr>
      <p:sp>
        <p:nvSpPr>
          <p:cNvPr id="978" name="Google Shape;978;p90"/>
          <p:cNvSpPr txBox="1"/>
          <p:nvPr>
            <p:ph type="title"/>
          </p:nvPr>
        </p:nvSpPr>
        <p:spPr>
          <a:xfrm>
            <a:off x="457200" y="277812"/>
            <a:ext cx="8229600" cy="792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Arial"/>
              <a:buNone/>
            </a:pPr>
            <a:r>
              <a:rPr b="1" i="1" lang="en-US" sz="3600" u="sng">
                <a:solidFill>
                  <a:schemeClr val="dk2"/>
                </a:solidFill>
                <a:latin typeface="Arial"/>
                <a:ea typeface="Arial"/>
                <a:cs typeface="Arial"/>
                <a:sym typeface="Arial"/>
              </a:rPr>
              <a:t>Benefits of organizational learning</a:t>
            </a:r>
            <a:endParaRPr/>
          </a:p>
        </p:txBody>
      </p:sp>
      <p:sp>
        <p:nvSpPr>
          <p:cNvPr id="979" name="Google Shape;979;p90"/>
          <p:cNvSpPr txBox="1"/>
          <p:nvPr>
            <p:ph idx="1" type="body"/>
          </p:nvPr>
        </p:nvSpPr>
        <p:spPr>
          <a:xfrm>
            <a:off x="457200" y="1447800"/>
            <a:ext cx="8229600" cy="5410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0000"/>
              </a:lnSpc>
              <a:spcBef>
                <a:spcPts val="0"/>
              </a:spcBef>
              <a:spcAft>
                <a:spcPts val="0"/>
              </a:spcAft>
              <a:buClr>
                <a:schemeClr val="hlink"/>
              </a:buClr>
              <a:buSzPts val="1820"/>
              <a:buFont typeface="Noto Sans Symbols"/>
              <a:buNone/>
            </a:pPr>
            <a:r>
              <a:rPr b="1" i="0" lang="en-US" sz="2800" u="none" cap="none" strike="noStrike">
                <a:solidFill>
                  <a:schemeClr val="dk1"/>
                </a:solidFill>
                <a:latin typeface="Tahoma"/>
                <a:ea typeface="Tahoma"/>
                <a:cs typeface="Tahoma"/>
                <a:sym typeface="Tahoma"/>
              </a:rPr>
              <a:t>(1) Enhancing value to customers through new and improved products and services; </a:t>
            </a:r>
            <a:endParaRPr/>
          </a:p>
          <a:p>
            <a:pPr indent="-342900" lvl="0" marL="342900" marR="0" rtl="0" algn="l">
              <a:lnSpc>
                <a:spcPct val="80000"/>
              </a:lnSpc>
              <a:spcBef>
                <a:spcPts val="560"/>
              </a:spcBef>
              <a:spcAft>
                <a:spcPts val="0"/>
              </a:spcAft>
              <a:buClr>
                <a:schemeClr val="hlink"/>
              </a:buClr>
              <a:buSzPts val="1820"/>
              <a:buFont typeface="Noto Sans Symbols"/>
              <a:buNone/>
            </a:pPr>
            <a:r>
              <a:rPr b="1" i="0" lang="en-US" sz="2800" u="none" cap="none" strike="noStrike">
                <a:solidFill>
                  <a:schemeClr val="dk1"/>
                </a:solidFill>
                <a:latin typeface="Tahoma"/>
                <a:ea typeface="Tahoma"/>
                <a:cs typeface="Tahoma"/>
                <a:sym typeface="Tahoma"/>
              </a:rPr>
              <a:t>(2) Developing new business opportunities; </a:t>
            </a:r>
            <a:endParaRPr/>
          </a:p>
          <a:p>
            <a:pPr indent="-342900" lvl="0" marL="342900" marR="0" rtl="0" algn="l">
              <a:lnSpc>
                <a:spcPct val="80000"/>
              </a:lnSpc>
              <a:spcBef>
                <a:spcPts val="560"/>
              </a:spcBef>
              <a:spcAft>
                <a:spcPts val="0"/>
              </a:spcAft>
              <a:buClr>
                <a:schemeClr val="hlink"/>
              </a:buClr>
              <a:buSzPts val="1820"/>
              <a:buFont typeface="Noto Sans Symbols"/>
              <a:buNone/>
            </a:pPr>
            <a:r>
              <a:rPr b="1" i="0" lang="en-US" sz="2800" u="none" cap="none" strike="noStrike">
                <a:solidFill>
                  <a:schemeClr val="dk1"/>
                </a:solidFill>
                <a:latin typeface="Tahoma"/>
                <a:ea typeface="Tahoma"/>
                <a:cs typeface="Tahoma"/>
                <a:sym typeface="Tahoma"/>
              </a:rPr>
              <a:t>(3) Reducing errors, defects, waste, and related costs; </a:t>
            </a:r>
            <a:endParaRPr/>
          </a:p>
          <a:p>
            <a:pPr indent="-342900" lvl="0" marL="342900" marR="0" rtl="0" algn="l">
              <a:lnSpc>
                <a:spcPct val="80000"/>
              </a:lnSpc>
              <a:spcBef>
                <a:spcPts val="560"/>
              </a:spcBef>
              <a:spcAft>
                <a:spcPts val="0"/>
              </a:spcAft>
              <a:buClr>
                <a:schemeClr val="hlink"/>
              </a:buClr>
              <a:buSzPts val="1820"/>
              <a:buFont typeface="Noto Sans Symbols"/>
              <a:buNone/>
            </a:pPr>
            <a:r>
              <a:rPr b="1" i="0" lang="en-US" sz="2800" u="none" cap="none" strike="noStrike">
                <a:solidFill>
                  <a:schemeClr val="dk1"/>
                </a:solidFill>
                <a:latin typeface="Tahoma"/>
                <a:ea typeface="Tahoma"/>
                <a:cs typeface="Tahoma"/>
                <a:sym typeface="Tahoma"/>
              </a:rPr>
              <a:t>(4) Improving responsiveness and cycle time performance;</a:t>
            </a:r>
            <a:endParaRPr/>
          </a:p>
          <a:p>
            <a:pPr indent="-342900" lvl="0" marL="342900" marR="0" rtl="0" algn="l">
              <a:lnSpc>
                <a:spcPct val="80000"/>
              </a:lnSpc>
              <a:spcBef>
                <a:spcPts val="560"/>
              </a:spcBef>
              <a:spcAft>
                <a:spcPts val="0"/>
              </a:spcAft>
              <a:buClr>
                <a:schemeClr val="hlink"/>
              </a:buClr>
              <a:buSzPts val="1820"/>
              <a:buFont typeface="Noto Sans Symbols"/>
              <a:buNone/>
            </a:pPr>
            <a:r>
              <a:rPr b="1" i="0" lang="en-US" sz="2800" u="none" cap="none" strike="noStrike">
                <a:solidFill>
                  <a:schemeClr val="dk1"/>
                </a:solidFill>
                <a:latin typeface="Tahoma"/>
                <a:ea typeface="Tahoma"/>
                <a:cs typeface="Tahoma"/>
                <a:sym typeface="Tahoma"/>
              </a:rPr>
              <a:t>(5) Increasing productivity and effectiveness in the use of all resources throughout the Organization; </a:t>
            </a:r>
            <a:endParaRPr/>
          </a:p>
          <a:p>
            <a:pPr indent="-342900" lvl="0" marL="342900" marR="0" rtl="0" algn="l">
              <a:lnSpc>
                <a:spcPct val="80000"/>
              </a:lnSpc>
              <a:spcBef>
                <a:spcPts val="560"/>
              </a:spcBef>
              <a:spcAft>
                <a:spcPts val="0"/>
              </a:spcAft>
              <a:buClr>
                <a:schemeClr val="hlink"/>
              </a:buClr>
              <a:buSzPts val="1820"/>
              <a:buFont typeface="Noto Sans Symbols"/>
              <a:buNone/>
            </a:pPr>
            <a:r>
              <a:rPr b="1" i="0" lang="en-US" sz="2800" u="none" cap="none" strike="noStrike">
                <a:solidFill>
                  <a:schemeClr val="dk1"/>
                </a:solidFill>
                <a:latin typeface="Tahoma"/>
                <a:ea typeface="Tahoma"/>
                <a:cs typeface="Tahoma"/>
                <a:sym typeface="Tahoma"/>
              </a:rPr>
              <a:t>(6) Enhancing the organization’s performance in fulfilling its public responsibilities and  service as a good citizen</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83" name="Shape 983"/>
        <p:cNvGrpSpPr/>
        <p:nvPr/>
      </p:nvGrpSpPr>
      <p:grpSpPr>
        <a:xfrm>
          <a:off x="0" y="0"/>
          <a:ext cx="0" cy="0"/>
          <a:chOff x="0" y="0"/>
          <a:chExt cx="0" cy="0"/>
        </a:xfrm>
      </p:grpSpPr>
      <p:sp>
        <p:nvSpPr>
          <p:cNvPr id="984" name="Google Shape;984;p91"/>
          <p:cNvSpPr txBox="1"/>
          <p:nvPr>
            <p:ph idx="1" type="body"/>
          </p:nvPr>
        </p:nvSpPr>
        <p:spPr>
          <a:xfrm>
            <a:off x="0" y="228600"/>
            <a:ext cx="9144000" cy="6629400"/>
          </a:xfrm>
          <a:prstGeom prst="rect">
            <a:avLst/>
          </a:prstGeom>
          <a:noFill/>
          <a:ln>
            <a:noFill/>
          </a:ln>
        </p:spPr>
        <p:txBody>
          <a:bodyPr anchorCtr="0" anchor="t" bIns="45700" lIns="91425" spcFirstLastPara="1" rIns="91425" wrap="square" tIns="45700">
            <a:noAutofit/>
          </a:bodyPr>
          <a:lstStyle/>
          <a:p>
            <a:pPr indent="-228600" lvl="2" marL="1143000" marR="0" rtl="0" algn="ctr">
              <a:lnSpc>
                <a:spcPct val="100000"/>
              </a:lnSpc>
              <a:spcBef>
                <a:spcPts val="0"/>
              </a:spcBef>
              <a:spcAft>
                <a:spcPts val="0"/>
              </a:spcAft>
              <a:buClr>
                <a:schemeClr val="hlink"/>
              </a:buClr>
              <a:buSzPts val="3840"/>
              <a:buFont typeface="Tahoma"/>
              <a:buNone/>
            </a:pPr>
            <a:r>
              <a:rPr b="1" i="1" lang="en-US" sz="3200" u="sng" cap="none" strike="noStrike">
                <a:solidFill>
                  <a:schemeClr val="dk1"/>
                </a:solidFill>
                <a:latin typeface="Tahoma"/>
                <a:ea typeface="Tahoma"/>
                <a:cs typeface="Tahoma"/>
                <a:sym typeface="Tahoma"/>
              </a:rPr>
              <a:t>What is a ‘learning organization’?</a:t>
            </a:r>
            <a:endParaRPr b="0" i="1" sz="3200" u="sng" cap="none" strike="noStrike">
              <a:solidFill>
                <a:schemeClr val="dk1"/>
              </a:solidFill>
              <a:latin typeface="Tahoma"/>
              <a:ea typeface="Tahoma"/>
              <a:cs typeface="Tahoma"/>
              <a:sym typeface="Tahoma"/>
            </a:endParaRPr>
          </a:p>
          <a:p>
            <a:pPr indent="-99059" lvl="0" marL="342900" marR="0" rtl="0" algn="l">
              <a:lnSpc>
                <a:spcPct val="100000"/>
              </a:lnSpc>
              <a:spcBef>
                <a:spcPts val="640"/>
              </a:spcBef>
              <a:spcAft>
                <a:spcPts val="0"/>
              </a:spcAft>
              <a:buClr>
                <a:schemeClr val="hlink"/>
              </a:buClr>
              <a:buSzPts val="3840"/>
              <a:buFont typeface="Tahoma"/>
              <a:buNone/>
            </a:pPr>
            <a:r>
              <a:t/>
            </a:r>
            <a:endParaRPr b="0" i="0" sz="3200" u="none" cap="none" strike="noStrike">
              <a:solidFill>
                <a:schemeClr val="dk1"/>
              </a:solidFill>
              <a:latin typeface="Tahoma"/>
              <a:ea typeface="Tahoma"/>
              <a:cs typeface="Tahoma"/>
              <a:sym typeface="Tahoma"/>
            </a:endParaRPr>
          </a:p>
          <a:p>
            <a:pPr indent="-99059" lvl="0" marL="342900" marR="0" rtl="0" algn="l">
              <a:lnSpc>
                <a:spcPct val="100000"/>
              </a:lnSpc>
              <a:spcBef>
                <a:spcPts val="640"/>
              </a:spcBef>
              <a:spcAft>
                <a:spcPts val="0"/>
              </a:spcAft>
              <a:buClr>
                <a:schemeClr val="hlink"/>
              </a:buClr>
              <a:buSzPts val="3840"/>
              <a:buFont typeface="Tahoma"/>
              <a:buNone/>
            </a:pPr>
            <a:r>
              <a:t/>
            </a:r>
            <a:endParaRPr b="0" i="0" sz="3200" u="none" cap="none" strike="noStrike">
              <a:solidFill>
                <a:schemeClr val="dk1"/>
              </a:solidFill>
              <a:latin typeface="Tahoma"/>
              <a:ea typeface="Tahoma"/>
              <a:cs typeface="Tahoma"/>
              <a:sym typeface="Tahoma"/>
            </a:endParaRPr>
          </a:p>
          <a:p>
            <a:pPr indent="-342900" lvl="0" marL="342900" marR="0" rtl="0" algn="l">
              <a:lnSpc>
                <a:spcPct val="100000"/>
              </a:lnSpc>
              <a:spcBef>
                <a:spcPts val="640"/>
              </a:spcBef>
              <a:spcAft>
                <a:spcPts val="0"/>
              </a:spcAft>
              <a:buClr>
                <a:schemeClr val="hlink"/>
              </a:buClr>
              <a:buSzPts val="3840"/>
              <a:buFont typeface="Tahoma"/>
              <a:buChar char="•"/>
            </a:pPr>
            <a:r>
              <a:rPr b="0" i="0" lang="en-US" sz="3200" u="none" cap="none" strike="noStrike">
                <a:solidFill>
                  <a:schemeClr val="dk1"/>
                </a:solidFill>
                <a:latin typeface="Tahoma"/>
                <a:ea typeface="Tahoma"/>
                <a:cs typeface="Tahoma"/>
                <a:sym typeface="Tahoma"/>
              </a:rPr>
              <a:t>A learning organization is an organization which has in place systems, mechanisms and processes that are used to continually enhance its capabilities and those who work with it or for it, to achieve sustainable objectives - for them and the communities in which they participate.</a:t>
            </a:r>
            <a:r>
              <a:rPr b="0" i="0" lang="en-US" sz="2400" u="none" cap="none" strike="noStrike">
                <a:solidFill>
                  <a:schemeClr val="dk1"/>
                </a:solidFill>
                <a:latin typeface="Tahoma"/>
                <a:ea typeface="Tahoma"/>
                <a:cs typeface="Tahoma"/>
                <a:sym typeface="Tahoma"/>
              </a:rPr>
              <a:t>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565867"/>
            </a:gs>
          </a:gsLst>
          <a:lin ang="5400012" scaled="0"/>
        </a:gradFill>
      </p:bgPr>
    </p:bg>
    <p:spTree>
      <p:nvGrpSpPr>
        <p:cNvPr id="988" name="Shape 988"/>
        <p:cNvGrpSpPr/>
        <p:nvPr/>
      </p:nvGrpSpPr>
      <p:grpSpPr>
        <a:xfrm>
          <a:off x="0" y="0"/>
          <a:ext cx="0" cy="0"/>
          <a:chOff x="0" y="0"/>
          <a:chExt cx="0" cy="0"/>
        </a:xfrm>
      </p:grpSpPr>
      <p:sp>
        <p:nvSpPr>
          <p:cNvPr id="989" name="Google Shape;989;p92"/>
          <p:cNvSpPr txBox="1"/>
          <p:nvPr>
            <p:ph idx="1" type="body"/>
          </p:nvPr>
        </p:nvSpPr>
        <p:spPr>
          <a:xfrm>
            <a:off x="0" y="0"/>
            <a:ext cx="9144000" cy="6858000"/>
          </a:xfrm>
          <a:prstGeom prst="rect">
            <a:avLst/>
          </a:prstGeom>
          <a:noFill/>
          <a:ln>
            <a:noFill/>
          </a:ln>
        </p:spPr>
        <p:txBody>
          <a:bodyPr anchorCtr="0" anchor="t" bIns="45700" lIns="91425" spcFirstLastPara="1" rIns="91425" wrap="square" tIns="45700">
            <a:noAutofit/>
          </a:bodyPr>
          <a:lstStyle/>
          <a:p>
            <a:pPr indent="-342900" lvl="0" marL="342900" marR="0" rtl="0" algn="ctr">
              <a:lnSpc>
                <a:spcPct val="100000"/>
              </a:lnSpc>
              <a:spcBef>
                <a:spcPts val="0"/>
              </a:spcBef>
              <a:spcAft>
                <a:spcPts val="0"/>
              </a:spcAft>
              <a:buClr>
                <a:schemeClr val="hlink"/>
              </a:buClr>
              <a:buSzPts val="2560"/>
              <a:buFont typeface="Arial"/>
              <a:buNone/>
            </a:pPr>
            <a:r>
              <a:rPr b="1" i="1" lang="en-US" sz="3200" u="sng" cap="none" strike="noStrike">
                <a:solidFill>
                  <a:schemeClr val="dk1"/>
                </a:solidFill>
                <a:latin typeface="Tahoma"/>
                <a:ea typeface="Tahoma"/>
                <a:cs typeface="Tahoma"/>
                <a:sym typeface="Tahoma"/>
              </a:rPr>
              <a:t>Key characteristics of learning organization </a:t>
            </a:r>
            <a:endParaRPr/>
          </a:p>
          <a:p>
            <a:pPr indent="-342900" lvl="0" marL="342900" marR="0" rtl="0" algn="ctr">
              <a:lnSpc>
                <a:spcPct val="100000"/>
              </a:lnSpc>
              <a:spcBef>
                <a:spcPts val="640"/>
              </a:spcBef>
              <a:spcAft>
                <a:spcPts val="0"/>
              </a:spcAft>
              <a:buClr>
                <a:schemeClr val="hlink"/>
              </a:buClr>
              <a:buSzPts val="2560"/>
              <a:buFont typeface="Arial"/>
              <a:buNone/>
            </a:pPr>
            <a:r>
              <a:t/>
            </a:r>
            <a:endParaRPr b="0" i="0" sz="3200" u="sng" cap="none" strike="noStrike">
              <a:solidFill>
                <a:schemeClr val="dk1"/>
              </a:solidFill>
              <a:latin typeface="Tahoma"/>
              <a:ea typeface="Tahoma"/>
              <a:cs typeface="Tahoma"/>
              <a:sym typeface="Tahoma"/>
            </a:endParaRPr>
          </a:p>
          <a:p>
            <a:pPr indent="-342900" lvl="0" marL="342900" marR="0" rtl="0" algn="l">
              <a:lnSpc>
                <a:spcPct val="100000"/>
              </a:lnSpc>
              <a:spcBef>
                <a:spcPts val="560"/>
              </a:spcBef>
              <a:spcAft>
                <a:spcPts val="0"/>
              </a:spcAft>
              <a:buClr>
                <a:schemeClr val="hlink"/>
              </a:buClr>
              <a:buSzPts val="2240"/>
              <a:buFont typeface="Arial"/>
              <a:buChar char="►"/>
            </a:pPr>
            <a:r>
              <a:rPr b="0" i="0" lang="en-US" sz="2800" u="none" cap="none" strike="noStrike">
                <a:solidFill>
                  <a:schemeClr val="dk1"/>
                </a:solidFill>
                <a:latin typeface="Tahoma"/>
                <a:ea typeface="Tahoma"/>
                <a:cs typeface="Tahoma"/>
                <a:sym typeface="Tahoma"/>
              </a:rPr>
              <a:t>Team work and team learning. </a:t>
            </a:r>
            <a:endParaRPr/>
          </a:p>
          <a:p>
            <a:pPr indent="-342900" lvl="0" marL="342900" marR="0" rtl="0" algn="l">
              <a:lnSpc>
                <a:spcPct val="100000"/>
              </a:lnSpc>
              <a:spcBef>
                <a:spcPts val="560"/>
              </a:spcBef>
              <a:spcAft>
                <a:spcPts val="0"/>
              </a:spcAft>
              <a:buClr>
                <a:schemeClr val="hlink"/>
              </a:buClr>
              <a:buSzPts val="2240"/>
              <a:buFont typeface="Arial"/>
              <a:buChar char="►"/>
            </a:pPr>
            <a:r>
              <a:rPr b="0" i="0" lang="en-US" sz="2800" u="none" cap="none" strike="noStrike">
                <a:solidFill>
                  <a:schemeClr val="dk1"/>
                </a:solidFill>
                <a:latin typeface="Tahoma"/>
                <a:ea typeface="Tahoma"/>
                <a:cs typeface="Tahoma"/>
                <a:sym typeface="Tahoma"/>
              </a:rPr>
              <a:t>Systemic thinking and mental models. </a:t>
            </a:r>
            <a:endParaRPr/>
          </a:p>
          <a:p>
            <a:pPr indent="-342900" lvl="0" marL="342900" marR="0" rtl="0" algn="l">
              <a:lnSpc>
                <a:spcPct val="100000"/>
              </a:lnSpc>
              <a:spcBef>
                <a:spcPts val="560"/>
              </a:spcBef>
              <a:spcAft>
                <a:spcPts val="0"/>
              </a:spcAft>
              <a:buClr>
                <a:schemeClr val="hlink"/>
              </a:buClr>
              <a:buSzPts val="2240"/>
              <a:buFont typeface="Arial"/>
              <a:buChar char="►"/>
            </a:pPr>
            <a:r>
              <a:rPr b="0" i="0" lang="en-US" sz="2800" u="none" cap="none" strike="noStrike">
                <a:solidFill>
                  <a:schemeClr val="dk1"/>
                </a:solidFill>
                <a:latin typeface="Tahoma"/>
                <a:ea typeface="Tahoma"/>
                <a:cs typeface="Tahoma"/>
                <a:sym typeface="Tahoma"/>
              </a:rPr>
              <a:t>Free vertical and horizontal flow of information. </a:t>
            </a:r>
            <a:endParaRPr/>
          </a:p>
          <a:p>
            <a:pPr indent="-342900" lvl="0" marL="342900" marR="0" rtl="0" algn="l">
              <a:lnSpc>
                <a:spcPct val="100000"/>
              </a:lnSpc>
              <a:spcBef>
                <a:spcPts val="560"/>
              </a:spcBef>
              <a:spcAft>
                <a:spcPts val="0"/>
              </a:spcAft>
              <a:buClr>
                <a:schemeClr val="hlink"/>
              </a:buClr>
              <a:buSzPts val="2240"/>
              <a:buFont typeface="Arial"/>
              <a:buChar char="►"/>
            </a:pPr>
            <a:r>
              <a:rPr b="0" i="0" lang="en-US" sz="2800" u="none" cap="none" strike="noStrike">
                <a:solidFill>
                  <a:schemeClr val="dk1"/>
                </a:solidFill>
                <a:latin typeface="Tahoma"/>
                <a:ea typeface="Tahoma"/>
                <a:cs typeface="Tahoma"/>
                <a:sym typeface="Tahoma"/>
              </a:rPr>
              <a:t>Education and training of the whole workforce. </a:t>
            </a:r>
            <a:endParaRPr/>
          </a:p>
          <a:p>
            <a:pPr indent="-342900" lvl="0" marL="342900" marR="0" rtl="0" algn="l">
              <a:lnSpc>
                <a:spcPct val="100000"/>
              </a:lnSpc>
              <a:spcBef>
                <a:spcPts val="560"/>
              </a:spcBef>
              <a:spcAft>
                <a:spcPts val="0"/>
              </a:spcAft>
              <a:buClr>
                <a:schemeClr val="hlink"/>
              </a:buClr>
              <a:buSzPts val="2240"/>
              <a:buFont typeface="Arial"/>
              <a:buChar char="►"/>
            </a:pPr>
            <a:r>
              <a:rPr b="0" i="0" lang="en-US" sz="2800" u="none" cap="none" strike="noStrike">
                <a:solidFill>
                  <a:schemeClr val="dk1"/>
                </a:solidFill>
                <a:latin typeface="Tahoma"/>
                <a:ea typeface="Tahoma"/>
                <a:cs typeface="Tahoma"/>
                <a:sym typeface="Tahoma"/>
              </a:rPr>
              <a:t>Learning reward system for employees. </a:t>
            </a:r>
            <a:endParaRPr/>
          </a:p>
          <a:p>
            <a:pPr indent="-342900" lvl="0" marL="342900" marR="0" rtl="0" algn="l">
              <a:lnSpc>
                <a:spcPct val="100000"/>
              </a:lnSpc>
              <a:spcBef>
                <a:spcPts val="560"/>
              </a:spcBef>
              <a:spcAft>
                <a:spcPts val="0"/>
              </a:spcAft>
              <a:buClr>
                <a:schemeClr val="hlink"/>
              </a:buClr>
              <a:buSzPts val="2240"/>
              <a:buFont typeface="Arial"/>
              <a:buChar char="►"/>
            </a:pPr>
            <a:r>
              <a:rPr b="0" i="0" lang="en-US" sz="2800" u="none" cap="none" strike="noStrike">
                <a:solidFill>
                  <a:schemeClr val="dk1"/>
                </a:solidFill>
                <a:latin typeface="Tahoma"/>
                <a:ea typeface="Tahoma"/>
                <a:cs typeface="Tahoma"/>
                <a:sym typeface="Tahoma"/>
              </a:rPr>
              <a:t>Continuous improvement of work. </a:t>
            </a:r>
            <a:endParaRPr/>
          </a:p>
          <a:p>
            <a:pPr indent="-342900" lvl="0" marL="342900" marR="0" rtl="0" algn="l">
              <a:lnSpc>
                <a:spcPct val="100000"/>
              </a:lnSpc>
              <a:spcBef>
                <a:spcPts val="560"/>
              </a:spcBef>
              <a:spcAft>
                <a:spcPts val="0"/>
              </a:spcAft>
              <a:buClr>
                <a:schemeClr val="hlink"/>
              </a:buClr>
              <a:buSzPts val="2240"/>
              <a:buFont typeface="Arial"/>
              <a:buChar char="►"/>
            </a:pPr>
            <a:r>
              <a:rPr b="0" i="0" lang="en-US" sz="2800" u="none" cap="none" strike="noStrike">
                <a:solidFill>
                  <a:schemeClr val="dk1"/>
                </a:solidFill>
                <a:latin typeface="Tahoma"/>
                <a:ea typeface="Tahoma"/>
                <a:cs typeface="Tahoma"/>
                <a:sym typeface="Tahoma"/>
              </a:rPr>
              <a:t>Flexibility of employees and company strategies. </a:t>
            </a:r>
            <a:endParaRPr/>
          </a:p>
          <a:p>
            <a:pPr indent="-342900" lvl="0" marL="342900" marR="0" rtl="0" algn="l">
              <a:lnSpc>
                <a:spcPct val="100000"/>
              </a:lnSpc>
              <a:spcBef>
                <a:spcPts val="560"/>
              </a:spcBef>
              <a:spcAft>
                <a:spcPts val="0"/>
              </a:spcAft>
              <a:buClr>
                <a:schemeClr val="hlink"/>
              </a:buClr>
              <a:buSzPts val="2240"/>
              <a:buFont typeface="Arial"/>
              <a:buChar char="►"/>
            </a:pPr>
            <a:r>
              <a:rPr b="0" i="0" lang="en-US" sz="2800" u="none" cap="none" strike="noStrike">
                <a:solidFill>
                  <a:schemeClr val="dk1"/>
                </a:solidFill>
                <a:latin typeface="Tahoma"/>
                <a:ea typeface="Tahoma"/>
                <a:cs typeface="Tahoma"/>
                <a:sym typeface="Tahoma"/>
              </a:rPr>
              <a:t>Decentralized hierarchies and participative management. </a:t>
            </a:r>
            <a:endParaRPr/>
          </a:p>
          <a:p>
            <a:pPr indent="-342900" lvl="0" marL="342900" marR="0" rtl="0" algn="l">
              <a:lnSpc>
                <a:spcPct val="100000"/>
              </a:lnSpc>
              <a:spcBef>
                <a:spcPts val="560"/>
              </a:spcBef>
              <a:spcAft>
                <a:spcPts val="0"/>
              </a:spcAft>
              <a:buClr>
                <a:schemeClr val="hlink"/>
              </a:buClr>
              <a:buSzPts val="2240"/>
              <a:buFont typeface="Arial"/>
              <a:buChar char="►"/>
            </a:pPr>
            <a:r>
              <a:rPr b="0" i="0" lang="en-US" sz="2800" u="none" cap="none" strike="noStrike">
                <a:solidFill>
                  <a:schemeClr val="dk1"/>
                </a:solidFill>
                <a:latin typeface="Tahoma"/>
                <a:ea typeface="Tahoma"/>
                <a:cs typeface="Tahoma"/>
                <a:sym typeface="Tahoma"/>
              </a:rPr>
              <a:t>Constant experimentation. </a:t>
            </a:r>
            <a:endParaRPr/>
          </a:p>
          <a:p>
            <a:pPr indent="-342900" lvl="0" marL="342900" marR="0" rtl="0" algn="l">
              <a:lnSpc>
                <a:spcPct val="100000"/>
              </a:lnSpc>
              <a:spcBef>
                <a:spcPts val="560"/>
              </a:spcBef>
              <a:spcAft>
                <a:spcPts val="0"/>
              </a:spcAft>
              <a:buClr>
                <a:schemeClr val="hlink"/>
              </a:buClr>
              <a:buSzPts val="2240"/>
              <a:buFont typeface="Arial"/>
              <a:buChar char="►"/>
            </a:pPr>
            <a:r>
              <a:rPr b="0" i="0" lang="en-US" sz="2800" u="none" cap="none" strike="noStrike">
                <a:solidFill>
                  <a:schemeClr val="dk1"/>
                </a:solidFill>
                <a:latin typeface="Tahoma"/>
                <a:ea typeface="Tahoma"/>
                <a:cs typeface="Tahoma"/>
                <a:sym typeface="Tahoma"/>
              </a:rPr>
              <a:t>Supportive corporate cultures. </a:t>
            </a:r>
            <a:endParaRPr/>
          </a:p>
          <a:p>
            <a:pPr indent="-200660" lvl="0" marL="342900" marR="0" rtl="0" algn="l">
              <a:lnSpc>
                <a:spcPct val="100000"/>
              </a:lnSpc>
              <a:spcBef>
                <a:spcPts val="560"/>
              </a:spcBef>
              <a:spcAft>
                <a:spcPts val="0"/>
              </a:spcAft>
              <a:buClr>
                <a:schemeClr val="hlink"/>
              </a:buClr>
              <a:buSzPts val="2240"/>
              <a:buFont typeface="Arial"/>
              <a:buNone/>
            </a:pPr>
            <a:r>
              <a:t/>
            </a:r>
            <a:endParaRPr b="0" i="0" sz="2800" u="none">
              <a:solidFill>
                <a:schemeClr val="dk1"/>
              </a:solidFill>
              <a:latin typeface="Tahoma"/>
              <a:ea typeface="Tahoma"/>
              <a:cs typeface="Tahoma"/>
              <a:sym typeface="Tahoma"/>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chemeClr val="accent2"/>
            </a:gs>
          </a:gsLst>
          <a:lin ang="5400012" scaled="0"/>
        </a:gradFill>
      </p:bgPr>
    </p:bg>
    <p:spTree>
      <p:nvGrpSpPr>
        <p:cNvPr id="993" name="Shape 993"/>
        <p:cNvGrpSpPr/>
        <p:nvPr/>
      </p:nvGrpSpPr>
      <p:grpSpPr>
        <a:xfrm>
          <a:off x="0" y="0"/>
          <a:ext cx="0" cy="0"/>
          <a:chOff x="0" y="0"/>
          <a:chExt cx="0" cy="0"/>
        </a:xfrm>
      </p:grpSpPr>
      <p:sp>
        <p:nvSpPr>
          <p:cNvPr id="994" name="Google Shape;994;p93"/>
          <p:cNvSpPr txBox="1"/>
          <p:nvPr>
            <p:ph type="title"/>
          </p:nvPr>
        </p:nvSpPr>
        <p:spPr>
          <a:xfrm>
            <a:off x="457200" y="244475"/>
            <a:ext cx="8385300" cy="1431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Arial Black"/>
              <a:buNone/>
            </a:pPr>
            <a:r>
              <a:rPr b="0" i="0" lang="en-US" sz="4400" u="none">
                <a:solidFill>
                  <a:schemeClr val="dk2"/>
                </a:solidFill>
                <a:latin typeface="Arial Black"/>
                <a:ea typeface="Arial Black"/>
                <a:cs typeface="Arial Black"/>
                <a:sym typeface="Arial Black"/>
              </a:rPr>
              <a:t>The five learning disciplines of Peter Senge</a:t>
            </a:r>
            <a:endParaRPr/>
          </a:p>
        </p:txBody>
      </p:sp>
      <p:sp>
        <p:nvSpPr>
          <p:cNvPr id="995" name="Google Shape;995;p93"/>
          <p:cNvSpPr txBox="1"/>
          <p:nvPr>
            <p:ph idx="1" type="body"/>
          </p:nvPr>
        </p:nvSpPr>
        <p:spPr>
          <a:xfrm>
            <a:off x="838200" y="2963862"/>
            <a:ext cx="8007300" cy="313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3200"/>
              <a:buFont typeface="Noto Sans Symbols"/>
              <a:buChar char="▪"/>
            </a:pPr>
            <a:r>
              <a:rPr b="1" i="1" lang="en-US" sz="3200" u="none" cap="none" strike="noStrike">
                <a:solidFill>
                  <a:schemeClr val="dk1"/>
                </a:solidFill>
                <a:latin typeface="Arial"/>
                <a:ea typeface="Arial"/>
                <a:cs typeface="Arial"/>
                <a:sym typeface="Arial"/>
              </a:rPr>
              <a:t>(1) Personal Mastery</a:t>
            </a:r>
            <a:r>
              <a:rPr b="0" i="0" lang="en-US" sz="3200" u="none" cap="none" strike="noStrike">
                <a:solidFill>
                  <a:schemeClr val="dk1"/>
                </a:solidFill>
                <a:latin typeface="Arial"/>
                <a:ea typeface="Arial"/>
                <a:cs typeface="Arial"/>
                <a:sym typeface="Arial"/>
              </a:rPr>
              <a:t> </a:t>
            </a:r>
            <a:endParaRPr/>
          </a:p>
          <a:p>
            <a:pPr indent="-342900" lvl="0" marL="342900" marR="0" rtl="0" algn="l">
              <a:lnSpc>
                <a:spcPct val="100000"/>
              </a:lnSpc>
              <a:spcBef>
                <a:spcPts val="640"/>
              </a:spcBef>
              <a:spcAft>
                <a:spcPts val="0"/>
              </a:spcAft>
              <a:buClr>
                <a:schemeClr val="hlink"/>
              </a:buClr>
              <a:buSzPts val="3200"/>
              <a:buFont typeface="Noto Sans Symbols"/>
              <a:buChar char="▪"/>
            </a:pPr>
            <a:r>
              <a:rPr b="1" i="1" lang="en-US" sz="3200" u="none" cap="none" strike="noStrike">
                <a:solidFill>
                  <a:schemeClr val="dk1"/>
                </a:solidFill>
                <a:latin typeface="Arial"/>
                <a:ea typeface="Arial"/>
                <a:cs typeface="Arial"/>
                <a:sym typeface="Arial"/>
              </a:rPr>
              <a:t>(2) Mental Models</a:t>
            </a:r>
            <a:r>
              <a:rPr b="0" i="0" lang="en-US" sz="3200" u="none" cap="none" strike="noStrike">
                <a:solidFill>
                  <a:schemeClr val="dk1"/>
                </a:solidFill>
                <a:latin typeface="Arial"/>
                <a:ea typeface="Arial"/>
                <a:cs typeface="Arial"/>
                <a:sym typeface="Arial"/>
              </a:rPr>
              <a:t> </a:t>
            </a:r>
            <a:endParaRPr/>
          </a:p>
          <a:p>
            <a:pPr indent="-342900" lvl="0" marL="342900" marR="0" rtl="0" algn="l">
              <a:lnSpc>
                <a:spcPct val="100000"/>
              </a:lnSpc>
              <a:spcBef>
                <a:spcPts val="640"/>
              </a:spcBef>
              <a:spcAft>
                <a:spcPts val="0"/>
              </a:spcAft>
              <a:buClr>
                <a:schemeClr val="hlink"/>
              </a:buClr>
              <a:buSzPts val="3200"/>
              <a:buFont typeface="Noto Sans Symbols"/>
              <a:buChar char="▪"/>
            </a:pPr>
            <a:r>
              <a:rPr b="1" i="1" lang="en-US" sz="3200" u="none" cap="none" strike="noStrike">
                <a:solidFill>
                  <a:schemeClr val="dk1"/>
                </a:solidFill>
                <a:latin typeface="Arial"/>
                <a:ea typeface="Arial"/>
                <a:cs typeface="Arial"/>
                <a:sym typeface="Arial"/>
              </a:rPr>
              <a:t>(3) Shared Vision</a:t>
            </a:r>
            <a:r>
              <a:rPr b="0" i="0" lang="en-US" sz="3200" u="none" cap="none" strike="noStrike">
                <a:solidFill>
                  <a:schemeClr val="dk1"/>
                </a:solidFill>
                <a:latin typeface="Arial"/>
                <a:ea typeface="Arial"/>
                <a:cs typeface="Arial"/>
                <a:sym typeface="Arial"/>
              </a:rPr>
              <a:t> </a:t>
            </a:r>
            <a:endParaRPr/>
          </a:p>
          <a:p>
            <a:pPr indent="-342900" lvl="0" marL="342900" marR="0" rtl="0" algn="l">
              <a:lnSpc>
                <a:spcPct val="100000"/>
              </a:lnSpc>
              <a:spcBef>
                <a:spcPts val="640"/>
              </a:spcBef>
              <a:spcAft>
                <a:spcPts val="0"/>
              </a:spcAft>
              <a:buClr>
                <a:schemeClr val="hlink"/>
              </a:buClr>
              <a:buSzPts val="3200"/>
              <a:buFont typeface="Noto Sans Symbols"/>
              <a:buChar char="▪"/>
            </a:pPr>
            <a:r>
              <a:rPr b="1" i="1" lang="en-US" sz="3200" u="none" cap="none" strike="noStrike">
                <a:solidFill>
                  <a:schemeClr val="dk1"/>
                </a:solidFill>
                <a:latin typeface="Arial"/>
                <a:ea typeface="Arial"/>
                <a:cs typeface="Arial"/>
                <a:sym typeface="Arial"/>
              </a:rPr>
              <a:t>(4) Team Learning</a:t>
            </a:r>
            <a:r>
              <a:rPr b="0" i="0" lang="en-US" sz="3200" u="none" cap="none" strike="noStrike">
                <a:solidFill>
                  <a:schemeClr val="dk1"/>
                </a:solidFill>
                <a:latin typeface="Arial"/>
                <a:ea typeface="Arial"/>
                <a:cs typeface="Arial"/>
                <a:sym typeface="Arial"/>
              </a:rPr>
              <a:t> </a:t>
            </a:r>
            <a:endParaRPr/>
          </a:p>
          <a:p>
            <a:pPr indent="-342900" lvl="0" marL="342900" marR="0" rtl="0" algn="l">
              <a:lnSpc>
                <a:spcPct val="100000"/>
              </a:lnSpc>
              <a:spcBef>
                <a:spcPts val="640"/>
              </a:spcBef>
              <a:spcAft>
                <a:spcPts val="0"/>
              </a:spcAft>
              <a:buClr>
                <a:schemeClr val="hlink"/>
              </a:buClr>
              <a:buSzPts val="3200"/>
              <a:buFont typeface="Noto Sans Symbols"/>
              <a:buChar char="▪"/>
            </a:pPr>
            <a:r>
              <a:rPr b="1" i="1" lang="en-US" sz="3200" u="none" cap="none" strike="noStrike">
                <a:solidFill>
                  <a:schemeClr val="dk1"/>
                </a:solidFill>
                <a:latin typeface="Arial"/>
                <a:ea typeface="Arial"/>
                <a:cs typeface="Arial"/>
                <a:sym typeface="Arial"/>
              </a:rPr>
              <a:t>(5) Systems thinking</a:t>
            </a:r>
            <a:r>
              <a:rPr b="0" i="0" lang="en-US" sz="3200" u="none" cap="none" strike="noStrike">
                <a:solidFill>
                  <a:schemeClr val="dk1"/>
                </a:solidFill>
                <a:latin typeface="Arial"/>
                <a:ea typeface="Arial"/>
                <a:cs typeface="Arial"/>
                <a:sym typeface="Arial"/>
              </a:rPr>
              <a:t>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99" name="Shape 999"/>
        <p:cNvGrpSpPr/>
        <p:nvPr/>
      </p:nvGrpSpPr>
      <p:grpSpPr>
        <a:xfrm>
          <a:off x="0" y="0"/>
          <a:ext cx="0" cy="0"/>
          <a:chOff x="0" y="0"/>
          <a:chExt cx="0" cy="0"/>
        </a:xfrm>
      </p:grpSpPr>
      <p:sp>
        <p:nvSpPr>
          <p:cNvPr id="1000" name="Google Shape;1000;p9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Garamond"/>
              <a:buNone/>
            </a:pPr>
            <a:r>
              <a:rPr b="0" i="0" lang="en-US" sz="4000" u="none">
                <a:solidFill>
                  <a:schemeClr val="dk2"/>
                </a:solidFill>
                <a:latin typeface="Garamond"/>
                <a:ea typeface="Garamond"/>
                <a:cs typeface="Garamond"/>
                <a:sym typeface="Garamond"/>
              </a:rPr>
              <a:t> </a:t>
            </a:r>
            <a:r>
              <a:rPr b="0" i="0" lang="en-US" sz="3200" u="none">
                <a:solidFill>
                  <a:schemeClr val="dk2"/>
                </a:solidFill>
                <a:latin typeface="Times New Roman"/>
                <a:ea typeface="Times New Roman"/>
                <a:cs typeface="Times New Roman"/>
                <a:sym typeface="Times New Roman"/>
              </a:rPr>
              <a:t>WHAT IS KNOWLEDGE CODIFICATION?</a:t>
            </a:r>
            <a:br>
              <a:rPr b="0" i="0" lang="en-US" sz="3200" u="none">
                <a:solidFill>
                  <a:schemeClr val="dk2"/>
                </a:solidFill>
                <a:latin typeface="Garamond"/>
                <a:ea typeface="Garamond"/>
                <a:cs typeface="Garamond"/>
                <a:sym typeface="Garamond"/>
              </a:rPr>
            </a:br>
            <a:endParaRPr/>
          </a:p>
        </p:txBody>
      </p:sp>
      <p:sp>
        <p:nvSpPr>
          <p:cNvPr id="1001" name="Google Shape;1001;p94"/>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240"/>
              <a:buFont typeface="Noto Sans Symbols"/>
              <a:buChar char="■"/>
            </a:pPr>
            <a:r>
              <a:rPr b="0" i="0" lang="en-US" sz="3200" u="none" cap="none" strike="noStrike">
                <a:solidFill>
                  <a:schemeClr val="dk1"/>
                </a:solidFill>
                <a:latin typeface="Garamond"/>
                <a:ea typeface="Garamond"/>
                <a:cs typeface="Garamond"/>
                <a:sym typeface="Garamond"/>
              </a:rPr>
              <a:t>Knowledge codification is organizing and representing knowledge before it is accessed by authorized personnel.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05" name="Shape 1005"/>
        <p:cNvGrpSpPr/>
        <p:nvPr/>
      </p:nvGrpSpPr>
      <p:grpSpPr>
        <a:xfrm>
          <a:off x="0" y="0"/>
          <a:ext cx="0" cy="0"/>
          <a:chOff x="0" y="0"/>
          <a:chExt cx="0" cy="0"/>
        </a:xfrm>
      </p:grpSpPr>
      <p:sp>
        <p:nvSpPr>
          <p:cNvPr id="1006" name="Google Shape;1006;p95"/>
          <p:cNvSpPr txBox="1"/>
          <p:nvPr/>
        </p:nvSpPr>
        <p:spPr>
          <a:xfrm>
            <a:off x="0" y="450850"/>
            <a:ext cx="9144000" cy="62787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The knowledge developer should note the following points before initiating knowledge codification</a:t>
            </a:r>
            <a:r>
              <a:rPr b="0" i="0" lang="en-US" sz="1800" u="none">
                <a:solidFill>
                  <a:schemeClr val="dk1"/>
                </a:solidFill>
                <a:latin typeface="Arial"/>
                <a:ea typeface="Arial"/>
                <a:cs typeface="Arial"/>
                <a:sym typeface="Arial"/>
              </a:rPr>
              <a:t>: </a:t>
            </a:r>
            <a:endParaRPr/>
          </a:p>
          <a:p>
            <a:pPr indent="0" lvl="0" marL="0" marR="0" rtl="0" algn="ctr">
              <a:lnSpc>
                <a:spcPct val="100000"/>
              </a:lnSpc>
              <a:spcBef>
                <a:spcPts val="0"/>
              </a:spcBef>
              <a:spcAft>
                <a:spcPts val="0"/>
              </a:spcAft>
              <a:buClr>
                <a:schemeClr val="dk1"/>
              </a:buClr>
              <a:buSzPts val="1800"/>
              <a:buFont typeface="Arial"/>
              <a:buNone/>
            </a:pPr>
            <a:r>
              <a:t/>
            </a:r>
            <a:endParaRPr b="0" i="0" sz="1800" u="none">
              <a:solidFill>
                <a:schemeClr val="dk1"/>
              </a:solidFill>
              <a:latin typeface="Arial"/>
              <a:ea typeface="Arial"/>
              <a:cs typeface="Arial"/>
              <a:sym typeface="Arial"/>
            </a:endParaRPr>
          </a:p>
          <a:p>
            <a:pPr indent="-127000" lvl="1" marL="457200" marR="0" rtl="0" algn="l">
              <a:lnSpc>
                <a:spcPct val="100000"/>
              </a:lnSpc>
              <a:spcBef>
                <a:spcPts val="0"/>
              </a:spcBef>
              <a:spcAft>
                <a:spcPts val="0"/>
              </a:spcAft>
              <a:buClr>
                <a:schemeClr val="dk1"/>
              </a:buClr>
              <a:buSzPts val="2000"/>
              <a:buFont typeface="Arial"/>
              <a:buChar char="•"/>
            </a:pPr>
            <a:r>
              <a:rPr b="1" i="0" lang="en-US" sz="2000" u="none" cap="none" strike="noStrike">
                <a:solidFill>
                  <a:schemeClr val="dk1"/>
                </a:solidFill>
                <a:latin typeface="Arial"/>
                <a:ea typeface="Arial"/>
                <a:cs typeface="Arial"/>
                <a:sym typeface="Arial"/>
              </a:rPr>
              <a:t>Recorded knowledge is often difficult to access (because it is either fragmented or poorly organized). </a:t>
            </a:r>
            <a:endParaRPr/>
          </a:p>
          <a:p>
            <a:pPr indent="0" lvl="1" marL="457200" marR="0" rtl="0" algn="l">
              <a:lnSpc>
                <a:spcPct val="100000"/>
              </a:lnSpc>
              <a:spcBef>
                <a:spcPts val="0"/>
              </a:spcBef>
              <a:spcAft>
                <a:spcPts val="0"/>
              </a:spcAft>
              <a:buClr>
                <a:schemeClr val="dk1"/>
              </a:buClr>
              <a:buSzPts val="2000"/>
              <a:buFont typeface="Arial"/>
              <a:buNone/>
            </a:pPr>
            <a:r>
              <a:t/>
            </a:r>
            <a:endParaRPr b="1" i="0" sz="2000" u="none" cap="none" strike="noStrike">
              <a:solidFill>
                <a:schemeClr val="dk1"/>
              </a:solidFill>
              <a:latin typeface="Arial"/>
              <a:ea typeface="Arial"/>
              <a:cs typeface="Arial"/>
              <a:sym typeface="Arial"/>
            </a:endParaRPr>
          </a:p>
          <a:p>
            <a:pPr indent="-127000" lvl="1" marL="457200" marR="0" rtl="0" algn="l">
              <a:lnSpc>
                <a:spcPct val="100000"/>
              </a:lnSpc>
              <a:spcBef>
                <a:spcPts val="0"/>
              </a:spcBef>
              <a:spcAft>
                <a:spcPts val="0"/>
              </a:spcAft>
              <a:buClr>
                <a:schemeClr val="dk1"/>
              </a:buClr>
              <a:buSzPts val="2000"/>
              <a:buFont typeface="Arial"/>
              <a:buChar char="•"/>
            </a:pPr>
            <a:r>
              <a:rPr b="1" i="0" lang="en-US" sz="2000" u="none" cap="none" strike="noStrike">
                <a:solidFill>
                  <a:schemeClr val="dk1"/>
                </a:solidFill>
                <a:latin typeface="Arial"/>
                <a:ea typeface="Arial"/>
                <a:cs typeface="Arial"/>
                <a:sym typeface="Arial"/>
              </a:rPr>
              <a:t>Diffusion of new knowledge is too slow. </a:t>
            </a:r>
            <a:endParaRPr/>
          </a:p>
          <a:p>
            <a:pPr indent="0" lvl="1" marL="457200" marR="0" rtl="0" algn="l">
              <a:lnSpc>
                <a:spcPct val="100000"/>
              </a:lnSpc>
              <a:spcBef>
                <a:spcPts val="0"/>
              </a:spcBef>
              <a:spcAft>
                <a:spcPts val="0"/>
              </a:spcAft>
              <a:buClr>
                <a:schemeClr val="dk1"/>
              </a:buClr>
              <a:buSzPts val="2000"/>
              <a:buFont typeface="Arial"/>
              <a:buNone/>
            </a:pPr>
            <a:r>
              <a:t/>
            </a:r>
            <a:endParaRPr b="1" i="0" sz="2000" u="none" cap="none" strike="noStrike">
              <a:solidFill>
                <a:schemeClr val="dk1"/>
              </a:solidFill>
              <a:latin typeface="Arial"/>
              <a:ea typeface="Arial"/>
              <a:cs typeface="Arial"/>
              <a:sym typeface="Arial"/>
            </a:endParaRPr>
          </a:p>
          <a:p>
            <a:pPr indent="-127000" lvl="1" marL="457200" marR="0" rtl="0" algn="l">
              <a:lnSpc>
                <a:spcPct val="100000"/>
              </a:lnSpc>
              <a:spcBef>
                <a:spcPts val="0"/>
              </a:spcBef>
              <a:spcAft>
                <a:spcPts val="0"/>
              </a:spcAft>
              <a:buClr>
                <a:schemeClr val="dk1"/>
              </a:buClr>
              <a:buSzPts val="2000"/>
              <a:buFont typeface="Arial"/>
              <a:buChar char="•"/>
            </a:pPr>
            <a:r>
              <a:rPr b="1" i="0" lang="en-US" sz="2000" u="none" cap="none" strike="noStrike">
                <a:solidFill>
                  <a:schemeClr val="dk1"/>
                </a:solidFill>
                <a:latin typeface="Arial"/>
                <a:ea typeface="Arial"/>
                <a:cs typeface="Arial"/>
                <a:sym typeface="Arial"/>
              </a:rPr>
              <a:t>Knowledge is nor shared, but hoarded (this can involve political implications). </a:t>
            </a:r>
            <a:endParaRPr/>
          </a:p>
          <a:p>
            <a:pPr indent="0" lvl="1" marL="457200" marR="0" rtl="0" algn="l">
              <a:lnSpc>
                <a:spcPct val="100000"/>
              </a:lnSpc>
              <a:spcBef>
                <a:spcPts val="0"/>
              </a:spcBef>
              <a:spcAft>
                <a:spcPts val="0"/>
              </a:spcAft>
              <a:buClr>
                <a:schemeClr val="dk1"/>
              </a:buClr>
              <a:buSzPts val="2000"/>
              <a:buFont typeface="Arial"/>
              <a:buNone/>
            </a:pPr>
            <a:r>
              <a:t/>
            </a:r>
            <a:endParaRPr b="1" i="0" sz="2000" u="none" cap="none" strike="noStrike">
              <a:solidFill>
                <a:schemeClr val="dk1"/>
              </a:solidFill>
              <a:latin typeface="Arial"/>
              <a:ea typeface="Arial"/>
              <a:cs typeface="Arial"/>
              <a:sym typeface="Arial"/>
            </a:endParaRPr>
          </a:p>
          <a:p>
            <a:pPr indent="-127000" lvl="1" marL="457200" marR="0" rtl="0" algn="l">
              <a:lnSpc>
                <a:spcPct val="100000"/>
              </a:lnSpc>
              <a:spcBef>
                <a:spcPts val="0"/>
              </a:spcBef>
              <a:spcAft>
                <a:spcPts val="0"/>
              </a:spcAft>
              <a:buClr>
                <a:schemeClr val="dk1"/>
              </a:buClr>
              <a:buSzPts val="2000"/>
              <a:buFont typeface="Arial"/>
              <a:buChar char="•"/>
            </a:pPr>
            <a:r>
              <a:rPr b="1" i="0" lang="en-US" sz="2000" u="none" cap="none" strike="noStrike">
                <a:solidFill>
                  <a:schemeClr val="dk1"/>
                </a:solidFill>
                <a:latin typeface="Arial"/>
                <a:ea typeface="Arial"/>
                <a:cs typeface="Arial"/>
                <a:sym typeface="Arial"/>
              </a:rPr>
              <a:t>Often knowledge is not found in the proper form. </a:t>
            </a:r>
            <a:endParaRPr/>
          </a:p>
          <a:p>
            <a:pPr indent="0" lvl="1" marL="457200" marR="0" rtl="0" algn="l">
              <a:lnSpc>
                <a:spcPct val="100000"/>
              </a:lnSpc>
              <a:spcBef>
                <a:spcPts val="0"/>
              </a:spcBef>
              <a:spcAft>
                <a:spcPts val="0"/>
              </a:spcAft>
              <a:buClr>
                <a:schemeClr val="dk1"/>
              </a:buClr>
              <a:buSzPts val="2000"/>
              <a:buFont typeface="Arial"/>
              <a:buNone/>
            </a:pPr>
            <a:r>
              <a:t/>
            </a:r>
            <a:endParaRPr b="1" i="0" sz="2000" u="none" cap="none" strike="noStrike">
              <a:solidFill>
                <a:schemeClr val="dk1"/>
              </a:solidFill>
              <a:latin typeface="Arial"/>
              <a:ea typeface="Arial"/>
              <a:cs typeface="Arial"/>
              <a:sym typeface="Arial"/>
            </a:endParaRPr>
          </a:p>
          <a:p>
            <a:pPr indent="-127000" lvl="1" marL="457200" marR="0" rtl="0" algn="l">
              <a:lnSpc>
                <a:spcPct val="100000"/>
              </a:lnSpc>
              <a:spcBef>
                <a:spcPts val="0"/>
              </a:spcBef>
              <a:spcAft>
                <a:spcPts val="0"/>
              </a:spcAft>
              <a:buClr>
                <a:schemeClr val="dk1"/>
              </a:buClr>
              <a:buSzPts val="2000"/>
              <a:buFont typeface="Arial"/>
              <a:buChar char="•"/>
            </a:pPr>
            <a:r>
              <a:rPr b="1" i="0" lang="en-US" sz="2000" u="none" cap="none" strike="noStrike">
                <a:solidFill>
                  <a:schemeClr val="dk1"/>
                </a:solidFill>
                <a:latin typeface="Arial"/>
                <a:ea typeface="Arial"/>
                <a:cs typeface="Arial"/>
                <a:sym typeface="Arial"/>
              </a:rPr>
              <a:t>Often knowledge is not available at the correct time when it is needed. </a:t>
            </a:r>
            <a:endParaRPr/>
          </a:p>
          <a:p>
            <a:pPr indent="0" lvl="1" marL="457200" marR="0" rtl="0" algn="l">
              <a:lnSpc>
                <a:spcPct val="100000"/>
              </a:lnSpc>
              <a:spcBef>
                <a:spcPts val="0"/>
              </a:spcBef>
              <a:spcAft>
                <a:spcPts val="0"/>
              </a:spcAft>
              <a:buClr>
                <a:schemeClr val="dk1"/>
              </a:buClr>
              <a:buSzPts val="2000"/>
              <a:buFont typeface="Arial"/>
              <a:buNone/>
            </a:pPr>
            <a:r>
              <a:t/>
            </a:r>
            <a:endParaRPr b="1" i="0" sz="2000" u="none" cap="none" strike="noStrike">
              <a:solidFill>
                <a:schemeClr val="dk1"/>
              </a:solidFill>
              <a:latin typeface="Arial"/>
              <a:ea typeface="Arial"/>
              <a:cs typeface="Arial"/>
              <a:sym typeface="Arial"/>
            </a:endParaRPr>
          </a:p>
          <a:p>
            <a:pPr indent="-127000" lvl="1" marL="457200" marR="0" rtl="0" algn="l">
              <a:lnSpc>
                <a:spcPct val="100000"/>
              </a:lnSpc>
              <a:spcBef>
                <a:spcPts val="0"/>
              </a:spcBef>
              <a:spcAft>
                <a:spcPts val="0"/>
              </a:spcAft>
              <a:buClr>
                <a:schemeClr val="dk1"/>
              </a:buClr>
              <a:buSzPts val="2000"/>
              <a:buFont typeface="Arial"/>
              <a:buChar char="•"/>
            </a:pPr>
            <a:r>
              <a:rPr b="1" i="0" lang="en-US" sz="2000" u="none" cap="none" strike="noStrike">
                <a:solidFill>
                  <a:schemeClr val="dk1"/>
                </a:solidFill>
                <a:latin typeface="Arial"/>
                <a:ea typeface="Arial"/>
                <a:cs typeface="Arial"/>
                <a:sym typeface="Arial"/>
              </a:rPr>
              <a:t>Often knowledge is not present in the proper location where it should be present. </a:t>
            </a:r>
            <a:endParaRPr/>
          </a:p>
          <a:p>
            <a:pPr indent="0" lvl="1" marL="457200" marR="0" rtl="0" algn="l">
              <a:lnSpc>
                <a:spcPct val="100000"/>
              </a:lnSpc>
              <a:spcBef>
                <a:spcPts val="0"/>
              </a:spcBef>
              <a:spcAft>
                <a:spcPts val="0"/>
              </a:spcAft>
              <a:buClr>
                <a:schemeClr val="dk1"/>
              </a:buClr>
              <a:buSzPts val="2000"/>
              <a:buFont typeface="Arial"/>
              <a:buNone/>
            </a:pPr>
            <a:r>
              <a:t/>
            </a:r>
            <a:endParaRPr b="1" i="0" sz="2000" u="none" cap="none" strike="noStrike">
              <a:solidFill>
                <a:schemeClr val="dk1"/>
              </a:solidFill>
              <a:latin typeface="Arial"/>
              <a:ea typeface="Arial"/>
              <a:cs typeface="Arial"/>
              <a:sym typeface="Arial"/>
            </a:endParaRPr>
          </a:p>
          <a:p>
            <a:pPr indent="-127000" lvl="1" marL="457200" marR="0" rtl="0" algn="l">
              <a:lnSpc>
                <a:spcPct val="100000"/>
              </a:lnSpc>
              <a:spcBef>
                <a:spcPts val="0"/>
              </a:spcBef>
              <a:spcAft>
                <a:spcPts val="0"/>
              </a:spcAft>
              <a:buClr>
                <a:schemeClr val="dk1"/>
              </a:buClr>
              <a:buSzPts val="2000"/>
              <a:buFont typeface="Arial"/>
              <a:buChar char="•"/>
            </a:pPr>
            <a:r>
              <a:rPr b="1" i="0" lang="en-US" sz="2000" u="none" cap="none" strike="noStrike">
                <a:solidFill>
                  <a:schemeClr val="dk1"/>
                </a:solidFill>
                <a:latin typeface="Arial"/>
                <a:ea typeface="Arial"/>
                <a:cs typeface="Arial"/>
                <a:sym typeface="Arial"/>
              </a:rPr>
              <a:t>Often the knowledge is found to be incomplete. </a:t>
            </a:r>
            <a:endParaRPr/>
          </a:p>
          <a:p>
            <a:pPr indent="0" lvl="0" marL="0" marR="0" rtl="0" algn="l">
              <a:lnSpc>
                <a:spcPct val="100000"/>
              </a:lnSpc>
              <a:spcBef>
                <a:spcPts val="0"/>
              </a:spcBef>
              <a:spcAft>
                <a:spcPts val="0"/>
              </a:spcAft>
              <a:buNone/>
            </a:pPr>
            <a:r>
              <a:t/>
            </a:r>
            <a:endParaRPr b="1" i="0" sz="2000" u="none" cap="none" strike="noStrike">
              <a:solidFill>
                <a:schemeClr val="dk1"/>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10" name="Shape 1010"/>
        <p:cNvGrpSpPr/>
        <p:nvPr/>
      </p:nvGrpSpPr>
      <p:grpSpPr>
        <a:xfrm>
          <a:off x="0" y="0"/>
          <a:ext cx="0" cy="0"/>
          <a:chOff x="0" y="0"/>
          <a:chExt cx="0" cy="0"/>
        </a:xfrm>
      </p:grpSpPr>
      <p:sp>
        <p:nvSpPr>
          <p:cNvPr id="1011" name="Google Shape;1011;p96"/>
          <p:cNvSpPr txBox="1"/>
          <p:nvPr>
            <p:ph type="title"/>
          </p:nvPr>
        </p:nvSpPr>
        <p:spPr>
          <a:xfrm>
            <a:off x="457200" y="228600"/>
            <a:ext cx="8229600" cy="609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Arial"/>
              <a:buNone/>
            </a:pPr>
            <a:r>
              <a:rPr b="1" i="0" lang="en-US" sz="4000" u="none">
                <a:solidFill>
                  <a:schemeClr val="dk2"/>
                </a:solidFill>
                <a:latin typeface="Arial"/>
                <a:ea typeface="Arial"/>
                <a:cs typeface="Arial"/>
                <a:sym typeface="Arial"/>
              </a:rPr>
              <a:t>Codification Tools</a:t>
            </a:r>
            <a:br>
              <a:rPr b="1" i="0" lang="en-US" sz="4000" u="none">
                <a:solidFill>
                  <a:schemeClr val="dk2"/>
                </a:solidFill>
                <a:latin typeface="Arial"/>
                <a:ea typeface="Arial"/>
                <a:cs typeface="Arial"/>
                <a:sym typeface="Arial"/>
              </a:rPr>
            </a:br>
            <a:endParaRPr/>
          </a:p>
        </p:txBody>
      </p:sp>
      <p:sp>
        <p:nvSpPr>
          <p:cNvPr id="1012" name="Google Shape;1012;p96"/>
          <p:cNvSpPr txBox="1"/>
          <p:nvPr>
            <p:ph idx="1" type="body"/>
          </p:nvPr>
        </p:nvSpPr>
        <p:spPr>
          <a:xfrm>
            <a:off x="457200" y="838200"/>
            <a:ext cx="8229600" cy="52881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3200"/>
              <a:buFont typeface="Arial"/>
              <a:buChar char="•"/>
            </a:pPr>
            <a:r>
              <a:rPr b="1" i="1" lang="en-US" sz="3200" u="none">
                <a:solidFill>
                  <a:schemeClr val="dk1"/>
                </a:solidFill>
                <a:latin typeface="Arial"/>
                <a:ea typeface="Arial"/>
                <a:cs typeface="Arial"/>
                <a:sym typeface="Arial"/>
              </a:rPr>
              <a:t>(a) Knowledge Maps </a:t>
            </a:r>
            <a:endParaRPr/>
          </a:p>
          <a:p>
            <a:pPr indent="-342900" lvl="0" marL="342900" marR="0" rtl="0" algn="just">
              <a:lnSpc>
                <a:spcPct val="100000"/>
              </a:lnSpc>
              <a:spcBef>
                <a:spcPts val="640"/>
              </a:spcBef>
              <a:spcAft>
                <a:spcPts val="0"/>
              </a:spcAft>
              <a:buClr>
                <a:schemeClr val="dk1"/>
              </a:buClr>
              <a:buSzPts val="3200"/>
              <a:buFont typeface="Arial"/>
              <a:buChar char="•"/>
            </a:pPr>
            <a:r>
              <a:rPr b="1" i="1" lang="en-US" sz="3200" u="none">
                <a:solidFill>
                  <a:schemeClr val="dk1"/>
                </a:solidFill>
                <a:latin typeface="Arial"/>
                <a:ea typeface="Arial"/>
                <a:cs typeface="Arial"/>
                <a:sym typeface="Arial"/>
              </a:rPr>
              <a:t>(b) Decision Table </a:t>
            </a:r>
            <a:endParaRPr/>
          </a:p>
          <a:p>
            <a:pPr indent="-342900" lvl="0" marL="342900" marR="0" rtl="0" algn="just">
              <a:lnSpc>
                <a:spcPct val="100000"/>
              </a:lnSpc>
              <a:spcBef>
                <a:spcPts val="640"/>
              </a:spcBef>
              <a:spcAft>
                <a:spcPts val="0"/>
              </a:spcAft>
              <a:buClr>
                <a:schemeClr val="dk1"/>
              </a:buClr>
              <a:buSzPts val="3200"/>
              <a:buFont typeface="Arial"/>
              <a:buChar char="•"/>
            </a:pPr>
            <a:r>
              <a:rPr b="1" i="1" lang="en-US" sz="3200" u="none">
                <a:solidFill>
                  <a:schemeClr val="dk1"/>
                </a:solidFill>
                <a:latin typeface="Arial"/>
                <a:ea typeface="Arial"/>
                <a:cs typeface="Arial"/>
                <a:sym typeface="Arial"/>
              </a:rPr>
              <a:t>(c) Decision Tree </a:t>
            </a:r>
            <a:endParaRPr/>
          </a:p>
          <a:p>
            <a:pPr indent="-342900" lvl="0" marL="342900" marR="0" rtl="0" algn="just">
              <a:lnSpc>
                <a:spcPct val="100000"/>
              </a:lnSpc>
              <a:spcBef>
                <a:spcPts val="640"/>
              </a:spcBef>
              <a:spcAft>
                <a:spcPts val="0"/>
              </a:spcAft>
              <a:buClr>
                <a:schemeClr val="dk1"/>
              </a:buClr>
              <a:buSzPts val="3200"/>
              <a:buFont typeface="Arial"/>
              <a:buChar char="•"/>
            </a:pPr>
            <a:r>
              <a:rPr b="1" i="1" lang="en-US" sz="3200" u="none">
                <a:solidFill>
                  <a:schemeClr val="dk1"/>
                </a:solidFill>
                <a:latin typeface="Arial"/>
                <a:ea typeface="Arial"/>
                <a:cs typeface="Arial"/>
                <a:sym typeface="Arial"/>
              </a:rPr>
              <a:t>(d) Frames </a:t>
            </a:r>
            <a:endParaRPr/>
          </a:p>
          <a:p>
            <a:pPr indent="-342900" lvl="0" marL="342900" marR="0" rtl="0" algn="just">
              <a:lnSpc>
                <a:spcPct val="100000"/>
              </a:lnSpc>
              <a:spcBef>
                <a:spcPts val="640"/>
              </a:spcBef>
              <a:spcAft>
                <a:spcPts val="0"/>
              </a:spcAft>
              <a:buClr>
                <a:schemeClr val="dk1"/>
              </a:buClr>
              <a:buSzPts val="3200"/>
              <a:buFont typeface="Arial"/>
              <a:buChar char="•"/>
            </a:pPr>
            <a:r>
              <a:rPr b="1" i="1" lang="en-US" sz="3200" u="none">
                <a:solidFill>
                  <a:schemeClr val="dk1"/>
                </a:solidFill>
                <a:latin typeface="Arial"/>
                <a:ea typeface="Arial"/>
                <a:cs typeface="Arial"/>
                <a:sym typeface="Arial"/>
              </a:rPr>
              <a:t>(e) Production Rules </a:t>
            </a:r>
            <a:endParaRPr/>
          </a:p>
          <a:p>
            <a:pPr indent="-342900" lvl="0" marL="342900" marR="0" rtl="0" algn="just">
              <a:lnSpc>
                <a:spcPct val="100000"/>
              </a:lnSpc>
              <a:spcBef>
                <a:spcPts val="640"/>
              </a:spcBef>
              <a:spcAft>
                <a:spcPts val="0"/>
              </a:spcAft>
              <a:buClr>
                <a:schemeClr val="dk1"/>
              </a:buClr>
              <a:buSzPts val="3200"/>
              <a:buFont typeface="Arial"/>
              <a:buChar char="•"/>
            </a:pPr>
            <a:r>
              <a:rPr b="1" i="1" lang="en-US" sz="3200" u="none">
                <a:solidFill>
                  <a:schemeClr val="dk1"/>
                </a:solidFill>
                <a:latin typeface="Arial"/>
                <a:ea typeface="Arial"/>
                <a:cs typeface="Arial"/>
                <a:sym typeface="Arial"/>
              </a:rPr>
              <a:t>(f) Case-Based Reasoning </a:t>
            </a:r>
            <a:endParaRPr/>
          </a:p>
          <a:p>
            <a:pPr indent="-342900" lvl="0" marL="342900" marR="0" rtl="0" algn="just">
              <a:lnSpc>
                <a:spcPct val="100000"/>
              </a:lnSpc>
              <a:spcBef>
                <a:spcPts val="640"/>
              </a:spcBef>
              <a:spcAft>
                <a:spcPts val="0"/>
              </a:spcAft>
              <a:buClr>
                <a:schemeClr val="dk1"/>
              </a:buClr>
              <a:buSzPts val="3200"/>
              <a:buFont typeface="Arial"/>
              <a:buChar char="•"/>
            </a:pPr>
            <a:r>
              <a:rPr b="1" i="1" lang="en-US" sz="3200" u="none">
                <a:solidFill>
                  <a:schemeClr val="dk1"/>
                </a:solidFill>
                <a:latin typeface="Arial"/>
                <a:ea typeface="Arial"/>
                <a:cs typeface="Arial"/>
                <a:sym typeface="Arial"/>
              </a:rPr>
              <a:t>(g) Knowledge-Based Agents </a:t>
            </a:r>
            <a:endParaRPr/>
          </a:p>
          <a:p>
            <a:pPr indent="-139700" lvl="0" marL="342900" marR="0" rtl="0" algn="l">
              <a:lnSpc>
                <a:spcPct val="100000"/>
              </a:lnSpc>
              <a:spcBef>
                <a:spcPts val="640"/>
              </a:spcBef>
              <a:spcAft>
                <a:spcPts val="0"/>
              </a:spcAft>
              <a:buClr>
                <a:schemeClr val="dk1"/>
              </a:buClr>
              <a:buSzPts val="3200"/>
              <a:buFont typeface="Arial"/>
              <a:buNone/>
            </a:pPr>
            <a:r>
              <a:t/>
            </a:r>
            <a:endParaRPr b="1" i="1" sz="3200" u="none">
              <a:solidFill>
                <a:schemeClr val="dk1"/>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16" name="Shape 1016"/>
        <p:cNvGrpSpPr/>
        <p:nvPr/>
      </p:nvGrpSpPr>
      <p:grpSpPr>
        <a:xfrm>
          <a:off x="0" y="0"/>
          <a:ext cx="0" cy="0"/>
          <a:chOff x="0" y="0"/>
          <a:chExt cx="0" cy="0"/>
        </a:xfrm>
      </p:grpSpPr>
      <p:sp>
        <p:nvSpPr>
          <p:cNvPr id="1017" name="Google Shape;1017;p97"/>
          <p:cNvSpPr txBox="1"/>
          <p:nvPr>
            <p:ph type="title"/>
          </p:nvPr>
        </p:nvSpPr>
        <p:spPr>
          <a:xfrm>
            <a:off x="457200" y="274637"/>
            <a:ext cx="8229600" cy="716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2400"/>
              <a:buFont typeface="Times New Roman"/>
              <a:buNone/>
            </a:pPr>
            <a:r>
              <a:rPr b="1" i="0" lang="en-US" sz="2400" u="none">
                <a:solidFill>
                  <a:schemeClr val="dk2"/>
                </a:solidFill>
                <a:latin typeface="Times New Roman"/>
                <a:ea typeface="Times New Roman"/>
                <a:cs typeface="Times New Roman"/>
                <a:sym typeface="Times New Roman"/>
              </a:rPr>
              <a:t>KNOWLEDGE MANAGEMENT INFRASTRUCTURE</a:t>
            </a:r>
            <a:r>
              <a:rPr b="0" i="0" lang="en-US" sz="4000" u="none">
                <a:solidFill>
                  <a:schemeClr val="dk2"/>
                </a:solidFill>
                <a:latin typeface="Arial"/>
                <a:ea typeface="Arial"/>
                <a:cs typeface="Arial"/>
                <a:sym typeface="Arial"/>
              </a:rPr>
              <a:t> </a:t>
            </a:r>
            <a:endParaRPr/>
          </a:p>
        </p:txBody>
      </p:sp>
      <p:sp>
        <p:nvSpPr>
          <p:cNvPr id="1018" name="Google Shape;1018;p97"/>
          <p:cNvSpPr txBox="1"/>
          <p:nvPr>
            <p:ph idx="1" type="body"/>
          </p:nvPr>
        </p:nvSpPr>
        <p:spPr>
          <a:xfrm>
            <a:off x="457200" y="1066800"/>
            <a:ext cx="8229600" cy="5059500"/>
          </a:xfrm>
          <a:prstGeom prst="rect">
            <a:avLst/>
          </a:prstGeom>
          <a:noFill/>
          <a:ln>
            <a:noFill/>
          </a:ln>
        </p:spPr>
        <p:txBody>
          <a:bodyPr anchorCtr="0" anchor="t" bIns="45700" lIns="91425" spcFirstLastPara="1" rIns="91425" wrap="square" tIns="45700">
            <a:noAutofit/>
          </a:bodyPr>
          <a:lstStyle/>
          <a:p>
            <a:pPr indent="-342900" lvl="0" marL="34290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Knowledge management infrastructure is a prerequisite to knowledge sharing which is viewed as a combination of people, technology and content. </a:t>
            </a:r>
            <a:endParaRPr/>
          </a:p>
        </p:txBody>
      </p:sp>
      <p:pic>
        <p:nvPicPr>
          <p:cNvPr descr="\includegraphics[width = 14cm ,height=100mm]{KM_CH_3_fig_3.eps}" id="1019" name="Google Shape;1019;p97"/>
          <p:cNvPicPr preferRelativeResize="0"/>
          <p:nvPr/>
        </p:nvPicPr>
        <p:blipFill rotWithShape="1">
          <a:blip r:embed="rId3">
            <a:alphaModFix/>
          </a:blip>
          <a:srcRect b="0" l="0" r="0" t="0"/>
          <a:stretch/>
        </p:blipFill>
        <p:spPr>
          <a:xfrm>
            <a:off x="1524000" y="2463800"/>
            <a:ext cx="5486400" cy="4002087"/>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23" name="Shape 1023"/>
        <p:cNvGrpSpPr/>
        <p:nvPr/>
      </p:nvGrpSpPr>
      <p:grpSpPr>
        <a:xfrm>
          <a:off x="0" y="0"/>
          <a:ext cx="0" cy="0"/>
          <a:chOff x="0" y="0"/>
          <a:chExt cx="0" cy="0"/>
        </a:xfrm>
      </p:grpSpPr>
      <p:sp>
        <p:nvSpPr>
          <p:cNvPr id="1024" name="Google Shape;1024;p98"/>
          <p:cNvSpPr txBox="1"/>
          <p:nvPr>
            <p:ph type="title"/>
          </p:nvPr>
        </p:nvSpPr>
        <p:spPr>
          <a:xfrm>
            <a:off x="457200" y="274637"/>
            <a:ext cx="8229600" cy="8685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2800"/>
              <a:buFont typeface="Arial"/>
              <a:buNone/>
            </a:pPr>
            <a:r>
              <a:rPr b="1" i="0" lang="en-US" sz="2800" u="none">
                <a:solidFill>
                  <a:schemeClr val="dk2"/>
                </a:solidFill>
                <a:latin typeface="Arial"/>
                <a:ea typeface="Arial"/>
                <a:cs typeface="Arial"/>
                <a:sym typeface="Arial"/>
              </a:rPr>
              <a:t>WHAT IS A KNOWLEDGE REPOSITORY?</a:t>
            </a:r>
            <a:endParaRPr/>
          </a:p>
        </p:txBody>
      </p:sp>
      <p:sp>
        <p:nvSpPr>
          <p:cNvPr id="1025" name="Google Shape;1025;p98"/>
          <p:cNvSpPr txBox="1"/>
          <p:nvPr>
            <p:ph idx="1" type="body"/>
          </p:nvPr>
        </p:nvSpPr>
        <p:spPr>
          <a:xfrm>
            <a:off x="457200" y="1066800"/>
            <a:ext cx="8229600" cy="5562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A Knowledge Repository is a computerized system that systematically and continuously captures, organizes, categorizes and analyses an organization’s knowledge assets. </a:t>
            </a:r>
            <a:endParaRPr/>
          </a:p>
          <a:p>
            <a:pPr indent="-342900" lvl="0" marL="342900" marR="0" rtl="0" algn="l">
              <a:lnSpc>
                <a:spcPct val="100000"/>
              </a:lnSpc>
              <a:spcBef>
                <a:spcPts val="56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The repository can be searched and data can be quickly retrieved. </a:t>
            </a:r>
            <a:endParaRPr/>
          </a:p>
          <a:p>
            <a:pPr indent="-342900" lvl="0" marL="342900" marR="0" rtl="0" algn="l">
              <a:lnSpc>
                <a:spcPct val="100000"/>
              </a:lnSpc>
              <a:spcBef>
                <a:spcPts val="64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It is a collaborative system where people can query and browse both structured and unstructured information in order to retrieve and preserve organizational knowledge assets and facilitate collaborative working.</a:t>
            </a:r>
            <a:r>
              <a:rPr b="0" i="0" lang="en-US" sz="3200" u="none">
                <a:solidFill>
                  <a:schemeClr val="dk1"/>
                </a:solidFill>
                <a:latin typeface="Arial"/>
                <a:ea typeface="Arial"/>
                <a:cs typeface="Arial"/>
                <a:sym typeface="Arial"/>
              </a:rPr>
              <a:t>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29" name="Shape 1029"/>
        <p:cNvGrpSpPr/>
        <p:nvPr/>
      </p:nvGrpSpPr>
      <p:grpSpPr>
        <a:xfrm>
          <a:off x="0" y="0"/>
          <a:ext cx="0" cy="0"/>
          <a:chOff x="0" y="0"/>
          <a:chExt cx="0" cy="0"/>
        </a:xfrm>
      </p:grpSpPr>
      <p:sp>
        <p:nvSpPr>
          <p:cNvPr id="1030" name="Google Shape;1030;p99"/>
          <p:cNvSpPr txBox="1"/>
          <p:nvPr>
            <p:ph type="title"/>
          </p:nvPr>
        </p:nvSpPr>
        <p:spPr>
          <a:xfrm>
            <a:off x="457200" y="274637"/>
            <a:ext cx="8229600" cy="792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Arial"/>
              <a:buNone/>
            </a:pPr>
            <a:r>
              <a:rPr b="1" i="0" lang="en-US" sz="3600" u="none">
                <a:solidFill>
                  <a:schemeClr val="dk2"/>
                </a:solidFill>
                <a:latin typeface="Arial"/>
                <a:ea typeface="Arial"/>
                <a:cs typeface="Arial"/>
                <a:sym typeface="Arial"/>
              </a:rPr>
              <a:t>What are the contents of knowledge repository?</a:t>
            </a:r>
            <a:endParaRPr/>
          </a:p>
        </p:txBody>
      </p:sp>
      <p:sp>
        <p:nvSpPr>
          <p:cNvPr id="1031" name="Google Shape;1031;p99"/>
          <p:cNvSpPr txBox="1"/>
          <p:nvPr>
            <p:ph idx="1" type="body"/>
          </p:nvPr>
        </p:nvSpPr>
        <p:spPr>
          <a:xfrm>
            <a:off x="0" y="1828800"/>
            <a:ext cx="9144000" cy="5029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factual </a:t>
            </a:r>
            <a:r>
              <a:rPr b="0" i="0" lang="en-US" sz="3200" u="none">
                <a:solidFill>
                  <a:schemeClr val="dk1"/>
                </a:solidFill>
                <a:latin typeface="Arial"/>
                <a:ea typeface="Arial"/>
                <a:cs typeface="Arial"/>
                <a:sym typeface="Arial"/>
              </a:rPr>
              <a:t>(terminology, specific details and elements); </a:t>
            </a:r>
            <a:endParaRPr/>
          </a:p>
          <a:p>
            <a:pPr indent="-342900" lvl="0" marL="342900" marR="0" rtl="0" algn="l">
              <a:lnSpc>
                <a:spcPct val="100000"/>
              </a:lnSpc>
              <a:spcBef>
                <a:spcPts val="64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conceptual </a:t>
            </a:r>
            <a:r>
              <a:rPr b="0" i="0" lang="en-US" sz="3200" u="none">
                <a:solidFill>
                  <a:schemeClr val="dk1"/>
                </a:solidFill>
                <a:latin typeface="Arial"/>
                <a:ea typeface="Arial"/>
                <a:cs typeface="Arial"/>
                <a:sym typeface="Arial"/>
              </a:rPr>
              <a:t>(theories, models, principles and generalizations);</a:t>
            </a:r>
            <a:endParaRPr/>
          </a:p>
          <a:p>
            <a:pPr indent="-342900" lvl="0" marL="342900" marR="0" rtl="0" algn="l">
              <a:lnSpc>
                <a:spcPct val="100000"/>
              </a:lnSpc>
              <a:spcBef>
                <a:spcPts val="64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procedural</a:t>
            </a:r>
            <a:r>
              <a:rPr b="0" i="0" lang="en-US" sz="3200" u="none">
                <a:solidFill>
                  <a:schemeClr val="dk1"/>
                </a:solidFill>
                <a:latin typeface="Arial"/>
                <a:ea typeface="Arial"/>
                <a:cs typeface="Arial"/>
                <a:sym typeface="Arial"/>
              </a:rPr>
              <a:t> (skills, algorithms, techniques and methods) and</a:t>
            </a:r>
            <a:endParaRPr/>
          </a:p>
          <a:p>
            <a:pPr indent="-342900" lvl="0" marL="342900" marR="0" rtl="0" algn="l">
              <a:lnSpc>
                <a:spcPct val="100000"/>
              </a:lnSpc>
              <a:spcBef>
                <a:spcPts val="64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meta-cognitive</a:t>
            </a:r>
            <a:r>
              <a:rPr b="0" i="0" lang="en-US" sz="3200" u="none">
                <a:solidFill>
                  <a:schemeClr val="dk1"/>
                </a:solidFill>
                <a:latin typeface="Arial"/>
                <a:ea typeface="Arial"/>
                <a:cs typeface="Arial"/>
                <a:sym typeface="Arial"/>
              </a:rPr>
              <a:t> (knowledge about knowledge, i.e. learning, thinking, problem solving).</a:t>
            </a:r>
            <a:endParaRPr/>
          </a:p>
          <a:p>
            <a:pPr indent="-139700" lvl="0" marL="342900" marR="0" rtl="0" algn="l">
              <a:lnSpc>
                <a:spcPct val="100000"/>
              </a:lnSpc>
              <a:spcBef>
                <a:spcPts val="64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35" name="Shape 1035"/>
        <p:cNvGrpSpPr/>
        <p:nvPr/>
      </p:nvGrpSpPr>
      <p:grpSpPr>
        <a:xfrm>
          <a:off x="0" y="0"/>
          <a:ext cx="0" cy="0"/>
          <a:chOff x="0" y="0"/>
          <a:chExt cx="0" cy="0"/>
        </a:xfrm>
      </p:grpSpPr>
      <p:sp>
        <p:nvSpPr>
          <p:cNvPr id="1036" name="Google Shape;1036;p100"/>
          <p:cNvSpPr txBox="1"/>
          <p:nvPr>
            <p:ph type="title"/>
          </p:nvPr>
        </p:nvSpPr>
        <p:spPr>
          <a:xfrm>
            <a:off x="457200" y="274637"/>
            <a:ext cx="8229600" cy="716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Arial"/>
              <a:buNone/>
            </a:pPr>
            <a:r>
              <a:rPr b="1" i="0" lang="en-US" sz="3600" u="none">
                <a:solidFill>
                  <a:schemeClr val="dk2"/>
                </a:solidFill>
                <a:latin typeface="Arial"/>
                <a:ea typeface="Arial"/>
                <a:cs typeface="Arial"/>
                <a:sym typeface="Arial"/>
              </a:rPr>
              <a:t>Features of knowledge repository</a:t>
            </a:r>
            <a:r>
              <a:rPr b="0" i="0" lang="en-US" sz="4000" u="none">
                <a:solidFill>
                  <a:schemeClr val="dk2"/>
                </a:solidFill>
                <a:latin typeface="Arial"/>
                <a:ea typeface="Arial"/>
                <a:cs typeface="Arial"/>
                <a:sym typeface="Arial"/>
              </a:rPr>
              <a:t> </a:t>
            </a:r>
            <a:endParaRPr/>
          </a:p>
        </p:txBody>
      </p:sp>
      <p:sp>
        <p:nvSpPr>
          <p:cNvPr id="1037" name="Google Shape;1037;p100"/>
          <p:cNvSpPr txBox="1"/>
          <p:nvPr>
            <p:ph idx="1" type="body"/>
          </p:nvPr>
        </p:nvSpPr>
        <p:spPr>
          <a:xfrm>
            <a:off x="457200" y="1219200"/>
            <a:ext cx="8229600" cy="4907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AutoNum type="arabicPeriod"/>
            </a:pPr>
            <a:r>
              <a:rPr b="1" i="0" lang="en-US" sz="2800" u="none">
                <a:solidFill>
                  <a:schemeClr val="dk1"/>
                </a:solidFill>
                <a:latin typeface="Arial"/>
                <a:ea typeface="Arial"/>
                <a:cs typeface="Arial"/>
                <a:sym typeface="Arial"/>
              </a:rPr>
              <a:t>links to organizational and external sources</a:t>
            </a:r>
            <a:endParaRPr/>
          </a:p>
          <a:p>
            <a:pPr indent="-342900" lvl="0" marL="342900" marR="0" rtl="0" algn="l">
              <a:lnSpc>
                <a:spcPct val="100000"/>
              </a:lnSpc>
              <a:spcBef>
                <a:spcPts val="560"/>
              </a:spcBef>
              <a:spcAft>
                <a:spcPts val="0"/>
              </a:spcAft>
              <a:buClr>
                <a:schemeClr val="dk1"/>
              </a:buClr>
              <a:buSzPts val="2800"/>
              <a:buFont typeface="Arial"/>
              <a:buAutoNum type="arabicPeriod"/>
            </a:pPr>
            <a:r>
              <a:rPr b="1" i="0" lang="en-US" sz="2800" u="none">
                <a:solidFill>
                  <a:schemeClr val="dk1"/>
                </a:solidFill>
                <a:latin typeface="Arial"/>
                <a:ea typeface="Arial"/>
                <a:cs typeface="Arial"/>
                <a:sym typeface="Arial"/>
              </a:rPr>
              <a:t>search services to help users find required objects or sources </a:t>
            </a:r>
            <a:endParaRPr/>
          </a:p>
          <a:p>
            <a:pPr indent="-342900" lvl="0" marL="342900" marR="0" rtl="0" algn="just">
              <a:lnSpc>
                <a:spcPct val="100000"/>
              </a:lnSpc>
              <a:spcBef>
                <a:spcPts val="560"/>
              </a:spcBef>
              <a:spcAft>
                <a:spcPts val="0"/>
              </a:spcAft>
              <a:buClr>
                <a:schemeClr val="dk1"/>
              </a:buClr>
              <a:buSzPts val="2800"/>
              <a:buFont typeface="Noto Sans Symbols"/>
              <a:buAutoNum type="arabicPeriod"/>
            </a:pPr>
            <a:r>
              <a:rPr b="1" i="0" lang="en-US" sz="2800" u="none">
                <a:solidFill>
                  <a:schemeClr val="dk1"/>
                </a:solidFill>
                <a:latin typeface="Arial"/>
                <a:ea typeface="Arial"/>
                <a:cs typeface="Arial"/>
                <a:sym typeface="Arial"/>
              </a:rPr>
              <a:t>reference materials and services</a:t>
            </a:r>
            <a:endParaRPr/>
          </a:p>
          <a:p>
            <a:pPr indent="-342900" lvl="0" marL="342900" marR="0" rtl="0" algn="just">
              <a:lnSpc>
                <a:spcPct val="100000"/>
              </a:lnSpc>
              <a:spcBef>
                <a:spcPts val="560"/>
              </a:spcBef>
              <a:spcAft>
                <a:spcPts val="0"/>
              </a:spcAft>
              <a:buClr>
                <a:schemeClr val="dk1"/>
              </a:buClr>
              <a:buSzPts val="2800"/>
              <a:buFont typeface="Noto Sans Symbols"/>
              <a:buAutoNum type="arabicPeriod"/>
            </a:pPr>
            <a:r>
              <a:rPr b="1" i="0" lang="en-US" sz="2800" u="none">
                <a:solidFill>
                  <a:schemeClr val="dk1"/>
                </a:solidFill>
                <a:latin typeface="Arial"/>
                <a:ea typeface="Arial"/>
                <a:cs typeface="Arial"/>
                <a:sym typeface="Arial"/>
              </a:rPr>
              <a:t>frequently asked questions (FAQs)</a:t>
            </a:r>
            <a:endParaRPr/>
          </a:p>
          <a:p>
            <a:pPr indent="-342900" lvl="0" marL="342900" marR="0" rtl="0" algn="l">
              <a:lnSpc>
                <a:spcPct val="100000"/>
              </a:lnSpc>
              <a:spcBef>
                <a:spcPts val="560"/>
              </a:spcBef>
              <a:spcAft>
                <a:spcPts val="0"/>
              </a:spcAft>
              <a:buClr>
                <a:schemeClr val="dk1"/>
              </a:buClr>
              <a:buSzPts val="2800"/>
              <a:buFont typeface="Arial"/>
              <a:buAutoNum type="arabicPeriod"/>
            </a:pPr>
            <a:r>
              <a:rPr b="1" i="0" lang="en-US" sz="2800" u="none">
                <a:solidFill>
                  <a:schemeClr val="dk1"/>
                </a:solidFill>
                <a:latin typeface="Arial"/>
                <a:ea typeface="Arial"/>
                <a:cs typeface="Arial"/>
                <a:sym typeface="Arial"/>
              </a:rPr>
              <a:t>a site where solution may be shared </a:t>
            </a:r>
            <a:endParaRPr/>
          </a:p>
          <a:p>
            <a:pPr indent="-342900" lvl="0" marL="342900" marR="0" rtl="0" algn="l">
              <a:lnSpc>
                <a:spcPct val="100000"/>
              </a:lnSpc>
              <a:spcBef>
                <a:spcPts val="560"/>
              </a:spcBef>
              <a:spcAft>
                <a:spcPts val="0"/>
              </a:spcAft>
              <a:buClr>
                <a:schemeClr val="dk1"/>
              </a:buClr>
              <a:buSzPts val="2800"/>
              <a:buFont typeface="Arial"/>
              <a:buAutoNum type="arabicPeriod"/>
            </a:pPr>
            <a:r>
              <a:rPr b="1" i="0" lang="en-US" sz="2800" u="none">
                <a:solidFill>
                  <a:schemeClr val="dk1"/>
                </a:solidFill>
                <a:latin typeface="Arial"/>
                <a:ea typeface="Arial"/>
                <a:cs typeface="Arial"/>
                <a:sym typeface="Arial"/>
              </a:rPr>
              <a:t>a help services to support users who are unfamiliar with the system</a:t>
            </a:r>
            <a:endParaRPr/>
          </a:p>
          <a:p>
            <a:pPr indent="-342900" lvl="0" marL="342900" marR="0" rtl="0" algn="l">
              <a:lnSpc>
                <a:spcPct val="100000"/>
              </a:lnSpc>
              <a:spcBef>
                <a:spcPts val="560"/>
              </a:spcBef>
              <a:spcAft>
                <a:spcPts val="0"/>
              </a:spcAft>
              <a:buClr>
                <a:schemeClr val="dk1"/>
              </a:buClr>
              <a:buSzPts val="2800"/>
              <a:buFont typeface="Arial"/>
              <a:buAutoNum type="arabicPeriod"/>
            </a:pPr>
            <a:r>
              <a:rPr b="1" i="0" lang="en-US" sz="2800" u="none">
                <a:solidFill>
                  <a:schemeClr val="dk1"/>
                </a:solidFill>
                <a:latin typeface="Arial"/>
                <a:ea typeface="Arial"/>
                <a:cs typeface="Arial"/>
                <a:sym typeface="Arial"/>
              </a:rPr>
              <a:t>a contribution channel to allow easy linkage of new materials</a:t>
            </a:r>
            <a:endParaRPr/>
          </a:p>
          <a:p>
            <a:pPr indent="-165100" lvl="0" marL="342900" marR="0" rtl="0" algn="l">
              <a:lnSpc>
                <a:spcPct val="100000"/>
              </a:lnSpc>
              <a:spcBef>
                <a:spcPts val="560"/>
              </a:spcBef>
              <a:spcAft>
                <a:spcPts val="0"/>
              </a:spcAft>
              <a:buClr>
                <a:schemeClr val="dk1"/>
              </a:buClr>
              <a:buSzPts val="2800"/>
              <a:buFont typeface="Arial"/>
              <a:buNone/>
            </a:pPr>
            <a:r>
              <a:t/>
            </a:r>
            <a:endParaRPr b="1" i="0" sz="2800" u="none">
              <a:solidFill>
                <a:schemeClr val="dk1"/>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41" name="Shape 1041"/>
        <p:cNvGrpSpPr/>
        <p:nvPr/>
      </p:nvGrpSpPr>
      <p:grpSpPr>
        <a:xfrm>
          <a:off x="0" y="0"/>
          <a:ext cx="0" cy="0"/>
          <a:chOff x="0" y="0"/>
          <a:chExt cx="0" cy="0"/>
        </a:xfrm>
      </p:grpSpPr>
      <p:sp>
        <p:nvSpPr>
          <p:cNvPr id="1042" name="Google Shape;1042;p10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2800"/>
              <a:buFont typeface="Arial"/>
              <a:buNone/>
            </a:pPr>
            <a:r>
              <a:rPr b="1" i="0" lang="en-US" sz="2800" u="none">
                <a:solidFill>
                  <a:schemeClr val="dk2"/>
                </a:solidFill>
                <a:latin typeface="Arial"/>
                <a:ea typeface="Arial"/>
                <a:cs typeface="Arial"/>
                <a:sym typeface="Arial"/>
              </a:rPr>
              <a:t>KNOWLEDGE MANAGEMENT APPLICATIONS</a:t>
            </a:r>
            <a:r>
              <a:rPr b="0" i="0" lang="en-US" sz="4000" u="none">
                <a:solidFill>
                  <a:schemeClr val="dk2"/>
                </a:solidFill>
                <a:latin typeface="Arial"/>
                <a:ea typeface="Arial"/>
                <a:cs typeface="Arial"/>
                <a:sym typeface="Arial"/>
              </a:rPr>
              <a:t> </a:t>
            </a:r>
            <a:endParaRPr/>
          </a:p>
        </p:txBody>
      </p:sp>
      <p:sp>
        <p:nvSpPr>
          <p:cNvPr id="1043" name="Google Shape;1043;p101"/>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Integrative applications exhibit a sequential flow of explicit knowledge into and out of the repository. </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Interactive applications are focused primarily on supporting interaction among people holding tacit knowledge.</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Composite applications deals with segmenting multiple repositories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47" name="Shape 1047"/>
        <p:cNvGrpSpPr/>
        <p:nvPr/>
      </p:nvGrpSpPr>
      <p:grpSpPr>
        <a:xfrm>
          <a:off x="0" y="0"/>
          <a:ext cx="0" cy="0"/>
          <a:chOff x="0" y="0"/>
          <a:chExt cx="0" cy="0"/>
        </a:xfrm>
      </p:grpSpPr>
      <p:sp>
        <p:nvSpPr>
          <p:cNvPr id="1048" name="Google Shape;1048;p102"/>
          <p:cNvSpPr txBox="1"/>
          <p:nvPr>
            <p:ph type="title"/>
          </p:nvPr>
        </p:nvSpPr>
        <p:spPr>
          <a:xfrm>
            <a:off x="457200" y="274637"/>
            <a:ext cx="8229600" cy="792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2800"/>
              <a:buFont typeface="Arial"/>
              <a:buNone/>
            </a:pPr>
            <a:r>
              <a:rPr b="1" i="0" lang="en-US" sz="2800" u="none">
                <a:solidFill>
                  <a:schemeClr val="dk2"/>
                </a:solidFill>
                <a:latin typeface="Arial"/>
                <a:ea typeface="Arial"/>
                <a:cs typeface="Arial"/>
                <a:sym typeface="Arial"/>
              </a:rPr>
              <a:t>WHAT IS A COLLABORATIVE PLATFORM?</a:t>
            </a:r>
            <a:r>
              <a:rPr b="0" i="0" lang="en-US" sz="4400" u="none">
                <a:solidFill>
                  <a:schemeClr val="dk2"/>
                </a:solidFill>
                <a:latin typeface="Arial"/>
                <a:ea typeface="Arial"/>
                <a:cs typeface="Arial"/>
                <a:sym typeface="Arial"/>
              </a:rPr>
              <a:t> </a:t>
            </a:r>
            <a:endParaRPr/>
          </a:p>
        </p:txBody>
      </p:sp>
      <p:sp>
        <p:nvSpPr>
          <p:cNvPr id="1049" name="Google Shape;1049;p102"/>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Collaborative platform is a tool that supports team members or other tools that share information and contribute to knowledge management system. </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The user can either search for content - the pull approach to content delivery – or subscribe to content, that is, have content pushed to him or her.</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53" name="Shape 1053"/>
        <p:cNvGrpSpPr/>
        <p:nvPr/>
      </p:nvGrpSpPr>
      <p:grpSpPr>
        <a:xfrm>
          <a:off x="0" y="0"/>
          <a:ext cx="0" cy="0"/>
          <a:chOff x="0" y="0"/>
          <a:chExt cx="0" cy="0"/>
        </a:xfrm>
      </p:grpSpPr>
      <p:sp>
        <p:nvSpPr>
          <p:cNvPr id="1054" name="Google Shape;1054;p103"/>
          <p:cNvSpPr txBox="1"/>
          <p:nvPr>
            <p:ph type="title"/>
          </p:nvPr>
        </p:nvSpPr>
        <p:spPr>
          <a:xfrm>
            <a:off x="457200" y="292100"/>
            <a:ext cx="8229600" cy="8667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Tahoma"/>
              <a:buNone/>
            </a:pPr>
            <a:r>
              <a:rPr b="1" i="0" lang="en-US" sz="3200" u="none">
                <a:solidFill>
                  <a:schemeClr val="dk2"/>
                </a:solidFill>
                <a:latin typeface="Tahoma"/>
                <a:ea typeface="Tahoma"/>
                <a:cs typeface="Tahoma"/>
                <a:sym typeface="Tahoma"/>
              </a:rPr>
              <a:t>WHAT IS COLLABORATIVE FILTERING?</a:t>
            </a:r>
            <a:endParaRPr/>
          </a:p>
        </p:txBody>
      </p:sp>
      <p:sp>
        <p:nvSpPr>
          <p:cNvPr id="1055" name="Google Shape;1055;p103"/>
          <p:cNvSpPr txBox="1"/>
          <p:nvPr>
            <p:ph idx="1" type="body"/>
          </p:nvPr>
        </p:nvSpPr>
        <p:spPr>
          <a:xfrm>
            <a:off x="457200" y="1905000"/>
            <a:ext cx="82296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3840"/>
              <a:buFont typeface="Tahoma"/>
              <a:buChar char="•"/>
            </a:pPr>
            <a:r>
              <a:rPr b="0" i="0" lang="en-US" sz="3200" u="none" cap="none" strike="noStrike">
                <a:solidFill>
                  <a:schemeClr val="dk1"/>
                </a:solidFill>
                <a:latin typeface="Tahoma"/>
                <a:ea typeface="Tahoma"/>
                <a:cs typeface="Tahoma"/>
                <a:sym typeface="Tahoma"/>
              </a:rPr>
              <a:t>Collaborative filtering or deduction, gathers knowledge on general user traits, and models this into a profile. </a:t>
            </a:r>
            <a:endParaRPr/>
          </a:p>
          <a:p>
            <a:pPr indent="-342900" lvl="0" marL="342900" marR="0" rtl="0" algn="l">
              <a:lnSpc>
                <a:spcPct val="100000"/>
              </a:lnSpc>
              <a:spcBef>
                <a:spcPts val="640"/>
              </a:spcBef>
              <a:spcAft>
                <a:spcPts val="0"/>
              </a:spcAft>
              <a:buClr>
                <a:schemeClr val="hlink"/>
              </a:buClr>
              <a:buSzPts val="3840"/>
              <a:buFont typeface="Tahoma"/>
              <a:buChar char="•"/>
            </a:pPr>
            <a:r>
              <a:rPr b="0" i="0" lang="en-US" sz="3200" u="none" cap="none" strike="noStrike">
                <a:solidFill>
                  <a:schemeClr val="dk1"/>
                </a:solidFill>
                <a:latin typeface="Tahoma"/>
                <a:ea typeface="Tahoma"/>
                <a:cs typeface="Tahoma"/>
                <a:sym typeface="Tahoma"/>
              </a:rPr>
              <a:t>A profile is compared to other profiles by detecting similarities and opposites. </a:t>
            </a:r>
            <a:endParaRPr/>
          </a:p>
          <a:p>
            <a:pPr indent="-342900" lvl="0" marL="342900" marR="0" rtl="0" algn="l">
              <a:lnSpc>
                <a:spcPct val="100000"/>
              </a:lnSpc>
              <a:spcBef>
                <a:spcPts val="640"/>
              </a:spcBef>
              <a:spcAft>
                <a:spcPts val="0"/>
              </a:spcAft>
              <a:buClr>
                <a:schemeClr val="hlink"/>
              </a:buClr>
              <a:buSzPts val="3840"/>
              <a:buFont typeface="Tahoma"/>
              <a:buChar char="•"/>
            </a:pPr>
            <a:r>
              <a:rPr b="0" i="0" lang="en-US" sz="3200" u="none" cap="none" strike="noStrike">
                <a:solidFill>
                  <a:schemeClr val="dk1"/>
                </a:solidFill>
                <a:latin typeface="Tahoma"/>
                <a:ea typeface="Tahoma"/>
                <a:cs typeface="Tahoma"/>
                <a:sym typeface="Tahoma"/>
              </a:rPr>
              <a:t>It then makes predictions upon these comparisons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59" name="Shape 1059"/>
        <p:cNvGrpSpPr/>
        <p:nvPr/>
      </p:nvGrpSpPr>
      <p:grpSpPr>
        <a:xfrm>
          <a:off x="0" y="0"/>
          <a:ext cx="0" cy="0"/>
          <a:chOff x="0" y="0"/>
          <a:chExt cx="0" cy="0"/>
        </a:xfrm>
      </p:grpSpPr>
      <p:sp>
        <p:nvSpPr>
          <p:cNvPr id="1060" name="Google Shape;1060;p104"/>
          <p:cNvSpPr txBox="1"/>
          <p:nvPr>
            <p:ph type="title"/>
          </p:nvPr>
        </p:nvSpPr>
        <p:spPr>
          <a:xfrm>
            <a:off x="457200" y="274637"/>
            <a:ext cx="8229600" cy="792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Garamond"/>
              <a:buNone/>
            </a:pPr>
            <a:r>
              <a:rPr b="0" i="0" lang="en-US" sz="4000" u="none">
                <a:solidFill>
                  <a:schemeClr val="dk2"/>
                </a:solidFill>
                <a:latin typeface="Garamond"/>
                <a:ea typeface="Garamond"/>
                <a:cs typeface="Garamond"/>
                <a:sym typeface="Garamond"/>
              </a:rPr>
              <a:t>Tools for Collaborative Platform</a:t>
            </a:r>
            <a:endParaRPr/>
          </a:p>
        </p:txBody>
      </p:sp>
      <p:sp>
        <p:nvSpPr>
          <p:cNvPr id="1061" name="Google Shape;1061;p104"/>
          <p:cNvSpPr txBox="1"/>
          <p:nvPr>
            <p:ph idx="1" type="body"/>
          </p:nvPr>
        </p:nvSpPr>
        <p:spPr>
          <a:xfrm>
            <a:off x="457200" y="1219200"/>
            <a:ext cx="8229600" cy="5334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1960"/>
              <a:buFont typeface="Noto Sans Symbols"/>
              <a:buChar char="■"/>
            </a:pPr>
            <a:r>
              <a:rPr b="1" i="1" lang="en-US" sz="2800" u="none" cap="none" strike="noStrike">
                <a:solidFill>
                  <a:schemeClr val="dk1"/>
                </a:solidFill>
                <a:latin typeface="Garamond"/>
                <a:ea typeface="Garamond"/>
                <a:cs typeface="Garamond"/>
                <a:sym typeface="Garamond"/>
              </a:rPr>
              <a:t>Intranets</a:t>
            </a:r>
            <a:r>
              <a:rPr b="1" i="0" lang="en-US" sz="2800" u="none" cap="none" strike="noStrike">
                <a:solidFill>
                  <a:schemeClr val="dk1"/>
                </a:solidFill>
                <a:latin typeface="Garamond"/>
                <a:ea typeface="Garamond"/>
                <a:cs typeface="Garamond"/>
                <a:sym typeface="Garamond"/>
              </a:rPr>
              <a:t> </a:t>
            </a:r>
            <a:endParaRPr/>
          </a:p>
          <a:p>
            <a:pPr indent="-342900" lvl="0" marL="342900" marR="0" rtl="0" algn="l">
              <a:lnSpc>
                <a:spcPct val="100000"/>
              </a:lnSpc>
              <a:spcBef>
                <a:spcPts val="560"/>
              </a:spcBef>
              <a:spcAft>
                <a:spcPts val="0"/>
              </a:spcAft>
              <a:buClr>
                <a:schemeClr val="hlink"/>
              </a:buClr>
              <a:buSzPts val="1960"/>
              <a:buFont typeface="Noto Sans Symbols"/>
              <a:buChar char="■"/>
            </a:pPr>
            <a:r>
              <a:rPr b="1" i="1" lang="en-US" sz="2800" u="none" cap="none" strike="noStrike">
                <a:solidFill>
                  <a:schemeClr val="dk1"/>
                </a:solidFill>
                <a:latin typeface="Garamond"/>
                <a:ea typeface="Garamond"/>
                <a:cs typeface="Garamond"/>
                <a:sym typeface="Garamond"/>
              </a:rPr>
              <a:t>Portals</a:t>
            </a:r>
            <a:endParaRPr/>
          </a:p>
          <a:p>
            <a:pPr indent="-342900" lvl="0" marL="342900" marR="0" rtl="0" algn="l">
              <a:lnSpc>
                <a:spcPct val="100000"/>
              </a:lnSpc>
              <a:spcBef>
                <a:spcPts val="560"/>
              </a:spcBef>
              <a:spcAft>
                <a:spcPts val="0"/>
              </a:spcAft>
              <a:buClr>
                <a:schemeClr val="hlink"/>
              </a:buClr>
              <a:buSzPts val="1960"/>
              <a:buFont typeface="Noto Sans Symbols"/>
              <a:buChar char="■"/>
            </a:pPr>
            <a:r>
              <a:rPr b="1" i="1" lang="en-US" sz="2800" u="none" cap="none" strike="noStrike">
                <a:solidFill>
                  <a:schemeClr val="dk1"/>
                </a:solidFill>
                <a:latin typeface="Garamond"/>
                <a:ea typeface="Garamond"/>
                <a:cs typeface="Garamond"/>
                <a:sym typeface="Garamond"/>
              </a:rPr>
              <a:t>Chat (Audio and text)</a:t>
            </a:r>
            <a:r>
              <a:rPr b="1" i="0" lang="en-US" sz="2800" u="none" cap="none" strike="noStrike">
                <a:solidFill>
                  <a:schemeClr val="dk1"/>
                </a:solidFill>
                <a:latin typeface="Garamond"/>
                <a:ea typeface="Garamond"/>
                <a:cs typeface="Garamond"/>
                <a:sym typeface="Garamond"/>
              </a:rPr>
              <a:t> </a:t>
            </a:r>
            <a:endParaRPr/>
          </a:p>
          <a:p>
            <a:pPr indent="-342900" lvl="0" marL="342900" marR="0" rtl="0" algn="l">
              <a:lnSpc>
                <a:spcPct val="100000"/>
              </a:lnSpc>
              <a:spcBef>
                <a:spcPts val="560"/>
              </a:spcBef>
              <a:spcAft>
                <a:spcPts val="0"/>
              </a:spcAft>
              <a:buClr>
                <a:schemeClr val="hlink"/>
              </a:buClr>
              <a:buSzPts val="1960"/>
              <a:buFont typeface="Noto Sans Symbols"/>
              <a:buChar char="■"/>
            </a:pPr>
            <a:r>
              <a:rPr b="1" i="0" lang="en-US" sz="2800" u="none" cap="none" strike="noStrike">
                <a:solidFill>
                  <a:schemeClr val="dk1"/>
                </a:solidFill>
                <a:latin typeface="Garamond"/>
                <a:ea typeface="Garamond"/>
                <a:cs typeface="Garamond"/>
                <a:sym typeface="Garamond"/>
              </a:rPr>
              <a:t>Bulletin board </a:t>
            </a:r>
            <a:endParaRPr/>
          </a:p>
          <a:p>
            <a:pPr indent="-342900" lvl="0" marL="342900" marR="0" rtl="0" algn="l">
              <a:lnSpc>
                <a:spcPct val="100000"/>
              </a:lnSpc>
              <a:spcBef>
                <a:spcPts val="560"/>
              </a:spcBef>
              <a:spcAft>
                <a:spcPts val="0"/>
              </a:spcAft>
              <a:buClr>
                <a:schemeClr val="hlink"/>
              </a:buClr>
              <a:buSzPts val="1960"/>
              <a:buFont typeface="Noto Sans Symbols"/>
              <a:buChar char="■"/>
            </a:pPr>
            <a:r>
              <a:rPr b="1" i="0" lang="en-US" sz="2800" u="none" cap="none" strike="noStrike">
                <a:solidFill>
                  <a:schemeClr val="dk1"/>
                </a:solidFill>
                <a:latin typeface="Garamond"/>
                <a:ea typeface="Garamond"/>
                <a:cs typeface="Garamond"/>
                <a:sym typeface="Garamond"/>
              </a:rPr>
              <a:t>Discussion groups (newsgroups) </a:t>
            </a:r>
            <a:endParaRPr/>
          </a:p>
          <a:p>
            <a:pPr indent="-342900" lvl="0" marL="342900" marR="0" rtl="0" algn="l">
              <a:lnSpc>
                <a:spcPct val="100000"/>
              </a:lnSpc>
              <a:spcBef>
                <a:spcPts val="560"/>
              </a:spcBef>
              <a:spcAft>
                <a:spcPts val="0"/>
              </a:spcAft>
              <a:buClr>
                <a:schemeClr val="hlink"/>
              </a:buClr>
              <a:buSzPts val="1960"/>
              <a:buFont typeface="Noto Sans Symbols"/>
              <a:buChar char="■"/>
            </a:pPr>
            <a:r>
              <a:rPr b="1" i="0" lang="en-US" sz="2800" u="none" cap="none" strike="noStrike">
                <a:solidFill>
                  <a:schemeClr val="dk1"/>
                </a:solidFill>
                <a:latin typeface="Garamond"/>
                <a:ea typeface="Garamond"/>
                <a:cs typeface="Garamond"/>
                <a:sym typeface="Garamond"/>
              </a:rPr>
              <a:t>Whiteboard </a:t>
            </a:r>
            <a:endParaRPr/>
          </a:p>
          <a:p>
            <a:pPr indent="-342900" lvl="0" marL="342900" marR="0" rtl="0" algn="l">
              <a:lnSpc>
                <a:spcPct val="100000"/>
              </a:lnSpc>
              <a:spcBef>
                <a:spcPts val="560"/>
              </a:spcBef>
              <a:spcAft>
                <a:spcPts val="0"/>
              </a:spcAft>
              <a:buClr>
                <a:schemeClr val="hlink"/>
              </a:buClr>
              <a:buSzPts val="1960"/>
              <a:buFont typeface="Noto Sans Symbols"/>
              <a:buChar char="■"/>
            </a:pPr>
            <a:r>
              <a:rPr b="1" i="0" lang="en-US" sz="2800" u="none" cap="none" strike="noStrike">
                <a:solidFill>
                  <a:schemeClr val="dk1"/>
                </a:solidFill>
                <a:latin typeface="Garamond"/>
                <a:ea typeface="Garamond"/>
                <a:cs typeface="Garamond"/>
                <a:sym typeface="Garamond"/>
              </a:rPr>
              <a:t>File sharing tools </a:t>
            </a:r>
            <a:endParaRPr/>
          </a:p>
          <a:p>
            <a:pPr indent="-342900" lvl="0" marL="342900" marR="0" rtl="0" algn="l">
              <a:lnSpc>
                <a:spcPct val="100000"/>
              </a:lnSpc>
              <a:spcBef>
                <a:spcPts val="560"/>
              </a:spcBef>
              <a:spcAft>
                <a:spcPts val="0"/>
              </a:spcAft>
              <a:buClr>
                <a:schemeClr val="hlink"/>
              </a:buClr>
              <a:buSzPts val="1960"/>
              <a:buFont typeface="Noto Sans Symbols"/>
              <a:buChar char="■"/>
            </a:pPr>
            <a:r>
              <a:rPr b="1" i="0" lang="en-US" sz="2800" u="none" cap="none" strike="noStrike">
                <a:solidFill>
                  <a:schemeClr val="dk1"/>
                </a:solidFill>
                <a:latin typeface="Garamond"/>
                <a:ea typeface="Garamond"/>
                <a:cs typeface="Garamond"/>
                <a:sym typeface="Garamond"/>
              </a:rPr>
              <a:t>Presentation tools </a:t>
            </a:r>
            <a:endParaRPr/>
          </a:p>
          <a:p>
            <a:pPr indent="-342900" lvl="0" marL="342900" marR="0" rtl="0" algn="l">
              <a:lnSpc>
                <a:spcPct val="100000"/>
              </a:lnSpc>
              <a:spcBef>
                <a:spcPts val="560"/>
              </a:spcBef>
              <a:spcAft>
                <a:spcPts val="0"/>
              </a:spcAft>
              <a:buClr>
                <a:schemeClr val="hlink"/>
              </a:buClr>
              <a:buSzPts val="1960"/>
              <a:buFont typeface="Noto Sans Symbols"/>
              <a:buChar char="■"/>
            </a:pPr>
            <a:r>
              <a:rPr b="1" i="0" lang="en-US" sz="2800" u="none" cap="none" strike="noStrike">
                <a:solidFill>
                  <a:schemeClr val="dk1"/>
                </a:solidFill>
                <a:latin typeface="Garamond"/>
                <a:ea typeface="Garamond"/>
                <a:cs typeface="Garamond"/>
                <a:sym typeface="Garamond"/>
              </a:rPr>
              <a:t>Text tools </a:t>
            </a:r>
            <a:endParaRPr/>
          </a:p>
          <a:p>
            <a:pPr indent="-342900" lvl="0" marL="342900" marR="0" rtl="0" algn="l">
              <a:lnSpc>
                <a:spcPct val="100000"/>
              </a:lnSpc>
              <a:spcBef>
                <a:spcPts val="560"/>
              </a:spcBef>
              <a:spcAft>
                <a:spcPts val="0"/>
              </a:spcAft>
              <a:buClr>
                <a:schemeClr val="hlink"/>
              </a:buClr>
              <a:buSzPts val="1960"/>
              <a:buFont typeface="Noto Sans Symbols"/>
              <a:buChar char="■"/>
            </a:pPr>
            <a:r>
              <a:rPr b="1" i="0" lang="en-US" sz="2800" u="none" cap="none" strike="noStrike">
                <a:solidFill>
                  <a:schemeClr val="dk1"/>
                </a:solidFill>
                <a:latin typeface="Garamond"/>
                <a:ea typeface="Garamond"/>
                <a:cs typeface="Garamond"/>
                <a:sym typeface="Garamond"/>
              </a:rPr>
              <a:t>Email </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2"/>
            </a:gs>
            <a:gs pos="50000">
              <a:schemeClr val="lt1"/>
            </a:gs>
            <a:gs pos="100000">
              <a:schemeClr val="lt2"/>
            </a:gs>
          </a:gsLst>
          <a:lin ang="5400012" scaled="0"/>
        </a:gradFill>
      </p:bgPr>
    </p:bg>
    <p:spTree>
      <p:nvGrpSpPr>
        <p:cNvPr id="1065" name="Shape 1065"/>
        <p:cNvGrpSpPr/>
        <p:nvPr/>
      </p:nvGrpSpPr>
      <p:grpSpPr>
        <a:xfrm>
          <a:off x="0" y="0"/>
          <a:ext cx="0" cy="0"/>
          <a:chOff x="0" y="0"/>
          <a:chExt cx="0" cy="0"/>
        </a:xfrm>
      </p:grpSpPr>
      <p:sp>
        <p:nvSpPr>
          <p:cNvPr id="1066" name="Google Shape;1066;p105"/>
          <p:cNvSpPr txBox="1"/>
          <p:nvPr>
            <p:ph type="title"/>
          </p:nvPr>
        </p:nvSpPr>
        <p:spPr>
          <a:xfrm>
            <a:off x="457200" y="277812"/>
            <a:ext cx="8229600" cy="8685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2800"/>
              <a:buFont typeface="Arial"/>
              <a:buNone/>
            </a:pPr>
            <a:r>
              <a:rPr b="1" i="0" lang="en-US" sz="2800" u="none">
                <a:solidFill>
                  <a:schemeClr val="dk2"/>
                </a:solidFill>
                <a:latin typeface="Arial"/>
                <a:ea typeface="Arial"/>
                <a:cs typeface="Arial"/>
                <a:sym typeface="Arial"/>
              </a:rPr>
              <a:t>WHAT IS ORGANISATIONAL CULTURE?</a:t>
            </a:r>
            <a:endParaRPr/>
          </a:p>
        </p:txBody>
      </p:sp>
      <p:sp>
        <p:nvSpPr>
          <p:cNvPr id="1067" name="Google Shape;1067;p105"/>
          <p:cNvSpPr txBox="1"/>
          <p:nvPr>
            <p:ph idx="1" type="body"/>
          </p:nvPr>
        </p:nvSpPr>
        <p:spPr>
          <a:xfrm>
            <a:off x="457200" y="1219200"/>
            <a:ext cx="8229600" cy="5334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080"/>
              <a:buFont typeface="Noto Sans Symbols"/>
              <a:buChar char="■"/>
            </a:pPr>
            <a:r>
              <a:rPr b="0" i="0" lang="en-US" sz="3200" u="none" cap="none" strike="noStrike">
                <a:solidFill>
                  <a:schemeClr val="dk1"/>
                </a:solidFill>
                <a:latin typeface="Tahoma"/>
                <a:ea typeface="Tahoma"/>
                <a:cs typeface="Tahoma"/>
                <a:sym typeface="Tahoma"/>
              </a:rPr>
              <a:t>Organizational culture describes the collective perceptions, beliefs and values of employees in the workplace. </a:t>
            </a:r>
            <a:endParaRPr/>
          </a:p>
          <a:p>
            <a:pPr indent="-342900" lvl="0" marL="342900" marR="0" rtl="0" algn="l">
              <a:lnSpc>
                <a:spcPct val="100000"/>
              </a:lnSpc>
              <a:spcBef>
                <a:spcPts val="640"/>
              </a:spcBef>
              <a:spcAft>
                <a:spcPts val="0"/>
              </a:spcAft>
              <a:buClr>
                <a:schemeClr val="hlink"/>
              </a:buClr>
              <a:buSzPts val="2080"/>
              <a:buFont typeface="Noto Sans Symbols"/>
              <a:buChar char="■"/>
            </a:pPr>
            <a:r>
              <a:rPr b="0" i="0" lang="en-US" sz="3200" u="none" cap="none" strike="noStrike">
                <a:solidFill>
                  <a:schemeClr val="dk1"/>
                </a:solidFill>
                <a:latin typeface="Tahoma"/>
                <a:ea typeface="Tahoma"/>
                <a:cs typeface="Tahoma"/>
                <a:sym typeface="Tahoma"/>
              </a:rPr>
              <a:t>Culture is influenced at a number of levels, from the rules and values adopted by individuals to the alliances formed within the organization </a:t>
            </a:r>
            <a:endParaRPr/>
          </a:p>
          <a:p>
            <a:pPr indent="-342900" lvl="0" marL="342900" marR="0" rtl="0" algn="l">
              <a:lnSpc>
                <a:spcPct val="100000"/>
              </a:lnSpc>
              <a:spcBef>
                <a:spcPts val="640"/>
              </a:spcBef>
              <a:spcAft>
                <a:spcPts val="0"/>
              </a:spcAft>
              <a:buClr>
                <a:schemeClr val="hlink"/>
              </a:buClr>
              <a:buSzPts val="2080"/>
              <a:buFont typeface="Noto Sans Symbols"/>
              <a:buChar char="■"/>
            </a:pPr>
            <a:r>
              <a:rPr b="0" i="0" lang="en-US" sz="3200" u="none" cap="none" strike="noStrike">
                <a:solidFill>
                  <a:schemeClr val="dk1"/>
                </a:solidFill>
                <a:latin typeface="Tahoma"/>
                <a:ea typeface="Tahoma"/>
                <a:cs typeface="Tahoma"/>
                <a:sym typeface="Tahoma"/>
              </a:rPr>
              <a:t>Stories, interactions, anecdotes and shared reminiscences all contribute to the building of culture.</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71" name="Shape 1071"/>
        <p:cNvGrpSpPr/>
        <p:nvPr/>
      </p:nvGrpSpPr>
      <p:grpSpPr>
        <a:xfrm>
          <a:off x="0" y="0"/>
          <a:ext cx="0" cy="0"/>
          <a:chOff x="0" y="0"/>
          <a:chExt cx="0" cy="0"/>
        </a:xfrm>
      </p:grpSpPr>
      <p:sp>
        <p:nvSpPr>
          <p:cNvPr id="1072" name="Google Shape;1072;p10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1" lang="en-US" sz="4400" u="none">
                <a:solidFill>
                  <a:schemeClr val="dk2"/>
                </a:solidFill>
                <a:latin typeface="Arial"/>
                <a:ea typeface="Arial"/>
                <a:cs typeface="Arial"/>
                <a:sym typeface="Arial"/>
              </a:rPr>
              <a:t>Organizational Culture</a:t>
            </a:r>
            <a:r>
              <a:rPr b="0" i="0" lang="en-US" sz="4400" u="none">
                <a:solidFill>
                  <a:schemeClr val="dk2"/>
                </a:solidFill>
                <a:latin typeface="Arial"/>
                <a:ea typeface="Arial"/>
                <a:cs typeface="Arial"/>
                <a:sym typeface="Arial"/>
              </a:rPr>
              <a:t> </a:t>
            </a:r>
            <a:endParaRPr/>
          </a:p>
        </p:txBody>
      </p:sp>
      <p:pic>
        <p:nvPicPr>
          <p:cNvPr id="1073" name="Google Shape;1073;p106"/>
          <p:cNvPicPr preferRelativeResize="0"/>
          <p:nvPr>
            <p:ph idx="1" type="body"/>
          </p:nvPr>
        </p:nvPicPr>
        <p:blipFill rotWithShape="1">
          <a:blip r:embed="rId3">
            <a:alphaModFix/>
          </a:blip>
          <a:srcRect b="0" l="0" r="0" t="0"/>
          <a:stretch/>
        </p:blipFill>
        <p:spPr>
          <a:xfrm>
            <a:off x="1143000" y="1684337"/>
            <a:ext cx="6934200" cy="440520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77" name="Shape 1077"/>
        <p:cNvGrpSpPr/>
        <p:nvPr/>
      </p:nvGrpSpPr>
      <p:grpSpPr>
        <a:xfrm>
          <a:off x="0" y="0"/>
          <a:ext cx="0" cy="0"/>
          <a:chOff x="0" y="0"/>
          <a:chExt cx="0" cy="0"/>
        </a:xfrm>
      </p:grpSpPr>
      <p:sp>
        <p:nvSpPr>
          <p:cNvPr id="1078" name="Google Shape;1078;p107"/>
          <p:cNvSpPr txBox="1"/>
          <p:nvPr>
            <p:ph type="title"/>
          </p:nvPr>
        </p:nvSpPr>
        <p:spPr>
          <a:xfrm>
            <a:off x="457200" y="381000"/>
            <a:ext cx="8229600" cy="676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Values in knowledge cultures</a:t>
            </a:r>
            <a:endParaRPr/>
          </a:p>
        </p:txBody>
      </p:sp>
      <p:sp>
        <p:nvSpPr>
          <p:cNvPr id="1079" name="Google Shape;1079;p107"/>
          <p:cNvSpPr txBox="1"/>
          <p:nvPr>
            <p:ph idx="1" type="body"/>
          </p:nvPr>
        </p:nvSpPr>
        <p:spPr>
          <a:xfrm>
            <a:off x="0" y="1219200"/>
            <a:ext cx="9144000" cy="5638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1820"/>
              <a:buFont typeface="Noto Sans Symbols"/>
              <a:buChar char="■"/>
            </a:pPr>
            <a:r>
              <a:rPr b="1" i="0" lang="en-US" sz="2800" u="none" cap="none" strike="noStrike">
                <a:solidFill>
                  <a:schemeClr val="dk1"/>
                </a:solidFill>
                <a:latin typeface="Tahoma"/>
                <a:ea typeface="Tahoma"/>
                <a:cs typeface="Tahoma"/>
                <a:sym typeface="Tahoma"/>
              </a:rPr>
              <a:t>Regular communication across levels and organizational units,</a:t>
            </a:r>
            <a:endParaRPr/>
          </a:p>
          <a:p>
            <a:pPr indent="-342900" lvl="0" marL="342900" marR="0" rtl="0" algn="l">
              <a:lnSpc>
                <a:spcPct val="100000"/>
              </a:lnSpc>
              <a:spcBef>
                <a:spcPts val="560"/>
              </a:spcBef>
              <a:spcAft>
                <a:spcPts val="0"/>
              </a:spcAft>
              <a:buClr>
                <a:schemeClr val="hlink"/>
              </a:buClr>
              <a:buSzPts val="1820"/>
              <a:buFont typeface="Noto Sans Symbols"/>
              <a:buChar char="■"/>
            </a:pPr>
            <a:r>
              <a:rPr b="1" i="0" lang="en-US" sz="2800" u="none" cap="none" strike="noStrike">
                <a:solidFill>
                  <a:schemeClr val="dk1"/>
                </a:solidFill>
                <a:latin typeface="Tahoma"/>
                <a:ea typeface="Tahoma"/>
                <a:cs typeface="Tahoma"/>
                <a:sym typeface="Tahoma"/>
              </a:rPr>
              <a:t>Colleagues invitation for sharing and learning,</a:t>
            </a:r>
            <a:endParaRPr/>
          </a:p>
          <a:p>
            <a:pPr indent="-342900" lvl="0" marL="342900" marR="0" rtl="0" algn="l">
              <a:lnSpc>
                <a:spcPct val="100000"/>
              </a:lnSpc>
              <a:spcBef>
                <a:spcPts val="560"/>
              </a:spcBef>
              <a:spcAft>
                <a:spcPts val="0"/>
              </a:spcAft>
              <a:buClr>
                <a:schemeClr val="hlink"/>
              </a:buClr>
              <a:buSzPts val="1820"/>
              <a:buFont typeface="Noto Sans Symbols"/>
              <a:buChar char="■"/>
            </a:pPr>
            <a:r>
              <a:rPr b="1" i="0" lang="en-US" sz="2800" u="none" cap="none" strike="noStrike">
                <a:solidFill>
                  <a:schemeClr val="dk1"/>
                </a:solidFill>
                <a:latin typeface="Tahoma"/>
                <a:ea typeface="Tahoma"/>
                <a:cs typeface="Tahoma"/>
                <a:sym typeface="Tahoma"/>
              </a:rPr>
              <a:t>Working together is seen as a core activity,</a:t>
            </a:r>
            <a:endParaRPr/>
          </a:p>
          <a:p>
            <a:pPr indent="-342900" lvl="0" marL="342900" marR="0" rtl="0" algn="l">
              <a:lnSpc>
                <a:spcPct val="100000"/>
              </a:lnSpc>
              <a:spcBef>
                <a:spcPts val="560"/>
              </a:spcBef>
              <a:spcAft>
                <a:spcPts val="0"/>
              </a:spcAft>
              <a:buClr>
                <a:schemeClr val="hlink"/>
              </a:buClr>
              <a:buSzPts val="1820"/>
              <a:buFont typeface="Noto Sans Symbols"/>
              <a:buChar char="■"/>
            </a:pPr>
            <a:r>
              <a:rPr b="1" i="0" lang="en-US" sz="2800" u="none" cap="none" strike="noStrike">
                <a:solidFill>
                  <a:schemeClr val="dk1"/>
                </a:solidFill>
                <a:latin typeface="Tahoma"/>
                <a:ea typeface="Tahoma"/>
                <a:cs typeface="Tahoma"/>
                <a:sym typeface="Tahoma"/>
              </a:rPr>
              <a:t>Learning is incorporated into the work community and practice,</a:t>
            </a:r>
            <a:endParaRPr/>
          </a:p>
          <a:p>
            <a:pPr indent="-342900" lvl="0" marL="342900" marR="0" rtl="0" algn="l">
              <a:lnSpc>
                <a:spcPct val="100000"/>
              </a:lnSpc>
              <a:spcBef>
                <a:spcPts val="560"/>
              </a:spcBef>
              <a:spcAft>
                <a:spcPts val="0"/>
              </a:spcAft>
              <a:buClr>
                <a:schemeClr val="hlink"/>
              </a:buClr>
              <a:buSzPts val="1820"/>
              <a:buFont typeface="Noto Sans Symbols"/>
              <a:buChar char="■"/>
            </a:pPr>
            <a:r>
              <a:rPr b="1" i="0" lang="en-US" sz="2800" u="none" cap="none" strike="noStrike">
                <a:solidFill>
                  <a:schemeClr val="dk1"/>
                </a:solidFill>
                <a:latin typeface="Tahoma"/>
                <a:ea typeface="Tahoma"/>
                <a:cs typeface="Tahoma"/>
                <a:sym typeface="Tahoma"/>
              </a:rPr>
              <a:t>New ideas are welcomed and explored,</a:t>
            </a:r>
            <a:endParaRPr/>
          </a:p>
          <a:p>
            <a:pPr indent="-342900" lvl="0" marL="342900" marR="0" rtl="0" algn="l">
              <a:lnSpc>
                <a:spcPct val="100000"/>
              </a:lnSpc>
              <a:spcBef>
                <a:spcPts val="560"/>
              </a:spcBef>
              <a:spcAft>
                <a:spcPts val="0"/>
              </a:spcAft>
              <a:buClr>
                <a:schemeClr val="hlink"/>
              </a:buClr>
              <a:buSzPts val="1820"/>
              <a:buFont typeface="Noto Sans Symbols"/>
              <a:buChar char="■"/>
            </a:pPr>
            <a:r>
              <a:rPr b="1" i="0" lang="en-US" sz="2800" u="none" cap="none" strike="noStrike">
                <a:solidFill>
                  <a:schemeClr val="dk1"/>
                </a:solidFill>
                <a:latin typeface="Tahoma"/>
                <a:ea typeface="Tahoma"/>
                <a:cs typeface="Tahoma"/>
                <a:sym typeface="Tahoma"/>
              </a:rPr>
              <a:t>Innovative ideas and solutions are developed through combined efforts,</a:t>
            </a:r>
            <a:endParaRPr/>
          </a:p>
          <a:p>
            <a:pPr indent="-342900" lvl="0" marL="342900" marR="0" rtl="0" algn="l">
              <a:lnSpc>
                <a:spcPct val="100000"/>
              </a:lnSpc>
              <a:spcBef>
                <a:spcPts val="560"/>
              </a:spcBef>
              <a:spcAft>
                <a:spcPts val="0"/>
              </a:spcAft>
              <a:buClr>
                <a:schemeClr val="hlink"/>
              </a:buClr>
              <a:buSzPts val="1820"/>
              <a:buFont typeface="Noto Sans Symbols"/>
              <a:buChar char="■"/>
            </a:pPr>
            <a:r>
              <a:rPr b="1" i="0" lang="en-US" sz="2800" u="none" cap="none" strike="noStrike">
                <a:solidFill>
                  <a:schemeClr val="dk1"/>
                </a:solidFill>
                <a:latin typeface="Tahoma"/>
                <a:ea typeface="Tahoma"/>
                <a:cs typeface="Tahoma"/>
                <a:sym typeface="Tahoma"/>
              </a:rPr>
              <a:t>Openness, honesty and concern for others is encouraged,</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chemeClr val="accent2"/>
            </a:gs>
          </a:gsLst>
          <a:lin ang="5400012" scaled="0"/>
        </a:gradFill>
      </p:bgPr>
    </p:bg>
    <p:spTree>
      <p:nvGrpSpPr>
        <p:cNvPr id="1083" name="Shape 1083"/>
        <p:cNvGrpSpPr/>
        <p:nvPr/>
      </p:nvGrpSpPr>
      <p:grpSpPr>
        <a:xfrm>
          <a:off x="0" y="0"/>
          <a:ext cx="0" cy="0"/>
          <a:chOff x="0" y="0"/>
          <a:chExt cx="0" cy="0"/>
        </a:xfrm>
      </p:grpSpPr>
      <p:sp>
        <p:nvSpPr>
          <p:cNvPr id="1084" name="Google Shape;1084;p108"/>
          <p:cNvSpPr txBox="1"/>
          <p:nvPr>
            <p:ph type="title"/>
          </p:nvPr>
        </p:nvSpPr>
        <p:spPr>
          <a:xfrm>
            <a:off x="457200" y="244475"/>
            <a:ext cx="8385300" cy="6111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Arial Black"/>
              <a:buNone/>
            </a:pPr>
            <a:r>
              <a:rPr b="0" i="0" lang="en-US" sz="4000" u="none">
                <a:solidFill>
                  <a:schemeClr val="dk2"/>
                </a:solidFill>
                <a:latin typeface="Arial Black"/>
                <a:ea typeface="Arial Black"/>
                <a:cs typeface="Arial Black"/>
                <a:sym typeface="Arial Black"/>
              </a:rPr>
              <a:t>Improving knowledge culture</a:t>
            </a:r>
            <a:endParaRPr/>
          </a:p>
        </p:txBody>
      </p:sp>
      <p:sp>
        <p:nvSpPr>
          <p:cNvPr id="1085" name="Google Shape;1085;p108"/>
          <p:cNvSpPr txBox="1"/>
          <p:nvPr>
            <p:ph idx="1" type="body"/>
          </p:nvPr>
        </p:nvSpPr>
        <p:spPr>
          <a:xfrm>
            <a:off x="457200" y="1524000"/>
            <a:ext cx="8229600" cy="46023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3200"/>
              <a:buFont typeface="Noto Sans Symbols"/>
              <a:buChar char="▪"/>
            </a:pPr>
            <a:r>
              <a:rPr b="0" i="0" lang="en-US" sz="3200" u="none" cap="none" strike="noStrike">
                <a:solidFill>
                  <a:schemeClr val="dk1"/>
                </a:solidFill>
                <a:latin typeface="Arial"/>
                <a:ea typeface="Arial"/>
                <a:cs typeface="Arial"/>
                <a:sym typeface="Arial"/>
              </a:rPr>
              <a:t>Stress the need to share </a:t>
            </a:r>
            <a:endParaRPr/>
          </a:p>
          <a:p>
            <a:pPr indent="-342900" lvl="0" marL="342900" marR="0" rtl="0" algn="l">
              <a:lnSpc>
                <a:spcPct val="100000"/>
              </a:lnSpc>
              <a:spcBef>
                <a:spcPts val="640"/>
              </a:spcBef>
              <a:spcAft>
                <a:spcPts val="0"/>
              </a:spcAft>
              <a:buClr>
                <a:schemeClr val="hlink"/>
              </a:buClr>
              <a:buSzPts val="3200"/>
              <a:buFont typeface="Noto Sans Symbols"/>
              <a:buChar char="▪"/>
            </a:pPr>
            <a:r>
              <a:rPr b="0" i="0" lang="en-US" sz="3200" u="none" cap="none" strike="noStrike">
                <a:solidFill>
                  <a:schemeClr val="dk1"/>
                </a:solidFill>
                <a:latin typeface="Arial"/>
                <a:ea typeface="Arial"/>
                <a:cs typeface="Arial"/>
                <a:sym typeface="Arial"/>
              </a:rPr>
              <a:t>Promote trust </a:t>
            </a:r>
            <a:endParaRPr/>
          </a:p>
          <a:p>
            <a:pPr indent="-342900" lvl="0" marL="342900" marR="0" rtl="0" algn="l">
              <a:lnSpc>
                <a:spcPct val="100000"/>
              </a:lnSpc>
              <a:spcBef>
                <a:spcPts val="640"/>
              </a:spcBef>
              <a:spcAft>
                <a:spcPts val="0"/>
              </a:spcAft>
              <a:buClr>
                <a:schemeClr val="hlink"/>
              </a:buClr>
              <a:buSzPts val="3200"/>
              <a:buFont typeface="Noto Sans Symbols"/>
              <a:buChar char="▪"/>
            </a:pPr>
            <a:r>
              <a:rPr b="0" i="0" lang="en-US" sz="3200" u="none" cap="none" strike="noStrike">
                <a:solidFill>
                  <a:schemeClr val="dk1"/>
                </a:solidFill>
                <a:latin typeface="Arial"/>
                <a:ea typeface="Arial"/>
                <a:cs typeface="Arial"/>
                <a:sym typeface="Arial"/>
              </a:rPr>
              <a:t>Beware of information overload </a:t>
            </a:r>
            <a:endParaRPr/>
          </a:p>
          <a:p>
            <a:pPr indent="-342900" lvl="0" marL="342900" marR="0" rtl="0" algn="l">
              <a:lnSpc>
                <a:spcPct val="100000"/>
              </a:lnSpc>
              <a:spcBef>
                <a:spcPts val="640"/>
              </a:spcBef>
              <a:spcAft>
                <a:spcPts val="0"/>
              </a:spcAft>
              <a:buClr>
                <a:schemeClr val="hlink"/>
              </a:buClr>
              <a:buSzPts val="3200"/>
              <a:buFont typeface="Noto Sans Symbols"/>
              <a:buChar char="▪"/>
            </a:pPr>
            <a:r>
              <a:rPr b="0" i="0" lang="en-US" sz="3200" u="none" cap="none" strike="noStrike">
                <a:solidFill>
                  <a:schemeClr val="dk1"/>
                </a:solidFill>
                <a:latin typeface="Arial"/>
                <a:ea typeface="Arial"/>
                <a:cs typeface="Arial"/>
                <a:sym typeface="Arial"/>
              </a:rPr>
              <a:t>Have the correct tools </a:t>
            </a:r>
            <a:endParaRPr/>
          </a:p>
          <a:p>
            <a:pPr indent="-342900" lvl="0" marL="342900" marR="0" rtl="0" algn="l">
              <a:lnSpc>
                <a:spcPct val="100000"/>
              </a:lnSpc>
              <a:spcBef>
                <a:spcPts val="640"/>
              </a:spcBef>
              <a:spcAft>
                <a:spcPts val="0"/>
              </a:spcAft>
              <a:buClr>
                <a:schemeClr val="hlink"/>
              </a:buClr>
              <a:buSzPts val="3200"/>
              <a:buFont typeface="Noto Sans Symbols"/>
              <a:buChar char="▪"/>
            </a:pPr>
            <a:r>
              <a:rPr b="0" i="0" lang="en-US" sz="3200" u="none" cap="none" strike="noStrike">
                <a:solidFill>
                  <a:schemeClr val="dk1"/>
                </a:solidFill>
                <a:latin typeface="Arial"/>
                <a:ea typeface="Arial"/>
                <a:cs typeface="Arial"/>
                <a:sym typeface="Arial"/>
              </a:rPr>
              <a:t>Change the sharers </a:t>
            </a:r>
            <a:endParaRPr/>
          </a:p>
          <a:p>
            <a:pPr indent="-342900" lvl="0" marL="342900" marR="0" rtl="0" algn="l">
              <a:lnSpc>
                <a:spcPct val="100000"/>
              </a:lnSpc>
              <a:spcBef>
                <a:spcPts val="640"/>
              </a:spcBef>
              <a:spcAft>
                <a:spcPts val="0"/>
              </a:spcAft>
              <a:buClr>
                <a:schemeClr val="hlink"/>
              </a:buClr>
              <a:buSzPts val="3200"/>
              <a:buFont typeface="Noto Sans Symbols"/>
              <a:buChar char="▪"/>
            </a:pPr>
            <a:r>
              <a:rPr b="0" i="0" lang="en-US" sz="3200" u="none" cap="none" strike="noStrike">
                <a:solidFill>
                  <a:schemeClr val="dk1"/>
                </a:solidFill>
                <a:latin typeface="Arial"/>
                <a:ea typeface="Arial"/>
                <a:cs typeface="Arial"/>
                <a:sym typeface="Arial"/>
              </a:rPr>
              <a:t>Report small problems </a:t>
            </a:r>
            <a:endParaRPr/>
          </a:p>
          <a:p>
            <a:pPr indent="-342900" lvl="0" marL="342900" marR="0" rtl="0" algn="l">
              <a:lnSpc>
                <a:spcPct val="100000"/>
              </a:lnSpc>
              <a:spcBef>
                <a:spcPts val="640"/>
              </a:spcBef>
              <a:spcAft>
                <a:spcPts val="0"/>
              </a:spcAft>
              <a:buClr>
                <a:schemeClr val="hlink"/>
              </a:buClr>
              <a:buSzPts val="3200"/>
              <a:buFont typeface="Noto Sans Symbols"/>
              <a:buChar char="▪"/>
            </a:pPr>
            <a:r>
              <a:rPr b="0" i="0" lang="en-US" sz="3200" u="none" cap="none" strike="noStrike">
                <a:solidFill>
                  <a:schemeClr val="dk1"/>
                </a:solidFill>
                <a:latin typeface="Arial"/>
                <a:ea typeface="Arial"/>
                <a:cs typeface="Arial"/>
                <a:sym typeface="Arial"/>
              </a:rPr>
              <a:t>Build a solid relationship with your vendor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89" name="Shape 1089"/>
        <p:cNvGrpSpPr/>
        <p:nvPr/>
      </p:nvGrpSpPr>
      <p:grpSpPr>
        <a:xfrm>
          <a:off x="0" y="0"/>
          <a:ext cx="0" cy="0"/>
          <a:chOff x="0" y="0"/>
          <a:chExt cx="0" cy="0"/>
        </a:xfrm>
      </p:grpSpPr>
      <p:sp>
        <p:nvSpPr>
          <p:cNvPr id="1090" name="Google Shape;1090;p109"/>
          <p:cNvSpPr txBox="1"/>
          <p:nvPr>
            <p:ph type="title"/>
          </p:nvPr>
        </p:nvSpPr>
        <p:spPr>
          <a:xfrm>
            <a:off x="457200" y="292100"/>
            <a:ext cx="8229600" cy="314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br>
              <a:rPr b="1" i="0" lang="en-US" sz="4000" u="none">
                <a:solidFill>
                  <a:schemeClr val="dk2"/>
                </a:solidFill>
                <a:latin typeface="Tahoma"/>
                <a:ea typeface="Tahoma"/>
                <a:cs typeface="Tahoma"/>
                <a:sym typeface="Tahoma"/>
              </a:rPr>
            </a:br>
            <a:br>
              <a:rPr b="1" i="0" lang="en-US" sz="4000" u="none">
                <a:solidFill>
                  <a:schemeClr val="dk2"/>
                </a:solidFill>
                <a:latin typeface="Tahoma"/>
                <a:ea typeface="Tahoma"/>
                <a:cs typeface="Tahoma"/>
                <a:sym typeface="Tahoma"/>
              </a:rPr>
            </a:br>
            <a:r>
              <a:rPr b="1" i="0" lang="en-US" sz="4000" u="none">
                <a:solidFill>
                  <a:schemeClr val="dk2"/>
                </a:solidFill>
                <a:latin typeface="Tahoma"/>
                <a:ea typeface="Tahoma"/>
                <a:cs typeface="Tahoma"/>
                <a:sym typeface="Tahoma"/>
              </a:rPr>
              <a:t>Knowledge Culture Enablers</a:t>
            </a:r>
            <a:r>
              <a:rPr b="0" i="0" lang="en-US" sz="4000" u="none">
                <a:solidFill>
                  <a:schemeClr val="dk2"/>
                </a:solidFill>
                <a:latin typeface="Tahoma"/>
                <a:ea typeface="Tahoma"/>
                <a:cs typeface="Tahoma"/>
                <a:sym typeface="Tahoma"/>
              </a:rPr>
              <a:t> </a:t>
            </a:r>
            <a:br>
              <a:rPr b="0" i="0" lang="en-US" sz="4000" u="none">
                <a:solidFill>
                  <a:schemeClr val="dk2"/>
                </a:solidFill>
                <a:latin typeface="Tahoma"/>
                <a:ea typeface="Tahoma"/>
                <a:cs typeface="Tahoma"/>
                <a:sym typeface="Tahoma"/>
              </a:rPr>
            </a:br>
            <a:endParaRPr/>
          </a:p>
        </p:txBody>
      </p:sp>
      <p:sp>
        <p:nvSpPr>
          <p:cNvPr id="1091" name="Google Shape;1091;p109"/>
          <p:cNvSpPr txBox="1"/>
          <p:nvPr>
            <p:ph idx="1" type="body"/>
          </p:nvPr>
        </p:nvSpPr>
        <p:spPr>
          <a:xfrm>
            <a:off x="0" y="1295400"/>
            <a:ext cx="9144000" cy="5562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3840"/>
              <a:buFont typeface="Tahoma"/>
              <a:buAutoNum type="arabicPeriod"/>
            </a:pPr>
            <a:r>
              <a:rPr b="1" i="0" lang="en-US" sz="3200" u="none" cap="none" strike="noStrike">
                <a:solidFill>
                  <a:schemeClr val="dk1"/>
                </a:solidFill>
                <a:latin typeface="Tahoma"/>
                <a:ea typeface="Tahoma"/>
                <a:cs typeface="Tahoma"/>
                <a:sym typeface="Tahoma"/>
              </a:rPr>
              <a:t>CORE VALUES</a:t>
            </a:r>
            <a:endParaRPr/>
          </a:p>
          <a:p>
            <a:pPr indent="-342900" lvl="0" marL="342900" marR="0" rtl="0" algn="l">
              <a:lnSpc>
                <a:spcPct val="100000"/>
              </a:lnSpc>
              <a:spcBef>
                <a:spcPts val="640"/>
              </a:spcBef>
              <a:spcAft>
                <a:spcPts val="0"/>
              </a:spcAft>
              <a:buClr>
                <a:schemeClr val="hlink"/>
              </a:buClr>
              <a:buSzPts val="3840"/>
              <a:buFont typeface="Tahoma"/>
              <a:buNone/>
            </a:pPr>
            <a:r>
              <a:t/>
            </a:r>
            <a:endParaRPr b="1" i="0" sz="3200" u="none" cap="none" strike="noStrike">
              <a:solidFill>
                <a:schemeClr val="dk1"/>
              </a:solidFill>
              <a:latin typeface="Tahoma"/>
              <a:ea typeface="Tahoma"/>
              <a:cs typeface="Tahoma"/>
              <a:sym typeface="Tahoma"/>
            </a:endParaRPr>
          </a:p>
          <a:p>
            <a:pPr indent="-342900" lvl="0" marL="342900" marR="0" rtl="0" algn="l">
              <a:lnSpc>
                <a:spcPct val="100000"/>
              </a:lnSpc>
              <a:spcBef>
                <a:spcPts val="640"/>
              </a:spcBef>
              <a:spcAft>
                <a:spcPts val="0"/>
              </a:spcAft>
              <a:buClr>
                <a:schemeClr val="hlink"/>
              </a:buClr>
              <a:buSzPts val="3840"/>
              <a:buFont typeface="Tahoma"/>
              <a:buNone/>
            </a:pPr>
            <a:r>
              <a:rPr b="1" i="0" lang="en-US" sz="3200" u="none" cap="none" strike="noStrike">
                <a:solidFill>
                  <a:schemeClr val="dk1"/>
                </a:solidFill>
                <a:latin typeface="Tahoma"/>
                <a:ea typeface="Tahoma"/>
                <a:cs typeface="Tahoma"/>
                <a:sym typeface="Tahoma"/>
              </a:rPr>
              <a:t>2.  STRUCTURALSUPPORT</a:t>
            </a:r>
            <a:endParaRPr/>
          </a:p>
          <a:p>
            <a:pPr indent="-342900" lvl="0" marL="342900" marR="0" rtl="0" algn="l">
              <a:lnSpc>
                <a:spcPct val="100000"/>
              </a:lnSpc>
              <a:spcBef>
                <a:spcPts val="640"/>
              </a:spcBef>
              <a:spcAft>
                <a:spcPts val="0"/>
              </a:spcAft>
              <a:buClr>
                <a:schemeClr val="hlink"/>
              </a:buClr>
              <a:buSzPts val="3840"/>
              <a:buFont typeface="Tahoma"/>
              <a:buNone/>
            </a:pPr>
            <a:r>
              <a:t/>
            </a:r>
            <a:endParaRPr b="1" i="0" sz="3200" u="none" cap="none" strike="noStrike">
              <a:solidFill>
                <a:schemeClr val="dk1"/>
              </a:solidFill>
              <a:latin typeface="Tahoma"/>
              <a:ea typeface="Tahoma"/>
              <a:cs typeface="Tahoma"/>
              <a:sym typeface="Tahoma"/>
            </a:endParaRPr>
          </a:p>
          <a:p>
            <a:pPr indent="-342900" lvl="0" marL="342900" marR="0" rtl="0" algn="l">
              <a:lnSpc>
                <a:spcPct val="100000"/>
              </a:lnSpc>
              <a:spcBef>
                <a:spcPts val="640"/>
              </a:spcBef>
              <a:spcAft>
                <a:spcPts val="0"/>
              </a:spcAft>
              <a:buClr>
                <a:schemeClr val="hlink"/>
              </a:buClr>
              <a:buSzPts val="3840"/>
              <a:buFont typeface="Tahoma"/>
              <a:buNone/>
            </a:pPr>
            <a:r>
              <a:rPr b="1" i="0" lang="en-US" sz="3200" u="none" cap="none" strike="noStrike">
                <a:solidFill>
                  <a:schemeClr val="dk1"/>
                </a:solidFill>
                <a:latin typeface="Tahoma"/>
                <a:ea typeface="Tahoma"/>
                <a:cs typeface="Tahoma"/>
                <a:sym typeface="Tahoma"/>
              </a:rPr>
              <a:t>3.  ENACTEDVALUES</a:t>
            </a:r>
            <a:endParaRPr/>
          </a:p>
          <a:p>
            <a:pPr indent="-342900" lvl="0" marL="342900" marR="0" rtl="0" algn="l">
              <a:lnSpc>
                <a:spcPct val="100000"/>
              </a:lnSpc>
              <a:spcBef>
                <a:spcPts val="640"/>
              </a:spcBef>
              <a:spcAft>
                <a:spcPts val="0"/>
              </a:spcAft>
              <a:buClr>
                <a:schemeClr val="hlink"/>
              </a:buClr>
              <a:buSzPts val="3840"/>
              <a:buFont typeface="Tahoma"/>
              <a:buNone/>
            </a:pPr>
            <a:r>
              <a:t/>
            </a:r>
            <a:endParaRPr b="1" i="0" sz="3200" u="none" cap="none" strike="noStrike">
              <a:solidFill>
                <a:schemeClr val="dk1"/>
              </a:solidFill>
              <a:latin typeface="Tahoma"/>
              <a:ea typeface="Tahoma"/>
              <a:cs typeface="Tahoma"/>
              <a:sym typeface="Tahoma"/>
            </a:endParaRPr>
          </a:p>
          <a:p>
            <a:pPr indent="-342900" lvl="0" marL="342900" marR="0" rtl="0" algn="l">
              <a:lnSpc>
                <a:spcPct val="100000"/>
              </a:lnSpc>
              <a:spcBef>
                <a:spcPts val="640"/>
              </a:spcBef>
              <a:spcAft>
                <a:spcPts val="0"/>
              </a:spcAft>
              <a:buClr>
                <a:schemeClr val="hlink"/>
              </a:buClr>
              <a:buSzPts val="3840"/>
              <a:buFont typeface="Tahoma"/>
              <a:buNone/>
            </a:pPr>
            <a:r>
              <a:rPr b="1" i="0" lang="en-US" sz="3200" u="none" cap="none" strike="noStrike">
                <a:solidFill>
                  <a:schemeClr val="dk1"/>
                </a:solidFill>
                <a:latin typeface="Tahoma"/>
                <a:ea typeface="Tahoma"/>
                <a:cs typeface="Tahoma"/>
                <a:sym typeface="Tahoma"/>
              </a:rPr>
              <a:t>4.  INTERACTIONWITH COLLEAGUES</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565867"/>
            </a:gs>
          </a:gsLst>
          <a:lin ang="5400012" scaled="0"/>
        </a:gradFill>
      </p:bgPr>
    </p:bg>
    <p:spTree>
      <p:nvGrpSpPr>
        <p:cNvPr id="1095" name="Shape 1095"/>
        <p:cNvGrpSpPr/>
        <p:nvPr/>
      </p:nvGrpSpPr>
      <p:grpSpPr>
        <a:xfrm>
          <a:off x="0" y="0"/>
          <a:ext cx="0" cy="0"/>
          <a:chOff x="0" y="0"/>
          <a:chExt cx="0" cy="0"/>
        </a:xfrm>
      </p:grpSpPr>
      <p:sp>
        <p:nvSpPr>
          <p:cNvPr id="1096" name="Google Shape;1096;p110"/>
          <p:cNvSpPr txBox="1"/>
          <p:nvPr>
            <p:ph type="title"/>
          </p:nvPr>
        </p:nvSpPr>
        <p:spPr>
          <a:xfrm>
            <a:off x="301625" y="228600"/>
            <a:ext cx="8540700" cy="5637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ahoma"/>
              <a:buNone/>
            </a:pPr>
            <a:r>
              <a:rPr b="1" i="0" lang="en-US" sz="4000" u="none">
                <a:solidFill>
                  <a:schemeClr val="dk2"/>
                </a:solidFill>
                <a:latin typeface="Tahoma"/>
                <a:ea typeface="Tahoma"/>
                <a:cs typeface="Tahoma"/>
                <a:sym typeface="Tahoma"/>
              </a:rPr>
              <a:t>Communities of Practice</a:t>
            </a:r>
            <a:r>
              <a:rPr b="0" i="0" lang="en-US" sz="4000" u="none">
                <a:solidFill>
                  <a:schemeClr val="dk2"/>
                </a:solidFill>
                <a:latin typeface="Tahoma"/>
                <a:ea typeface="Tahoma"/>
                <a:cs typeface="Tahoma"/>
                <a:sym typeface="Tahoma"/>
              </a:rPr>
              <a:t> </a:t>
            </a:r>
            <a:endParaRPr/>
          </a:p>
        </p:txBody>
      </p:sp>
      <p:sp>
        <p:nvSpPr>
          <p:cNvPr id="1097" name="Google Shape;1097;p110"/>
          <p:cNvSpPr txBox="1"/>
          <p:nvPr>
            <p:ph idx="1" type="body"/>
          </p:nvPr>
        </p:nvSpPr>
        <p:spPr>
          <a:xfrm>
            <a:off x="0" y="1295400"/>
            <a:ext cx="9144000" cy="5562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560"/>
              <a:buFont typeface="Arial"/>
              <a:buChar char="►"/>
            </a:pPr>
            <a:r>
              <a:rPr b="0" i="1" lang="en-US" sz="3200" u="none">
                <a:solidFill>
                  <a:schemeClr val="dk1"/>
                </a:solidFill>
                <a:latin typeface="Tahoma"/>
                <a:ea typeface="Tahoma"/>
                <a:cs typeface="Tahoma"/>
                <a:sym typeface="Tahoma"/>
              </a:rPr>
              <a:t>(a) Communities of Practice (CoPs) are groups of people in organizations that form to share what they know, to learn from one another regarding some aspects of their work and to provide a social context for that work</a:t>
            </a:r>
            <a:r>
              <a:rPr b="0" i="0" lang="en-US" sz="3200" u="none">
                <a:solidFill>
                  <a:schemeClr val="dk1"/>
                </a:solidFill>
                <a:latin typeface="Tahoma"/>
                <a:ea typeface="Tahoma"/>
                <a:cs typeface="Tahoma"/>
                <a:sym typeface="Tahoma"/>
              </a:rPr>
              <a:t>. </a:t>
            </a:r>
            <a:endParaRPr/>
          </a:p>
          <a:p>
            <a:pPr indent="-342900" lvl="0" marL="342900" marR="0" rtl="0" algn="l">
              <a:lnSpc>
                <a:spcPct val="100000"/>
              </a:lnSpc>
              <a:spcBef>
                <a:spcPts val="640"/>
              </a:spcBef>
              <a:spcAft>
                <a:spcPts val="0"/>
              </a:spcAft>
              <a:buClr>
                <a:schemeClr val="hlink"/>
              </a:buClr>
              <a:buSzPts val="2560"/>
              <a:buFont typeface="Arial"/>
              <a:buNone/>
            </a:pPr>
            <a:r>
              <a:t/>
            </a:r>
            <a:endParaRPr b="0" i="0" sz="3200" u="none">
              <a:solidFill>
                <a:schemeClr val="dk1"/>
              </a:solidFill>
              <a:latin typeface="Tahoma"/>
              <a:ea typeface="Tahoma"/>
              <a:cs typeface="Tahoma"/>
              <a:sym typeface="Tahoma"/>
            </a:endParaRPr>
          </a:p>
          <a:p>
            <a:pPr indent="-342900" lvl="0" marL="342900" marR="0" rtl="0" algn="l">
              <a:lnSpc>
                <a:spcPct val="100000"/>
              </a:lnSpc>
              <a:spcBef>
                <a:spcPts val="640"/>
              </a:spcBef>
              <a:spcAft>
                <a:spcPts val="0"/>
              </a:spcAft>
              <a:buClr>
                <a:schemeClr val="hlink"/>
              </a:buClr>
              <a:buSzPts val="2560"/>
              <a:buFont typeface="Arial"/>
              <a:buChar char="►"/>
            </a:pPr>
            <a:r>
              <a:rPr b="0" i="1" lang="en-US" sz="3200" u="none">
                <a:solidFill>
                  <a:schemeClr val="dk1"/>
                </a:solidFill>
                <a:latin typeface="Tahoma"/>
                <a:ea typeface="Tahoma"/>
                <a:cs typeface="Tahoma"/>
                <a:sym typeface="Tahoma"/>
              </a:rPr>
              <a:t>(b) Communities of practice are groups of people with common interest who meet to share their insights in order to develop better solutions to problems or challenges.</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01" name="Shape 1101"/>
        <p:cNvGrpSpPr/>
        <p:nvPr/>
      </p:nvGrpSpPr>
      <p:grpSpPr>
        <a:xfrm>
          <a:off x="0" y="0"/>
          <a:ext cx="0" cy="0"/>
          <a:chOff x="0" y="0"/>
          <a:chExt cx="0" cy="0"/>
        </a:xfrm>
      </p:grpSpPr>
      <p:sp>
        <p:nvSpPr>
          <p:cNvPr id="1102" name="Google Shape;1102;p111"/>
          <p:cNvSpPr txBox="1"/>
          <p:nvPr>
            <p:ph type="title"/>
          </p:nvPr>
        </p:nvSpPr>
        <p:spPr>
          <a:xfrm>
            <a:off x="457200" y="277812"/>
            <a:ext cx="8229600" cy="638100"/>
          </a:xfrm>
          <a:prstGeom prst="rect">
            <a:avLst/>
          </a:prstGeom>
          <a:noFill/>
          <a:ln>
            <a:noFill/>
          </a:ln>
        </p:spPr>
        <p:txBody>
          <a:bodyPr anchorCtr="1"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2500"/>
              <a:buFont typeface="Tahoma"/>
              <a:buNone/>
            </a:pPr>
            <a:r>
              <a:rPr b="1" i="0" lang="en-US" sz="2500" u="none">
                <a:solidFill>
                  <a:schemeClr val="dk2"/>
                </a:solidFill>
                <a:latin typeface="Tahoma"/>
                <a:ea typeface="Tahoma"/>
                <a:cs typeface="Tahoma"/>
                <a:sym typeface="Tahoma"/>
              </a:rPr>
              <a:t>Importance of Communities to Organizations</a:t>
            </a:r>
            <a:endParaRPr/>
          </a:p>
        </p:txBody>
      </p:sp>
      <p:sp>
        <p:nvSpPr>
          <p:cNvPr id="1103" name="Google Shape;1103;p111"/>
          <p:cNvSpPr txBox="1"/>
          <p:nvPr>
            <p:ph idx="1" type="body"/>
          </p:nvPr>
        </p:nvSpPr>
        <p:spPr>
          <a:xfrm>
            <a:off x="457200" y="1676400"/>
            <a:ext cx="8229600" cy="4876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560"/>
              <a:buFont typeface="Noto Sans Symbols"/>
              <a:buChar char="●"/>
            </a:pPr>
            <a:r>
              <a:rPr b="0" i="0" lang="en-US" sz="3200" u="none">
                <a:solidFill>
                  <a:schemeClr val="dk1"/>
                </a:solidFill>
                <a:latin typeface="Tahoma"/>
                <a:ea typeface="Tahoma"/>
                <a:cs typeface="Tahoma"/>
                <a:sym typeface="Tahoma"/>
              </a:rPr>
              <a:t>They are nodes for the </a:t>
            </a:r>
            <a:r>
              <a:rPr b="0" i="1" lang="en-US" sz="3200" u="none">
                <a:solidFill>
                  <a:schemeClr val="dk1"/>
                </a:solidFill>
                <a:latin typeface="Tahoma"/>
                <a:ea typeface="Tahoma"/>
                <a:cs typeface="Tahoma"/>
                <a:sym typeface="Tahoma"/>
              </a:rPr>
              <a:t>exchange and interpretation of information</a:t>
            </a:r>
            <a:r>
              <a:rPr b="0" i="0" lang="en-US" sz="3200" u="none">
                <a:solidFill>
                  <a:schemeClr val="dk1"/>
                </a:solidFill>
                <a:latin typeface="Tahoma"/>
                <a:ea typeface="Tahoma"/>
                <a:cs typeface="Tahoma"/>
                <a:sym typeface="Tahoma"/>
              </a:rPr>
              <a:t>. </a:t>
            </a:r>
            <a:endParaRPr/>
          </a:p>
          <a:p>
            <a:pPr indent="-342900" lvl="0" marL="342900" marR="0" rtl="0" algn="l">
              <a:lnSpc>
                <a:spcPct val="100000"/>
              </a:lnSpc>
              <a:spcBef>
                <a:spcPts val="640"/>
              </a:spcBef>
              <a:spcAft>
                <a:spcPts val="0"/>
              </a:spcAft>
              <a:buClr>
                <a:schemeClr val="hlink"/>
              </a:buClr>
              <a:buSzPts val="2560"/>
              <a:buFont typeface="Noto Sans Symbols"/>
              <a:buChar char="●"/>
            </a:pPr>
            <a:r>
              <a:rPr b="0" i="0" lang="en-US" sz="3200" u="none">
                <a:solidFill>
                  <a:schemeClr val="dk1"/>
                </a:solidFill>
                <a:latin typeface="Tahoma"/>
                <a:ea typeface="Tahoma"/>
                <a:cs typeface="Tahoma"/>
                <a:sym typeface="Tahoma"/>
              </a:rPr>
              <a:t>They can </a:t>
            </a:r>
            <a:r>
              <a:rPr b="0" i="1" lang="en-US" sz="3200" u="none">
                <a:solidFill>
                  <a:schemeClr val="dk1"/>
                </a:solidFill>
                <a:latin typeface="Tahoma"/>
                <a:ea typeface="Tahoma"/>
                <a:cs typeface="Tahoma"/>
                <a:sym typeface="Tahoma"/>
              </a:rPr>
              <a:t>retain knowledge</a:t>
            </a:r>
            <a:r>
              <a:rPr b="0" i="0" lang="en-US" sz="3200" u="none">
                <a:solidFill>
                  <a:schemeClr val="dk1"/>
                </a:solidFill>
                <a:latin typeface="Tahoma"/>
                <a:ea typeface="Tahoma"/>
                <a:cs typeface="Tahoma"/>
                <a:sym typeface="Tahoma"/>
              </a:rPr>
              <a:t> in "living" ways, unlike a database or a manual. </a:t>
            </a:r>
            <a:endParaRPr/>
          </a:p>
          <a:p>
            <a:pPr indent="-342900" lvl="0" marL="342900" marR="0" rtl="0" algn="l">
              <a:lnSpc>
                <a:spcPct val="100000"/>
              </a:lnSpc>
              <a:spcBef>
                <a:spcPts val="640"/>
              </a:spcBef>
              <a:spcAft>
                <a:spcPts val="0"/>
              </a:spcAft>
              <a:buClr>
                <a:schemeClr val="hlink"/>
              </a:buClr>
              <a:buSzPts val="2560"/>
              <a:buFont typeface="Noto Sans Symbols"/>
              <a:buChar char="●"/>
            </a:pPr>
            <a:r>
              <a:rPr b="0" i="0" lang="en-US" sz="3200" u="none">
                <a:solidFill>
                  <a:schemeClr val="dk1"/>
                </a:solidFill>
                <a:latin typeface="Tahoma"/>
                <a:ea typeface="Tahoma"/>
                <a:cs typeface="Tahoma"/>
                <a:sym typeface="Tahoma"/>
              </a:rPr>
              <a:t>They can </a:t>
            </a:r>
            <a:r>
              <a:rPr b="0" i="1" lang="en-US" sz="3200" u="none">
                <a:solidFill>
                  <a:schemeClr val="dk1"/>
                </a:solidFill>
                <a:latin typeface="Tahoma"/>
                <a:ea typeface="Tahoma"/>
                <a:cs typeface="Tahoma"/>
                <a:sym typeface="Tahoma"/>
              </a:rPr>
              <a:t>steward competencies</a:t>
            </a:r>
            <a:r>
              <a:rPr b="0" i="0" lang="en-US" sz="3200" u="none">
                <a:solidFill>
                  <a:schemeClr val="dk1"/>
                </a:solidFill>
                <a:latin typeface="Tahoma"/>
                <a:ea typeface="Tahoma"/>
                <a:cs typeface="Tahoma"/>
                <a:sym typeface="Tahoma"/>
              </a:rPr>
              <a:t> to keep the organization at the cutting edge. </a:t>
            </a:r>
            <a:endParaRPr/>
          </a:p>
          <a:p>
            <a:pPr indent="-342900" lvl="0" marL="342900" marR="0" rtl="0" algn="l">
              <a:lnSpc>
                <a:spcPct val="100000"/>
              </a:lnSpc>
              <a:spcBef>
                <a:spcPts val="640"/>
              </a:spcBef>
              <a:spcAft>
                <a:spcPts val="0"/>
              </a:spcAft>
              <a:buClr>
                <a:schemeClr val="hlink"/>
              </a:buClr>
              <a:buSzPts val="2560"/>
              <a:buFont typeface="Noto Sans Symbols"/>
              <a:buChar char="●"/>
            </a:pPr>
            <a:r>
              <a:rPr b="0" i="0" lang="en-US" sz="3200" u="none">
                <a:solidFill>
                  <a:schemeClr val="dk1"/>
                </a:solidFill>
                <a:latin typeface="Tahoma"/>
                <a:ea typeface="Tahoma"/>
                <a:cs typeface="Tahoma"/>
                <a:sym typeface="Tahoma"/>
              </a:rPr>
              <a:t>They provide </a:t>
            </a:r>
            <a:r>
              <a:rPr b="0" i="1" lang="en-US" sz="3200" u="none">
                <a:solidFill>
                  <a:schemeClr val="dk1"/>
                </a:solidFill>
                <a:latin typeface="Tahoma"/>
                <a:ea typeface="Tahoma"/>
                <a:cs typeface="Tahoma"/>
                <a:sym typeface="Tahoma"/>
              </a:rPr>
              <a:t>homes for identities</a:t>
            </a:r>
            <a:r>
              <a:rPr b="0" i="0" lang="en-US" sz="3200" u="none">
                <a:solidFill>
                  <a:schemeClr val="dk1"/>
                </a:solidFill>
                <a:latin typeface="Tahoma"/>
                <a:ea typeface="Tahoma"/>
                <a:cs typeface="Tahoma"/>
                <a:sym typeface="Tahoma"/>
              </a:rPr>
              <a:t>. </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chemeClr val="accent2"/>
            </a:gs>
          </a:gsLst>
          <a:lin ang="5400012" scaled="0"/>
        </a:gradFill>
      </p:bgPr>
    </p:bg>
    <p:spTree>
      <p:nvGrpSpPr>
        <p:cNvPr id="1107" name="Shape 1107"/>
        <p:cNvGrpSpPr/>
        <p:nvPr/>
      </p:nvGrpSpPr>
      <p:grpSpPr>
        <a:xfrm>
          <a:off x="0" y="0"/>
          <a:ext cx="0" cy="0"/>
          <a:chOff x="0" y="0"/>
          <a:chExt cx="0" cy="0"/>
        </a:xfrm>
      </p:grpSpPr>
      <p:sp>
        <p:nvSpPr>
          <p:cNvPr id="1108" name="Google Shape;1108;p112"/>
          <p:cNvSpPr txBox="1"/>
          <p:nvPr>
            <p:ph type="title"/>
          </p:nvPr>
        </p:nvSpPr>
        <p:spPr>
          <a:xfrm>
            <a:off x="457200" y="244475"/>
            <a:ext cx="8385300" cy="801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Arial Black"/>
              <a:buNone/>
            </a:pPr>
            <a:r>
              <a:rPr b="0" i="0" lang="en-US" sz="4000" u="none">
                <a:solidFill>
                  <a:schemeClr val="dk2"/>
                </a:solidFill>
                <a:latin typeface="Arial Black"/>
                <a:ea typeface="Arial Black"/>
                <a:cs typeface="Arial Black"/>
                <a:sym typeface="Arial Black"/>
              </a:rPr>
              <a:t>ORGANISATIONAL MEMORY</a:t>
            </a:r>
            <a:r>
              <a:rPr b="1" i="0" lang="en-US" sz="4000" u="none">
                <a:solidFill>
                  <a:schemeClr val="dk2"/>
                </a:solidFill>
                <a:latin typeface="Arial Black"/>
                <a:ea typeface="Arial Black"/>
                <a:cs typeface="Arial Black"/>
                <a:sym typeface="Arial Black"/>
              </a:rPr>
              <a:t> </a:t>
            </a:r>
            <a:endParaRPr/>
          </a:p>
        </p:txBody>
      </p:sp>
      <p:sp>
        <p:nvSpPr>
          <p:cNvPr id="1109" name="Google Shape;1109;p112"/>
          <p:cNvSpPr txBox="1"/>
          <p:nvPr>
            <p:ph idx="1" type="body"/>
          </p:nvPr>
        </p:nvSpPr>
        <p:spPr>
          <a:xfrm>
            <a:off x="838200" y="1905000"/>
            <a:ext cx="8007300" cy="4191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3200"/>
              <a:buFont typeface="Noto Sans Symbols"/>
              <a:buChar char="▪"/>
            </a:pPr>
            <a:r>
              <a:rPr b="0" i="0" lang="en-US" sz="3200" u="none" cap="none" strike="noStrike">
                <a:solidFill>
                  <a:schemeClr val="dk1"/>
                </a:solidFill>
                <a:latin typeface="Arial"/>
                <a:ea typeface="Arial"/>
                <a:cs typeface="Arial"/>
                <a:sym typeface="Arial"/>
              </a:rPr>
              <a:t>It is a record of accumulated knowledge about the organization to support knowledge-intensive work and of alleviating the risk of “corporate amnesia” due to experts taking away their knowledge when they leave. </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13" name="Shape 1113"/>
        <p:cNvGrpSpPr/>
        <p:nvPr/>
      </p:nvGrpSpPr>
      <p:grpSpPr>
        <a:xfrm>
          <a:off x="0" y="0"/>
          <a:ext cx="0" cy="0"/>
          <a:chOff x="0" y="0"/>
          <a:chExt cx="0" cy="0"/>
        </a:xfrm>
      </p:grpSpPr>
      <p:sp>
        <p:nvSpPr>
          <p:cNvPr id="1114" name="Google Shape;1114;p113"/>
          <p:cNvSpPr txBox="1"/>
          <p:nvPr>
            <p:ph type="title"/>
          </p:nvPr>
        </p:nvSpPr>
        <p:spPr>
          <a:xfrm>
            <a:off x="457200" y="292100"/>
            <a:ext cx="8229600" cy="774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Tahoma"/>
              <a:buNone/>
            </a:pPr>
            <a:r>
              <a:rPr b="1" i="0" lang="en-US" sz="3200" u="none">
                <a:solidFill>
                  <a:schemeClr val="dk2"/>
                </a:solidFill>
                <a:latin typeface="Tahoma"/>
                <a:ea typeface="Tahoma"/>
                <a:cs typeface="Tahoma"/>
                <a:sym typeface="Tahoma"/>
              </a:rPr>
              <a:t>KM TOOLS AND TECHNIQUES</a:t>
            </a:r>
            <a:endParaRPr/>
          </a:p>
        </p:txBody>
      </p:sp>
      <p:sp>
        <p:nvSpPr>
          <p:cNvPr id="1115" name="Google Shape;1115;p113"/>
          <p:cNvSpPr txBox="1"/>
          <p:nvPr>
            <p:ph idx="1" type="body"/>
          </p:nvPr>
        </p:nvSpPr>
        <p:spPr>
          <a:xfrm>
            <a:off x="457200" y="1524000"/>
            <a:ext cx="8229600" cy="46023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3840"/>
              <a:buFont typeface="Tahoma"/>
              <a:buChar char="•"/>
            </a:pPr>
            <a:r>
              <a:rPr b="0" i="0" lang="en-US" sz="3200" u="none" cap="none" strike="noStrike">
                <a:solidFill>
                  <a:schemeClr val="dk1"/>
                </a:solidFill>
                <a:latin typeface="Tahoma"/>
                <a:ea typeface="Tahoma"/>
                <a:cs typeface="Tahoma"/>
                <a:sym typeface="Tahoma"/>
              </a:rPr>
              <a:t>They are technologies used to facilitate primarily communication, collaboration, and content management for better knowledge capture, sharing, dissemination and application. </a:t>
            </a:r>
            <a:endParaRPr/>
          </a:p>
          <a:p>
            <a:pPr indent="-342900" lvl="0" marL="342900" marR="0" rtl="0" algn="l">
              <a:lnSpc>
                <a:spcPct val="90000"/>
              </a:lnSpc>
              <a:spcBef>
                <a:spcPts val="640"/>
              </a:spcBef>
              <a:spcAft>
                <a:spcPts val="0"/>
              </a:spcAft>
              <a:buClr>
                <a:schemeClr val="hlink"/>
              </a:buClr>
              <a:buSzPts val="3840"/>
              <a:buFont typeface="Tahoma"/>
              <a:buChar char="•"/>
            </a:pPr>
            <a:r>
              <a:rPr b="0" i="0" lang="en-US" sz="3200" u="none" cap="none" strike="noStrike">
                <a:solidFill>
                  <a:schemeClr val="dk1"/>
                </a:solidFill>
                <a:latin typeface="Tahoma"/>
                <a:ea typeface="Tahoma"/>
                <a:cs typeface="Tahoma"/>
                <a:sym typeface="Tahoma"/>
              </a:rPr>
              <a:t>Deals with the information overload that is plaguing most organizations that have launched an intranet, enterprise resource planning (ERP) or business intelligence system. </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19" name="Shape 1119"/>
        <p:cNvGrpSpPr/>
        <p:nvPr/>
      </p:nvGrpSpPr>
      <p:grpSpPr>
        <a:xfrm>
          <a:off x="0" y="0"/>
          <a:ext cx="0" cy="0"/>
          <a:chOff x="0" y="0"/>
          <a:chExt cx="0" cy="0"/>
        </a:xfrm>
      </p:grpSpPr>
      <p:sp>
        <p:nvSpPr>
          <p:cNvPr id="1120" name="Google Shape;1120;p114"/>
          <p:cNvSpPr txBox="1"/>
          <p:nvPr>
            <p:ph type="title"/>
          </p:nvPr>
        </p:nvSpPr>
        <p:spPr>
          <a:xfrm>
            <a:off x="457200" y="381000"/>
            <a:ext cx="8229600" cy="676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Tahoma"/>
              <a:buNone/>
            </a:pPr>
            <a:r>
              <a:rPr b="1" i="0" lang="en-US" sz="3200" u="none">
                <a:solidFill>
                  <a:schemeClr val="dk2"/>
                </a:solidFill>
                <a:latin typeface="Tahoma"/>
                <a:ea typeface="Tahoma"/>
                <a:cs typeface="Tahoma"/>
                <a:sym typeface="Tahoma"/>
              </a:rPr>
              <a:t>Knowledge capture and creation tools</a:t>
            </a:r>
            <a:endParaRPr/>
          </a:p>
        </p:txBody>
      </p:sp>
      <p:sp>
        <p:nvSpPr>
          <p:cNvPr id="1121" name="Google Shape;1121;p114"/>
          <p:cNvSpPr txBox="1"/>
          <p:nvPr>
            <p:ph idx="1" type="body"/>
          </p:nvPr>
        </p:nvSpPr>
        <p:spPr>
          <a:xfrm>
            <a:off x="457200" y="1143000"/>
            <a:ext cx="8229600" cy="49833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080"/>
              <a:buFont typeface="Noto Sans Symbols"/>
              <a:buChar char="■"/>
            </a:pPr>
            <a:r>
              <a:rPr b="1" i="1" lang="en-US" sz="3200" u="none" cap="none" strike="noStrike">
                <a:solidFill>
                  <a:schemeClr val="dk1"/>
                </a:solidFill>
                <a:latin typeface="Tahoma"/>
                <a:ea typeface="Tahoma"/>
                <a:cs typeface="Tahoma"/>
                <a:sym typeface="Tahoma"/>
              </a:rPr>
              <a:t>Content Creation Tools</a:t>
            </a:r>
            <a:endParaRPr/>
          </a:p>
          <a:p>
            <a:pPr indent="-342900" lvl="0" marL="342900" marR="0" rtl="0" algn="l">
              <a:lnSpc>
                <a:spcPct val="100000"/>
              </a:lnSpc>
              <a:spcBef>
                <a:spcPts val="640"/>
              </a:spcBef>
              <a:spcAft>
                <a:spcPts val="0"/>
              </a:spcAft>
              <a:buClr>
                <a:schemeClr val="hlink"/>
              </a:buClr>
              <a:buSzPts val="2080"/>
              <a:buFont typeface="Noto Sans Symbols"/>
              <a:buNone/>
            </a:pPr>
            <a:r>
              <a:rPr b="1" i="1" lang="en-US" sz="3200" u="none" cap="none" strike="noStrike">
                <a:solidFill>
                  <a:schemeClr val="dk1"/>
                </a:solidFill>
                <a:latin typeface="Tahoma"/>
                <a:ea typeface="Tahoma"/>
                <a:cs typeface="Tahoma"/>
                <a:sym typeface="Tahoma"/>
              </a:rPr>
              <a:t>    </a:t>
            </a:r>
            <a:r>
              <a:rPr b="0" i="1" lang="en-US" sz="3200" u="none" cap="none" strike="noStrike">
                <a:solidFill>
                  <a:schemeClr val="dk1"/>
                </a:solidFill>
                <a:latin typeface="Tahoma"/>
                <a:ea typeface="Tahoma"/>
                <a:cs typeface="Tahoma"/>
                <a:sym typeface="Tahoma"/>
              </a:rPr>
              <a:t>(a) Authoring tools</a:t>
            </a:r>
            <a:r>
              <a:rPr b="0" i="0" lang="en-US" sz="3200" u="none" cap="none" strike="noStrike">
                <a:solidFill>
                  <a:schemeClr val="dk1"/>
                </a:solidFill>
                <a:latin typeface="Tahoma"/>
                <a:ea typeface="Tahoma"/>
                <a:cs typeface="Tahoma"/>
                <a:sym typeface="Tahoma"/>
              </a:rPr>
              <a:t> </a:t>
            </a:r>
            <a:endParaRPr/>
          </a:p>
          <a:p>
            <a:pPr indent="-342900" lvl="0" marL="342900" marR="0" rtl="0" algn="l">
              <a:lnSpc>
                <a:spcPct val="100000"/>
              </a:lnSpc>
              <a:spcBef>
                <a:spcPts val="640"/>
              </a:spcBef>
              <a:spcAft>
                <a:spcPts val="0"/>
              </a:spcAft>
              <a:buClr>
                <a:schemeClr val="hlink"/>
              </a:buClr>
              <a:buSzPts val="2080"/>
              <a:buFont typeface="Noto Sans Symbols"/>
              <a:buNone/>
            </a:pPr>
            <a:r>
              <a:t/>
            </a:r>
            <a:endParaRPr b="1" i="1" sz="3200" u="none" cap="none" strike="noStrike">
              <a:solidFill>
                <a:schemeClr val="dk1"/>
              </a:solidFill>
              <a:latin typeface="Tahoma"/>
              <a:ea typeface="Tahoma"/>
              <a:cs typeface="Tahoma"/>
              <a:sym typeface="Tahoma"/>
            </a:endParaRPr>
          </a:p>
          <a:p>
            <a:pPr indent="-342900" lvl="0" marL="342900" marR="0" rtl="0" algn="l">
              <a:lnSpc>
                <a:spcPct val="100000"/>
              </a:lnSpc>
              <a:spcBef>
                <a:spcPts val="640"/>
              </a:spcBef>
              <a:spcAft>
                <a:spcPts val="0"/>
              </a:spcAft>
              <a:buClr>
                <a:schemeClr val="hlink"/>
              </a:buClr>
              <a:buSzPts val="2080"/>
              <a:buFont typeface="Noto Sans Symbols"/>
              <a:buChar char="■"/>
            </a:pPr>
            <a:r>
              <a:rPr b="1" i="1" lang="en-US" sz="3200" u="none" cap="none" strike="noStrike">
                <a:solidFill>
                  <a:schemeClr val="dk1"/>
                </a:solidFill>
                <a:latin typeface="Tahoma"/>
                <a:ea typeface="Tahoma"/>
                <a:cs typeface="Tahoma"/>
                <a:sym typeface="Tahoma"/>
              </a:rPr>
              <a:t>Data Mining and Knowledge Discovery</a:t>
            </a:r>
            <a:endParaRPr/>
          </a:p>
          <a:p>
            <a:pPr indent="-342900" lvl="0" marL="342900" marR="0" rtl="0" algn="l">
              <a:lnSpc>
                <a:spcPct val="100000"/>
              </a:lnSpc>
              <a:spcBef>
                <a:spcPts val="640"/>
              </a:spcBef>
              <a:spcAft>
                <a:spcPts val="0"/>
              </a:spcAft>
              <a:buClr>
                <a:schemeClr val="hlink"/>
              </a:buClr>
              <a:buSzPts val="2080"/>
              <a:buFont typeface="Noto Sans Symbols"/>
              <a:buNone/>
            </a:pPr>
            <a:r>
              <a:rPr b="0" i="0" lang="en-US" sz="3200" u="none" cap="none" strike="noStrike">
                <a:solidFill>
                  <a:schemeClr val="dk1"/>
                </a:solidFill>
                <a:latin typeface="Tahoma"/>
                <a:ea typeface="Tahoma"/>
                <a:cs typeface="Tahoma"/>
                <a:sym typeface="Tahoma"/>
              </a:rPr>
              <a:t> </a:t>
            </a:r>
            <a:endParaRPr/>
          </a:p>
          <a:p>
            <a:pPr indent="-342900" lvl="0" marL="342900" marR="0" rtl="0" algn="l">
              <a:lnSpc>
                <a:spcPct val="100000"/>
              </a:lnSpc>
              <a:spcBef>
                <a:spcPts val="640"/>
              </a:spcBef>
              <a:spcAft>
                <a:spcPts val="0"/>
              </a:spcAft>
              <a:buClr>
                <a:schemeClr val="hlink"/>
              </a:buClr>
              <a:buSzPts val="2080"/>
              <a:buFont typeface="Noto Sans Symbols"/>
              <a:buChar char="■"/>
            </a:pPr>
            <a:r>
              <a:rPr b="1" i="1" lang="en-US" sz="3200" u="none" cap="none" strike="noStrike">
                <a:solidFill>
                  <a:schemeClr val="dk1"/>
                </a:solidFill>
                <a:latin typeface="Tahoma"/>
                <a:ea typeface="Tahoma"/>
                <a:cs typeface="Tahoma"/>
                <a:sym typeface="Tahoma"/>
              </a:rPr>
              <a:t>Blogs</a:t>
            </a:r>
            <a:endParaRPr/>
          </a:p>
          <a:p>
            <a:pPr indent="-210820" lvl="0" marL="342900" marR="0" rtl="0" algn="l">
              <a:lnSpc>
                <a:spcPct val="100000"/>
              </a:lnSpc>
              <a:spcBef>
                <a:spcPts val="640"/>
              </a:spcBef>
              <a:spcAft>
                <a:spcPts val="0"/>
              </a:spcAft>
              <a:buClr>
                <a:schemeClr val="hlink"/>
              </a:buClr>
              <a:buSzPts val="2080"/>
              <a:buFont typeface="Noto Sans Symbols"/>
              <a:buNone/>
            </a:pPr>
            <a:r>
              <a:t/>
            </a:r>
            <a:endParaRPr b="1" i="1" sz="3200" u="none" cap="none" strike="noStrike">
              <a:solidFill>
                <a:schemeClr val="dk1"/>
              </a:solidFill>
              <a:latin typeface="Tahoma"/>
              <a:ea typeface="Tahoma"/>
              <a:cs typeface="Tahoma"/>
              <a:sym typeface="Tahoma"/>
            </a:endParaRPr>
          </a:p>
          <a:p>
            <a:pPr indent="-342900" lvl="0" marL="342900" marR="0" rtl="0" algn="l">
              <a:lnSpc>
                <a:spcPct val="100000"/>
              </a:lnSpc>
              <a:spcBef>
                <a:spcPts val="640"/>
              </a:spcBef>
              <a:spcAft>
                <a:spcPts val="0"/>
              </a:spcAft>
              <a:buClr>
                <a:schemeClr val="hlink"/>
              </a:buClr>
              <a:buSzPts val="2080"/>
              <a:buFont typeface="Noto Sans Symbols"/>
              <a:buChar char="■"/>
            </a:pPr>
            <a:r>
              <a:rPr b="1" i="1" lang="en-US" sz="3200" u="none" cap="none" strike="noStrike">
                <a:solidFill>
                  <a:schemeClr val="dk1"/>
                </a:solidFill>
                <a:latin typeface="Tahoma"/>
                <a:ea typeface="Tahoma"/>
                <a:cs typeface="Tahoma"/>
                <a:sym typeface="Tahoma"/>
              </a:rPr>
              <a:t>Content management tools</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25" name="Shape 1125"/>
        <p:cNvGrpSpPr/>
        <p:nvPr/>
      </p:nvGrpSpPr>
      <p:grpSpPr>
        <a:xfrm>
          <a:off x="0" y="0"/>
          <a:ext cx="0" cy="0"/>
          <a:chOff x="0" y="0"/>
          <a:chExt cx="0" cy="0"/>
        </a:xfrm>
      </p:grpSpPr>
      <p:sp>
        <p:nvSpPr>
          <p:cNvPr id="1126" name="Google Shape;1126;p115"/>
          <p:cNvSpPr txBox="1"/>
          <p:nvPr>
            <p:ph type="title"/>
          </p:nvPr>
        </p:nvSpPr>
        <p:spPr>
          <a:xfrm>
            <a:off x="457200" y="292100"/>
            <a:ext cx="8229600" cy="138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ahoma"/>
              <a:buNone/>
            </a:pPr>
            <a:r>
              <a:rPr b="1" i="0" lang="en-US" sz="4400" u="none">
                <a:solidFill>
                  <a:schemeClr val="dk2"/>
                </a:solidFill>
                <a:latin typeface="Tahoma"/>
                <a:ea typeface="Tahoma"/>
                <a:cs typeface="Tahoma"/>
                <a:sym typeface="Tahoma"/>
              </a:rPr>
              <a:t>What is Data Mining?</a:t>
            </a:r>
            <a:endParaRPr/>
          </a:p>
        </p:txBody>
      </p:sp>
      <p:sp>
        <p:nvSpPr>
          <p:cNvPr id="1127" name="Google Shape;1127;p115"/>
          <p:cNvSpPr txBox="1"/>
          <p:nvPr>
            <p:ph idx="1" type="body"/>
          </p:nvPr>
        </p:nvSpPr>
        <p:spPr>
          <a:xfrm>
            <a:off x="457200" y="1905000"/>
            <a:ext cx="82296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3840"/>
              <a:buFont typeface="Tahoma"/>
              <a:buNone/>
            </a:pPr>
            <a:r>
              <a:rPr b="0" i="0" lang="en-US" sz="3200" u="none" cap="none" strike="noStrike">
                <a:solidFill>
                  <a:schemeClr val="dk1"/>
                </a:solidFill>
                <a:latin typeface="Tahoma"/>
                <a:ea typeface="Tahoma"/>
                <a:cs typeface="Tahoma"/>
                <a:sym typeface="Tahoma"/>
              </a:rPr>
              <a:t>   A computer technique for extracting meaningful knowledge from masses of data. Using </a:t>
            </a:r>
            <a:r>
              <a:rPr b="0" i="0" lang="en-US" sz="3200" u="sng" cap="none" strike="noStrike">
                <a:solidFill>
                  <a:schemeClr val="dk1"/>
                </a:solidFill>
                <a:latin typeface="Tahoma"/>
                <a:ea typeface="Tahoma"/>
                <a:cs typeface="Tahoma"/>
                <a:sym typeface="Tahoma"/>
              </a:rPr>
              <a:t>artificial intelligence</a:t>
            </a:r>
            <a:r>
              <a:rPr b="0" i="0" lang="en-US" sz="3200" u="none" cap="none" strike="noStrike">
                <a:solidFill>
                  <a:schemeClr val="dk1"/>
                </a:solidFill>
                <a:latin typeface="Tahoma"/>
                <a:ea typeface="Tahoma"/>
                <a:cs typeface="Tahoma"/>
                <a:sym typeface="Tahoma"/>
              </a:rPr>
              <a:t> methods it identifies unanticipated patterns by considering the interaction of many more variables than is achievable by humans. Contrast with </a:t>
            </a:r>
            <a:r>
              <a:rPr b="0" i="1" lang="en-US" sz="3200" u="sng" cap="none" strike="noStrike">
                <a:solidFill>
                  <a:schemeClr val="hlink"/>
                </a:solidFill>
                <a:latin typeface="Tahoma"/>
                <a:ea typeface="Tahoma"/>
                <a:cs typeface="Tahoma"/>
                <a:sym typeface="Tahoma"/>
                <a:hlinkClick r:id="rId4"/>
              </a:rPr>
              <a:t>text mining</a:t>
            </a:r>
            <a:r>
              <a:rPr b="0" i="0" lang="en-US" sz="3200" u="none" cap="none" strike="noStrike">
                <a:solidFill>
                  <a:schemeClr val="dk1"/>
                </a:solidFill>
                <a:latin typeface="Tahoma"/>
                <a:ea typeface="Tahoma"/>
                <a:cs typeface="Tahoma"/>
                <a:sym typeface="Tahoma"/>
              </a:rPr>
              <a:t>.</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chemeClr val="accent2"/>
            </a:gs>
          </a:gsLst>
          <a:lin ang="5400012" scaled="0"/>
        </a:gradFill>
      </p:bgPr>
    </p:bg>
    <p:spTree>
      <p:nvGrpSpPr>
        <p:cNvPr id="1131" name="Shape 1131"/>
        <p:cNvGrpSpPr/>
        <p:nvPr/>
      </p:nvGrpSpPr>
      <p:grpSpPr>
        <a:xfrm>
          <a:off x="0" y="0"/>
          <a:ext cx="0" cy="0"/>
          <a:chOff x="0" y="0"/>
          <a:chExt cx="0" cy="0"/>
        </a:xfrm>
      </p:grpSpPr>
      <p:sp>
        <p:nvSpPr>
          <p:cNvPr id="1132" name="Google Shape;1132;p116"/>
          <p:cNvSpPr txBox="1"/>
          <p:nvPr>
            <p:ph type="title"/>
          </p:nvPr>
        </p:nvSpPr>
        <p:spPr>
          <a:xfrm>
            <a:off x="457200" y="244475"/>
            <a:ext cx="8385300" cy="706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Arial Black"/>
              <a:buNone/>
            </a:pPr>
            <a:r>
              <a:rPr b="1" i="0" lang="en-US" sz="4000" u="none">
                <a:solidFill>
                  <a:schemeClr val="dk2"/>
                </a:solidFill>
                <a:latin typeface="Arial Black"/>
                <a:ea typeface="Arial Black"/>
                <a:cs typeface="Arial Black"/>
                <a:sym typeface="Arial Black"/>
              </a:rPr>
              <a:t>Data mining tools </a:t>
            </a:r>
            <a:endParaRPr/>
          </a:p>
        </p:txBody>
      </p:sp>
      <p:sp>
        <p:nvSpPr>
          <p:cNvPr id="1133" name="Google Shape;1133;p116"/>
          <p:cNvSpPr txBox="1"/>
          <p:nvPr>
            <p:ph idx="1" type="body"/>
          </p:nvPr>
        </p:nvSpPr>
        <p:spPr>
          <a:xfrm>
            <a:off x="457200" y="1143000"/>
            <a:ext cx="8229600" cy="49833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3200"/>
              <a:buFont typeface="Noto Sans Symbols"/>
              <a:buChar char="▪"/>
            </a:pPr>
            <a:r>
              <a:rPr b="0" i="0" lang="en-US" sz="3200" u="none" cap="none" strike="noStrike">
                <a:solidFill>
                  <a:schemeClr val="dk1"/>
                </a:solidFill>
                <a:latin typeface="Arial"/>
                <a:ea typeface="Arial"/>
                <a:cs typeface="Arial"/>
                <a:sym typeface="Arial"/>
              </a:rPr>
              <a:t>Statistical analysis tools (e.g. SAS).</a:t>
            </a:r>
            <a:endParaRPr/>
          </a:p>
          <a:p>
            <a:pPr indent="-139700" lvl="0" marL="342900" marR="0" rtl="0" algn="l">
              <a:lnSpc>
                <a:spcPct val="90000"/>
              </a:lnSpc>
              <a:spcBef>
                <a:spcPts val="640"/>
              </a:spcBef>
              <a:spcAft>
                <a:spcPts val="0"/>
              </a:spcAft>
              <a:buClr>
                <a:schemeClr val="hlink"/>
              </a:buClr>
              <a:buSzPts val="3200"/>
              <a:buFont typeface="Noto Sans Symbols"/>
              <a:buNone/>
            </a:pPr>
            <a:r>
              <a:t/>
            </a:r>
            <a:endParaRPr b="0" i="0" sz="3200" u="none" cap="none" strike="noStrike">
              <a:solidFill>
                <a:schemeClr val="dk1"/>
              </a:solidFill>
              <a:latin typeface="Arial"/>
              <a:ea typeface="Arial"/>
              <a:cs typeface="Arial"/>
              <a:sym typeface="Arial"/>
            </a:endParaRPr>
          </a:p>
          <a:p>
            <a:pPr indent="-342900" lvl="0" marL="342900" marR="0" rtl="0" algn="l">
              <a:lnSpc>
                <a:spcPct val="90000"/>
              </a:lnSpc>
              <a:spcBef>
                <a:spcPts val="640"/>
              </a:spcBef>
              <a:spcAft>
                <a:spcPts val="0"/>
              </a:spcAft>
              <a:buClr>
                <a:schemeClr val="hlink"/>
              </a:buClr>
              <a:buSzPts val="3200"/>
              <a:buFont typeface="Noto Sans Symbols"/>
              <a:buChar char="▪"/>
            </a:pPr>
            <a:r>
              <a:rPr b="0" i="0" lang="en-US" sz="3200" u="none" cap="none" strike="noStrike">
                <a:solidFill>
                  <a:schemeClr val="dk1"/>
                </a:solidFill>
                <a:latin typeface="Arial"/>
                <a:ea typeface="Arial"/>
                <a:cs typeface="Arial"/>
                <a:sym typeface="Arial"/>
              </a:rPr>
              <a:t>Data mining suites (e.g. enterprise Miner).</a:t>
            </a:r>
            <a:endParaRPr/>
          </a:p>
          <a:p>
            <a:pPr indent="-139700" lvl="0" marL="342900" marR="0" rtl="0" algn="l">
              <a:lnSpc>
                <a:spcPct val="90000"/>
              </a:lnSpc>
              <a:spcBef>
                <a:spcPts val="640"/>
              </a:spcBef>
              <a:spcAft>
                <a:spcPts val="0"/>
              </a:spcAft>
              <a:buClr>
                <a:schemeClr val="hlink"/>
              </a:buClr>
              <a:buSzPts val="3200"/>
              <a:buFont typeface="Noto Sans Symbols"/>
              <a:buNone/>
            </a:pPr>
            <a:r>
              <a:t/>
            </a:r>
            <a:endParaRPr b="0" i="0" sz="3200" u="none" cap="none" strike="noStrike">
              <a:solidFill>
                <a:schemeClr val="dk1"/>
              </a:solidFill>
              <a:latin typeface="Arial"/>
              <a:ea typeface="Arial"/>
              <a:cs typeface="Arial"/>
              <a:sym typeface="Arial"/>
            </a:endParaRPr>
          </a:p>
          <a:p>
            <a:pPr indent="-342900" lvl="0" marL="342900" marR="0" rtl="0" algn="l">
              <a:lnSpc>
                <a:spcPct val="90000"/>
              </a:lnSpc>
              <a:spcBef>
                <a:spcPts val="640"/>
              </a:spcBef>
              <a:spcAft>
                <a:spcPts val="0"/>
              </a:spcAft>
              <a:buClr>
                <a:schemeClr val="hlink"/>
              </a:buClr>
              <a:buSzPts val="3200"/>
              <a:buFont typeface="Noto Sans Symbols"/>
              <a:buChar char="▪"/>
            </a:pPr>
            <a:r>
              <a:rPr b="0" i="0" lang="en-US" sz="3200" u="none" cap="none" strike="noStrike">
                <a:solidFill>
                  <a:schemeClr val="dk1"/>
                </a:solidFill>
                <a:latin typeface="Arial"/>
                <a:ea typeface="Arial"/>
                <a:cs typeface="Arial"/>
                <a:sym typeface="Arial"/>
              </a:rPr>
              <a:t>Consulting/outsourcing tools such as EDS, IBM, and Epsilon. (Note that these are models, not just software).</a:t>
            </a:r>
            <a:endParaRPr/>
          </a:p>
          <a:p>
            <a:pPr indent="-139700" lvl="0" marL="342900" marR="0" rtl="0" algn="l">
              <a:lnSpc>
                <a:spcPct val="90000"/>
              </a:lnSpc>
              <a:spcBef>
                <a:spcPts val="640"/>
              </a:spcBef>
              <a:spcAft>
                <a:spcPts val="0"/>
              </a:spcAft>
              <a:buClr>
                <a:schemeClr val="hlink"/>
              </a:buClr>
              <a:buSzPts val="3200"/>
              <a:buFont typeface="Noto Sans Symbols"/>
              <a:buNone/>
            </a:pPr>
            <a:r>
              <a:t/>
            </a:r>
            <a:endParaRPr b="0" i="0" sz="3200" u="none" cap="none" strike="noStrike">
              <a:solidFill>
                <a:schemeClr val="dk1"/>
              </a:solidFill>
              <a:latin typeface="Arial"/>
              <a:ea typeface="Arial"/>
              <a:cs typeface="Arial"/>
              <a:sym typeface="Arial"/>
            </a:endParaRPr>
          </a:p>
          <a:p>
            <a:pPr indent="-342900" lvl="0" marL="342900" marR="0" rtl="0" algn="l">
              <a:lnSpc>
                <a:spcPct val="90000"/>
              </a:lnSpc>
              <a:spcBef>
                <a:spcPts val="640"/>
              </a:spcBef>
              <a:spcAft>
                <a:spcPts val="0"/>
              </a:spcAft>
              <a:buClr>
                <a:schemeClr val="hlink"/>
              </a:buClr>
              <a:buSzPts val="3200"/>
              <a:buFont typeface="Noto Sans Symbols"/>
              <a:buChar char="▪"/>
            </a:pPr>
            <a:r>
              <a:rPr b="0" i="0" lang="en-US" sz="3200" u="none" cap="none" strike="noStrike">
                <a:solidFill>
                  <a:schemeClr val="dk1"/>
                </a:solidFill>
                <a:latin typeface="Arial"/>
                <a:ea typeface="Arial"/>
                <a:cs typeface="Arial"/>
                <a:sym typeface="Arial"/>
              </a:rPr>
              <a:t>Data visualization software </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37" name="Shape 1137"/>
        <p:cNvGrpSpPr/>
        <p:nvPr/>
      </p:nvGrpSpPr>
      <p:grpSpPr>
        <a:xfrm>
          <a:off x="0" y="0"/>
          <a:ext cx="0" cy="0"/>
          <a:chOff x="0" y="0"/>
          <a:chExt cx="0" cy="0"/>
        </a:xfrm>
      </p:grpSpPr>
      <p:sp>
        <p:nvSpPr>
          <p:cNvPr id="1138" name="Google Shape;1138;p117"/>
          <p:cNvSpPr txBox="1"/>
          <p:nvPr>
            <p:ph type="title"/>
          </p:nvPr>
        </p:nvSpPr>
        <p:spPr>
          <a:xfrm>
            <a:off x="457200" y="274637"/>
            <a:ext cx="8229600" cy="5637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2800"/>
              <a:buFont typeface="Arial"/>
              <a:buNone/>
            </a:pPr>
            <a:r>
              <a:rPr b="1" i="0" lang="en-US" sz="2800" u="none">
                <a:solidFill>
                  <a:schemeClr val="dk2"/>
                </a:solidFill>
                <a:latin typeface="Arial"/>
                <a:ea typeface="Arial"/>
                <a:cs typeface="Arial"/>
                <a:sym typeface="Arial"/>
              </a:rPr>
              <a:t>Knowledge sharing and dissemination tools</a:t>
            </a:r>
            <a:r>
              <a:rPr b="0" i="0" lang="en-US" sz="4000" u="none">
                <a:solidFill>
                  <a:schemeClr val="dk2"/>
                </a:solidFill>
                <a:latin typeface="Arial"/>
                <a:ea typeface="Arial"/>
                <a:cs typeface="Arial"/>
                <a:sym typeface="Arial"/>
              </a:rPr>
              <a:t> </a:t>
            </a:r>
            <a:endParaRPr/>
          </a:p>
        </p:txBody>
      </p:sp>
      <p:sp>
        <p:nvSpPr>
          <p:cNvPr id="1139" name="Google Shape;1139;p117"/>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1" i="1" lang="en-US" sz="3200" u="none">
                <a:solidFill>
                  <a:schemeClr val="dk1"/>
                </a:solidFill>
                <a:latin typeface="Arial"/>
                <a:ea typeface="Arial"/>
                <a:cs typeface="Arial"/>
                <a:sym typeface="Arial"/>
              </a:rPr>
              <a:t>Groupware and Collaboration Tools</a:t>
            </a:r>
            <a:endParaRPr/>
          </a:p>
          <a:p>
            <a:pPr indent="-342900" lvl="0" marL="342900" marR="0" rtl="0" algn="l">
              <a:lnSpc>
                <a:spcPct val="100000"/>
              </a:lnSpc>
              <a:spcBef>
                <a:spcPts val="640"/>
              </a:spcBef>
              <a:spcAft>
                <a:spcPts val="0"/>
              </a:spcAft>
              <a:buClr>
                <a:schemeClr val="dk1"/>
              </a:buClr>
              <a:buSzPts val="3200"/>
              <a:buFont typeface="Arial"/>
              <a:buNone/>
            </a:pPr>
            <a:r>
              <a:t/>
            </a:r>
            <a:endParaRPr b="1" i="1" sz="3200" u="none">
              <a:solidFill>
                <a:schemeClr val="dk1"/>
              </a:solidFill>
              <a:latin typeface="Arial"/>
              <a:ea typeface="Arial"/>
              <a:cs typeface="Arial"/>
              <a:sym typeface="Arial"/>
            </a:endParaRPr>
          </a:p>
          <a:p>
            <a:pPr indent="-342900" lvl="0" marL="342900" marR="0" rtl="0" algn="l">
              <a:lnSpc>
                <a:spcPct val="100000"/>
              </a:lnSpc>
              <a:spcBef>
                <a:spcPts val="640"/>
              </a:spcBef>
              <a:spcAft>
                <a:spcPts val="0"/>
              </a:spcAft>
              <a:buClr>
                <a:schemeClr val="dk1"/>
              </a:buClr>
              <a:buSzPts val="3200"/>
              <a:buFont typeface="Arial"/>
              <a:buChar char="•"/>
            </a:pPr>
            <a:r>
              <a:rPr b="1" i="1" lang="en-US" sz="3200" u="none">
                <a:solidFill>
                  <a:schemeClr val="dk1"/>
                </a:solidFill>
                <a:latin typeface="Arial"/>
                <a:ea typeface="Arial"/>
                <a:cs typeface="Arial"/>
                <a:sym typeface="Arial"/>
              </a:rPr>
              <a:t>Wikis</a:t>
            </a:r>
            <a:endParaRPr/>
          </a:p>
          <a:p>
            <a:pPr indent="-342900" lvl="0" marL="342900" marR="0" rtl="0" algn="l">
              <a:lnSpc>
                <a:spcPct val="100000"/>
              </a:lnSpc>
              <a:spcBef>
                <a:spcPts val="640"/>
              </a:spcBef>
              <a:spcAft>
                <a:spcPts val="0"/>
              </a:spcAft>
              <a:buClr>
                <a:schemeClr val="dk1"/>
              </a:buClr>
              <a:buSzPts val="3200"/>
              <a:buFont typeface="Arial"/>
              <a:buNone/>
            </a:pPr>
            <a:r>
              <a:t/>
            </a:r>
            <a:endParaRPr b="1" i="1" sz="3200" u="none">
              <a:solidFill>
                <a:schemeClr val="dk1"/>
              </a:solidFill>
              <a:latin typeface="Arial"/>
              <a:ea typeface="Arial"/>
              <a:cs typeface="Arial"/>
              <a:sym typeface="Arial"/>
            </a:endParaRPr>
          </a:p>
          <a:p>
            <a:pPr indent="-342900" lvl="0" marL="342900" marR="0" rtl="0" algn="l">
              <a:lnSpc>
                <a:spcPct val="100000"/>
              </a:lnSpc>
              <a:spcBef>
                <a:spcPts val="640"/>
              </a:spcBef>
              <a:spcAft>
                <a:spcPts val="0"/>
              </a:spcAft>
              <a:buClr>
                <a:schemeClr val="dk1"/>
              </a:buClr>
              <a:buSzPts val="3200"/>
              <a:buFont typeface="Arial"/>
              <a:buChar char="•"/>
            </a:pPr>
            <a:r>
              <a:rPr b="1" i="1" lang="en-US" sz="3200" u="none">
                <a:solidFill>
                  <a:schemeClr val="dk1"/>
                </a:solidFill>
                <a:latin typeface="Arial"/>
                <a:ea typeface="Arial"/>
                <a:cs typeface="Arial"/>
                <a:sym typeface="Arial"/>
              </a:rPr>
              <a:t>Networking technologies</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43" name="Shape 1143"/>
        <p:cNvGrpSpPr/>
        <p:nvPr/>
      </p:nvGrpSpPr>
      <p:grpSpPr>
        <a:xfrm>
          <a:off x="0" y="0"/>
          <a:ext cx="0" cy="0"/>
          <a:chOff x="0" y="0"/>
          <a:chExt cx="0" cy="0"/>
        </a:xfrm>
      </p:grpSpPr>
      <p:sp>
        <p:nvSpPr>
          <p:cNvPr id="1144" name="Google Shape;1144;p118"/>
          <p:cNvSpPr txBox="1"/>
          <p:nvPr>
            <p:ph type="title"/>
          </p:nvPr>
        </p:nvSpPr>
        <p:spPr>
          <a:xfrm>
            <a:off x="457200" y="274637"/>
            <a:ext cx="8229600" cy="5637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2800"/>
              <a:buFont typeface="Arial"/>
              <a:buNone/>
            </a:pPr>
            <a:r>
              <a:rPr b="1" i="0" lang="en-US" sz="2800" u="none">
                <a:solidFill>
                  <a:schemeClr val="dk2"/>
                </a:solidFill>
                <a:latin typeface="Arial"/>
                <a:ea typeface="Arial"/>
                <a:cs typeface="Arial"/>
                <a:sym typeface="Arial"/>
              </a:rPr>
              <a:t>Knowledge acquisition and application tools</a:t>
            </a:r>
            <a:r>
              <a:rPr b="0" i="0" lang="en-US" sz="4000" u="none">
                <a:solidFill>
                  <a:schemeClr val="dk2"/>
                </a:solidFill>
                <a:latin typeface="Arial"/>
                <a:ea typeface="Arial"/>
                <a:cs typeface="Arial"/>
                <a:sym typeface="Arial"/>
              </a:rPr>
              <a:t> </a:t>
            </a:r>
            <a:endParaRPr/>
          </a:p>
        </p:txBody>
      </p:sp>
      <p:sp>
        <p:nvSpPr>
          <p:cNvPr id="1145" name="Google Shape;1145;p118"/>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1" i="1" lang="en-US" sz="3200" u="none">
                <a:solidFill>
                  <a:schemeClr val="dk1"/>
                </a:solidFill>
                <a:latin typeface="Arial"/>
                <a:ea typeface="Arial"/>
                <a:cs typeface="Arial"/>
                <a:sym typeface="Arial"/>
              </a:rPr>
              <a:t>Intelligent Filtering Tools</a:t>
            </a:r>
            <a:endParaRPr/>
          </a:p>
          <a:p>
            <a:pPr indent="-342900" lvl="0" marL="342900" marR="0" rtl="0" algn="l">
              <a:lnSpc>
                <a:spcPct val="100000"/>
              </a:lnSpc>
              <a:spcBef>
                <a:spcPts val="640"/>
              </a:spcBef>
              <a:spcAft>
                <a:spcPts val="0"/>
              </a:spcAft>
              <a:buClr>
                <a:schemeClr val="dk1"/>
              </a:buClr>
              <a:buSzPts val="3200"/>
              <a:buFont typeface="Arial"/>
              <a:buNone/>
            </a:pPr>
            <a:r>
              <a:t/>
            </a:r>
            <a:endParaRPr b="1" i="1" sz="3200" u="none">
              <a:solidFill>
                <a:schemeClr val="dk1"/>
              </a:solidFill>
              <a:latin typeface="Arial"/>
              <a:ea typeface="Arial"/>
              <a:cs typeface="Arial"/>
              <a:sym typeface="Arial"/>
            </a:endParaRPr>
          </a:p>
          <a:p>
            <a:pPr indent="-342900" lvl="0" marL="342900" marR="0" rtl="0" algn="l">
              <a:lnSpc>
                <a:spcPct val="100000"/>
              </a:lnSpc>
              <a:spcBef>
                <a:spcPts val="640"/>
              </a:spcBef>
              <a:spcAft>
                <a:spcPts val="0"/>
              </a:spcAft>
              <a:buClr>
                <a:schemeClr val="dk1"/>
              </a:buClr>
              <a:buSzPts val="3200"/>
              <a:buFont typeface="Arial"/>
              <a:buChar char="•"/>
            </a:pPr>
            <a:r>
              <a:rPr b="1" i="1" lang="en-US" sz="3200" u="none">
                <a:solidFill>
                  <a:schemeClr val="dk1"/>
                </a:solidFill>
                <a:latin typeface="Arial"/>
                <a:ea typeface="Arial"/>
                <a:cs typeface="Arial"/>
                <a:sym typeface="Arial"/>
              </a:rPr>
              <a:t>Adaptive technologies</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49" name="Shape 1149"/>
        <p:cNvGrpSpPr/>
        <p:nvPr/>
      </p:nvGrpSpPr>
      <p:grpSpPr>
        <a:xfrm>
          <a:off x="0" y="0"/>
          <a:ext cx="0" cy="0"/>
          <a:chOff x="0" y="0"/>
          <a:chExt cx="0" cy="0"/>
        </a:xfrm>
      </p:grpSpPr>
      <p:sp>
        <p:nvSpPr>
          <p:cNvPr id="1150" name="Google Shape;1150;p119"/>
          <p:cNvSpPr txBox="1"/>
          <p:nvPr>
            <p:ph type="title"/>
          </p:nvPr>
        </p:nvSpPr>
        <p:spPr>
          <a:xfrm>
            <a:off x="457200" y="274637"/>
            <a:ext cx="8229600" cy="5637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2400"/>
              <a:buFont typeface="Arial"/>
              <a:buNone/>
            </a:pPr>
            <a:r>
              <a:rPr b="1" i="0" lang="en-US" sz="2400" u="sng">
                <a:solidFill>
                  <a:schemeClr val="dk2"/>
                </a:solidFill>
                <a:latin typeface="Arial"/>
                <a:ea typeface="Arial"/>
                <a:cs typeface="Arial"/>
                <a:sym typeface="Arial"/>
              </a:rPr>
              <a:t>KNOWLEDGE MANAGEMENT AND MEASUREMENTS</a:t>
            </a:r>
            <a:r>
              <a:rPr b="0" i="0" lang="en-US" sz="4000" u="none">
                <a:solidFill>
                  <a:schemeClr val="dk2"/>
                </a:solidFill>
                <a:latin typeface="Arial"/>
                <a:ea typeface="Arial"/>
                <a:cs typeface="Arial"/>
                <a:sym typeface="Arial"/>
              </a:rPr>
              <a:t> </a:t>
            </a:r>
            <a:endParaRPr/>
          </a:p>
        </p:txBody>
      </p:sp>
      <p:sp>
        <p:nvSpPr>
          <p:cNvPr id="1151" name="Google Shape;1151;p119"/>
          <p:cNvSpPr txBox="1"/>
          <p:nvPr>
            <p:ph idx="1" type="body"/>
          </p:nvPr>
        </p:nvSpPr>
        <p:spPr>
          <a:xfrm>
            <a:off x="457200" y="838200"/>
            <a:ext cx="8229600" cy="5288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Measurement is the assignment of numerals to things according to any determinative, non-degenerate, rule </a:t>
            </a:r>
            <a:endParaRPr/>
          </a:p>
          <a:p>
            <a:pPr indent="-342900" lvl="0" marL="342900" marR="0" rtl="0" algn="l">
              <a:lnSpc>
                <a:spcPct val="90000"/>
              </a:lnSpc>
              <a:spcBef>
                <a:spcPts val="56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Determinative means the constant assignment of numerals given constant conditions </a:t>
            </a:r>
            <a:endParaRPr/>
          </a:p>
          <a:p>
            <a:pPr indent="-342900" lvl="0" marL="342900" marR="0" rtl="0" algn="l">
              <a:lnSpc>
                <a:spcPct val="90000"/>
              </a:lnSpc>
              <a:spcBef>
                <a:spcPts val="56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Non-degenerate means allowing for the possibility of assignment of different numerals under varying conditions </a:t>
            </a:r>
            <a:endParaRPr/>
          </a:p>
          <a:p>
            <a:pPr indent="-342900" lvl="0" marL="342900" marR="0" rtl="0" algn="l">
              <a:lnSpc>
                <a:spcPct val="90000"/>
              </a:lnSpc>
              <a:spcBef>
                <a:spcPts val="56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In knowledge management measurement, we are trying to select and/or formulate those concepts useful in measuring and influencing knowledge management performance </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55" name="Shape 1155"/>
        <p:cNvGrpSpPr/>
        <p:nvPr/>
      </p:nvGrpSpPr>
      <p:grpSpPr>
        <a:xfrm>
          <a:off x="0" y="0"/>
          <a:ext cx="0" cy="0"/>
          <a:chOff x="0" y="0"/>
          <a:chExt cx="0" cy="0"/>
        </a:xfrm>
      </p:grpSpPr>
      <p:sp>
        <p:nvSpPr>
          <p:cNvPr id="1156" name="Google Shape;1156;p12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2800"/>
              <a:buFont typeface="Arial"/>
              <a:buNone/>
            </a:pPr>
            <a:r>
              <a:rPr b="1" i="0" lang="en-US" sz="2800" u="none">
                <a:solidFill>
                  <a:schemeClr val="dk2"/>
                </a:solidFill>
                <a:latin typeface="Arial"/>
                <a:ea typeface="Arial"/>
                <a:cs typeface="Arial"/>
                <a:sym typeface="Arial"/>
              </a:rPr>
              <a:t>KNOWLEDGE MEASUREMENT TECHNIQUES</a:t>
            </a:r>
            <a:r>
              <a:rPr b="0" i="0" lang="en-US" sz="4000" u="none">
                <a:solidFill>
                  <a:schemeClr val="dk2"/>
                </a:solidFill>
                <a:latin typeface="Arial"/>
                <a:ea typeface="Arial"/>
                <a:cs typeface="Arial"/>
                <a:sym typeface="Arial"/>
              </a:rPr>
              <a:t> </a:t>
            </a:r>
            <a:endParaRPr/>
          </a:p>
        </p:txBody>
      </p:sp>
      <p:sp>
        <p:nvSpPr>
          <p:cNvPr id="1157" name="Google Shape;1157;p120"/>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Intangible asset measurement</a:t>
            </a:r>
            <a:endParaRPr/>
          </a:p>
          <a:p>
            <a:pPr indent="-139700" lvl="0" marL="342900" marR="0" rtl="0" algn="l">
              <a:lnSpc>
                <a:spcPct val="100000"/>
              </a:lnSpc>
              <a:spcBef>
                <a:spcPts val="64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a:p>
            <a:pPr indent="-342900" lvl="0" marL="342900" marR="0" rtl="0" algn="l">
              <a:lnSpc>
                <a:spcPct val="100000"/>
              </a:lnSpc>
              <a:spcBef>
                <a:spcPts val="64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Intangible assets monitor</a:t>
            </a:r>
            <a:endParaRPr/>
          </a:p>
          <a:p>
            <a:pPr indent="-139700" lvl="0" marL="342900" marR="0" rtl="0" algn="l">
              <a:lnSpc>
                <a:spcPct val="100000"/>
              </a:lnSpc>
              <a:spcBef>
                <a:spcPts val="64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a:p>
            <a:pPr indent="-342900" lvl="0" marL="342900" marR="0" rtl="0" algn="l">
              <a:lnSpc>
                <a:spcPct val="100000"/>
              </a:lnSpc>
              <a:spcBef>
                <a:spcPts val="64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IC Rating</a:t>
            </a:r>
            <a:endParaRPr/>
          </a:p>
          <a:p>
            <a:pPr indent="-139700" lvl="0" marL="342900" marR="0" rtl="0" algn="l">
              <a:lnSpc>
                <a:spcPct val="100000"/>
              </a:lnSpc>
              <a:spcBef>
                <a:spcPts val="64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a:p>
            <a:pPr indent="-342900" lvl="0" marL="342900" marR="0" rtl="0" algn="l">
              <a:lnSpc>
                <a:spcPct val="100000"/>
              </a:lnSpc>
              <a:spcBef>
                <a:spcPts val="64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Balanced Scorecard</a:t>
            </a:r>
            <a:r>
              <a:rPr b="0" i="0" lang="en-US" sz="3200" u="none">
                <a:solidFill>
                  <a:schemeClr val="dk1"/>
                </a:solidFill>
                <a:latin typeface="Arial"/>
                <a:ea typeface="Arial"/>
                <a:cs typeface="Arial"/>
                <a:sym typeface="Arial"/>
              </a:rPr>
              <a:t> </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61" name="Shape 1161"/>
        <p:cNvGrpSpPr/>
        <p:nvPr/>
      </p:nvGrpSpPr>
      <p:grpSpPr>
        <a:xfrm>
          <a:off x="0" y="0"/>
          <a:ext cx="0" cy="0"/>
          <a:chOff x="0" y="0"/>
          <a:chExt cx="0" cy="0"/>
        </a:xfrm>
      </p:grpSpPr>
      <p:sp>
        <p:nvSpPr>
          <p:cNvPr id="1162" name="Google Shape;1162;p12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1" i="0" lang="en-US" sz="4400" u="none">
                <a:solidFill>
                  <a:schemeClr val="dk2"/>
                </a:solidFill>
                <a:latin typeface="Arial"/>
                <a:ea typeface="Arial"/>
                <a:cs typeface="Arial"/>
                <a:sym typeface="Arial"/>
              </a:rPr>
              <a:t>What is Balanced Scorecard?</a:t>
            </a:r>
            <a:endParaRPr/>
          </a:p>
        </p:txBody>
      </p:sp>
      <p:sp>
        <p:nvSpPr>
          <p:cNvPr id="1163" name="Google Shape;1163;p121"/>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It is a performance measurement system that incorporates a balanced set of measures, both financial and non-financial. It adds customer, internal processes and innovation and learning indicators to financial ones to provide a more balanced view. </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67" name="Shape 1167"/>
        <p:cNvGrpSpPr/>
        <p:nvPr/>
      </p:nvGrpSpPr>
      <p:grpSpPr>
        <a:xfrm>
          <a:off x="0" y="0"/>
          <a:ext cx="0" cy="0"/>
          <a:chOff x="0" y="0"/>
          <a:chExt cx="0" cy="0"/>
        </a:xfrm>
      </p:grpSpPr>
      <p:sp>
        <p:nvSpPr>
          <p:cNvPr id="1168" name="Google Shape;1168;p122"/>
          <p:cNvSpPr txBox="1"/>
          <p:nvPr>
            <p:ph type="title"/>
          </p:nvPr>
        </p:nvSpPr>
        <p:spPr>
          <a:xfrm>
            <a:off x="457200" y="274637"/>
            <a:ext cx="8229600" cy="792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Arial"/>
              <a:buNone/>
            </a:pPr>
            <a:r>
              <a:rPr b="1" i="0" lang="en-US" sz="3600" u="none">
                <a:solidFill>
                  <a:schemeClr val="dk2"/>
                </a:solidFill>
                <a:latin typeface="Arial"/>
                <a:ea typeface="Arial"/>
                <a:cs typeface="Arial"/>
                <a:sym typeface="Arial"/>
              </a:rPr>
              <a:t>WHAT IS KNOWLEDGE AUDIT?</a:t>
            </a:r>
            <a:endParaRPr/>
          </a:p>
        </p:txBody>
      </p:sp>
      <p:sp>
        <p:nvSpPr>
          <p:cNvPr id="1169" name="Google Shape;1169;p122"/>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1" lang="en-US" sz="3200" u="none">
                <a:solidFill>
                  <a:schemeClr val="dk1"/>
                </a:solidFill>
                <a:latin typeface="Arial"/>
                <a:ea typeface="Arial"/>
                <a:cs typeface="Arial"/>
                <a:sym typeface="Arial"/>
              </a:rPr>
              <a:t>Knowledge audit</a:t>
            </a:r>
            <a:r>
              <a:rPr b="0" i="0" lang="en-US" sz="3200" u="none">
                <a:solidFill>
                  <a:schemeClr val="dk1"/>
                </a:solidFill>
                <a:latin typeface="Arial"/>
                <a:ea typeface="Arial"/>
                <a:cs typeface="Arial"/>
                <a:sym typeface="Arial"/>
              </a:rPr>
              <a:t> is a systematic examination and evaluation of organizational knowledge health, which examines organization’s knowledge needs, existing knowledge assets/resources, knowledge flows, future knowledge needs, knowledge gap analysis as well as the behavior of people in sharing and creating knowledge.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73" name="Shape 1173"/>
        <p:cNvGrpSpPr/>
        <p:nvPr/>
      </p:nvGrpSpPr>
      <p:grpSpPr>
        <a:xfrm>
          <a:off x="0" y="0"/>
          <a:ext cx="0" cy="0"/>
          <a:chOff x="0" y="0"/>
          <a:chExt cx="0" cy="0"/>
        </a:xfrm>
      </p:grpSpPr>
      <p:sp>
        <p:nvSpPr>
          <p:cNvPr id="1174" name="Google Shape;1174;p123"/>
          <p:cNvSpPr txBox="1"/>
          <p:nvPr>
            <p:ph type="title"/>
          </p:nvPr>
        </p:nvSpPr>
        <p:spPr>
          <a:xfrm>
            <a:off x="457200" y="292100"/>
            <a:ext cx="8229600" cy="138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ahoma"/>
              <a:buNone/>
            </a:pPr>
            <a:r>
              <a:rPr b="1" i="0" lang="en-US" sz="4400" u="none">
                <a:solidFill>
                  <a:schemeClr val="dk2"/>
                </a:solidFill>
                <a:latin typeface="Tahoma"/>
                <a:ea typeface="Tahoma"/>
                <a:cs typeface="Tahoma"/>
                <a:sym typeface="Tahoma"/>
              </a:rPr>
              <a:t>Definition of Knowledge Audit</a:t>
            </a:r>
            <a:endParaRPr/>
          </a:p>
        </p:txBody>
      </p:sp>
      <p:sp>
        <p:nvSpPr>
          <p:cNvPr id="1175" name="Google Shape;1175;p123"/>
          <p:cNvSpPr txBox="1"/>
          <p:nvPr>
            <p:ph idx="1" type="body"/>
          </p:nvPr>
        </p:nvSpPr>
        <p:spPr>
          <a:xfrm>
            <a:off x="457200" y="1905000"/>
            <a:ext cx="82296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3840"/>
              <a:buFont typeface="Tahoma"/>
              <a:buChar char="•"/>
            </a:pPr>
            <a:r>
              <a:rPr b="0" i="0" lang="en-US" sz="3200" u="none" cap="none" strike="noStrike">
                <a:solidFill>
                  <a:schemeClr val="dk1"/>
                </a:solidFill>
                <a:latin typeface="Tahoma"/>
                <a:ea typeface="Tahoma"/>
                <a:cs typeface="Tahoma"/>
                <a:sym typeface="Tahoma"/>
              </a:rPr>
              <a:t>The systematic analysis of an organization's information and knowledge entities and their key attributes, such as ownership, usage and flows, mapped against user and organizational knowledge needs. The terms information audit, knowledge audit, knowledge inventory and </a:t>
            </a:r>
            <a:r>
              <a:rPr b="0" i="1" lang="en-US" sz="3200" u="none" cap="none" strike="noStrike">
                <a:solidFill>
                  <a:schemeClr val="dk1"/>
                </a:solidFill>
                <a:latin typeface="Tahoma"/>
                <a:ea typeface="Tahoma"/>
                <a:cs typeface="Tahoma"/>
                <a:sym typeface="Tahoma"/>
              </a:rPr>
              <a:t>knowledge mapping</a:t>
            </a:r>
            <a:r>
              <a:rPr b="0" i="0" lang="en-US" sz="3200" u="none" cap="none" strike="noStrike">
                <a:solidFill>
                  <a:schemeClr val="dk1"/>
                </a:solidFill>
                <a:latin typeface="Tahoma"/>
                <a:ea typeface="Tahoma"/>
                <a:cs typeface="Tahoma"/>
                <a:sym typeface="Tahoma"/>
              </a:rPr>
              <a:t> are often used synonymously.</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79" name="Shape 1179"/>
        <p:cNvGrpSpPr/>
        <p:nvPr/>
      </p:nvGrpSpPr>
      <p:grpSpPr>
        <a:xfrm>
          <a:off x="0" y="0"/>
          <a:ext cx="0" cy="0"/>
          <a:chOff x="0" y="0"/>
          <a:chExt cx="0" cy="0"/>
        </a:xfrm>
      </p:grpSpPr>
      <p:sp>
        <p:nvSpPr>
          <p:cNvPr id="1180" name="Google Shape;1180;p124"/>
          <p:cNvSpPr txBox="1"/>
          <p:nvPr>
            <p:ph type="title"/>
          </p:nvPr>
        </p:nvSpPr>
        <p:spPr>
          <a:xfrm>
            <a:off x="457200" y="274637"/>
            <a:ext cx="8229600" cy="6399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Garamond"/>
              <a:buNone/>
            </a:pPr>
            <a:r>
              <a:rPr b="0" i="0" lang="en-US" sz="3600" u="none">
                <a:solidFill>
                  <a:schemeClr val="dk2"/>
                </a:solidFill>
                <a:latin typeface="Garamond"/>
                <a:ea typeface="Garamond"/>
                <a:cs typeface="Garamond"/>
                <a:sym typeface="Garamond"/>
              </a:rPr>
              <a:t>Tasks in Knowledge Audit</a:t>
            </a:r>
            <a:endParaRPr/>
          </a:p>
        </p:txBody>
      </p:sp>
      <p:sp>
        <p:nvSpPr>
          <p:cNvPr id="1181" name="Google Shape;1181;p124"/>
          <p:cNvSpPr txBox="1"/>
          <p:nvPr>
            <p:ph idx="1" type="body"/>
          </p:nvPr>
        </p:nvSpPr>
        <p:spPr>
          <a:xfrm>
            <a:off x="0" y="1600200"/>
            <a:ext cx="91440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240"/>
              <a:buFont typeface="Noto Sans Symbols"/>
              <a:buNone/>
            </a:pPr>
            <a:r>
              <a:rPr b="0" i="1" lang="en-US" sz="3200" u="none" cap="none" strike="noStrike">
                <a:solidFill>
                  <a:schemeClr val="dk1"/>
                </a:solidFill>
                <a:latin typeface="Garamond"/>
                <a:ea typeface="Garamond"/>
                <a:cs typeface="Garamond"/>
                <a:sym typeface="Garamond"/>
              </a:rPr>
              <a:t>1. Create a data, information and knowledge systems database</a:t>
            </a:r>
            <a:r>
              <a:rPr b="0" i="0" lang="en-US" sz="3200" u="none" cap="none" strike="noStrike">
                <a:solidFill>
                  <a:schemeClr val="dk1"/>
                </a:solidFill>
                <a:latin typeface="Garamond"/>
                <a:ea typeface="Garamond"/>
                <a:cs typeface="Garamond"/>
                <a:sym typeface="Garamond"/>
              </a:rPr>
              <a:t> </a:t>
            </a:r>
            <a:endParaRPr/>
          </a:p>
          <a:p>
            <a:pPr indent="-342900" lvl="0" marL="342900" marR="0" rtl="0" algn="l">
              <a:lnSpc>
                <a:spcPct val="100000"/>
              </a:lnSpc>
              <a:spcBef>
                <a:spcPts val="640"/>
              </a:spcBef>
              <a:spcAft>
                <a:spcPts val="0"/>
              </a:spcAft>
              <a:buClr>
                <a:schemeClr val="hlink"/>
              </a:buClr>
              <a:buSzPts val="2240"/>
              <a:buFont typeface="Noto Sans Symbols"/>
              <a:buNone/>
            </a:pPr>
            <a:r>
              <a:rPr b="0" i="1" lang="en-US" sz="3200" u="none" cap="none" strike="noStrike">
                <a:solidFill>
                  <a:schemeClr val="dk1"/>
                </a:solidFill>
                <a:latin typeface="Garamond"/>
                <a:ea typeface="Garamond"/>
                <a:cs typeface="Garamond"/>
                <a:sym typeface="Garamond"/>
              </a:rPr>
              <a:t>2. Identify areas of organizational quick gain</a:t>
            </a:r>
            <a:r>
              <a:rPr b="0" i="0" lang="en-US" sz="3200" u="none" cap="none" strike="noStrike">
                <a:solidFill>
                  <a:schemeClr val="dk1"/>
                </a:solidFill>
                <a:latin typeface="Garamond"/>
                <a:ea typeface="Garamond"/>
                <a:cs typeface="Garamond"/>
                <a:sym typeface="Garamond"/>
              </a:rPr>
              <a:t> </a:t>
            </a:r>
            <a:endParaRPr/>
          </a:p>
          <a:p>
            <a:pPr indent="-342900" lvl="0" marL="342900" marR="0" rtl="0" algn="l">
              <a:lnSpc>
                <a:spcPct val="100000"/>
              </a:lnSpc>
              <a:spcBef>
                <a:spcPts val="640"/>
              </a:spcBef>
              <a:spcAft>
                <a:spcPts val="0"/>
              </a:spcAft>
              <a:buClr>
                <a:schemeClr val="hlink"/>
              </a:buClr>
              <a:buSzPts val="2240"/>
              <a:buFont typeface="Noto Sans Symbols"/>
              <a:buNone/>
            </a:pPr>
            <a:r>
              <a:rPr b="0" i="1" lang="en-US" sz="3200" u="none" cap="none" strike="noStrike">
                <a:solidFill>
                  <a:schemeClr val="dk1"/>
                </a:solidFill>
                <a:latin typeface="Garamond"/>
                <a:ea typeface="Garamond"/>
                <a:cs typeface="Garamond"/>
                <a:sym typeface="Garamond"/>
              </a:rPr>
              <a:t>3. Perform process mapping</a:t>
            </a:r>
            <a:r>
              <a:rPr b="0" i="0" lang="en-US" sz="3200" u="none" cap="none" strike="noStrike">
                <a:solidFill>
                  <a:schemeClr val="dk1"/>
                </a:solidFill>
                <a:latin typeface="Garamond"/>
                <a:ea typeface="Garamond"/>
                <a:cs typeface="Garamond"/>
                <a:sym typeface="Garamond"/>
              </a:rPr>
              <a:t> </a:t>
            </a:r>
            <a:endParaRPr/>
          </a:p>
          <a:p>
            <a:pPr indent="-342900" lvl="0" marL="342900" marR="0" rtl="0" algn="l">
              <a:lnSpc>
                <a:spcPct val="100000"/>
              </a:lnSpc>
              <a:spcBef>
                <a:spcPts val="640"/>
              </a:spcBef>
              <a:spcAft>
                <a:spcPts val="0"/>
              </a:spcAft>
              <a:buClr>
                <a:schemeClr val="hlink"/>
              </a:buClr>
              <a:buSzPts val="2240"/>
              <a:buFont typeface="Noto Sans Symbols"/>
              <a:buNone/>
            </a:pPr>
            <a:r>
              <a:rPr b="0" i="1" lang="en-US" sz="3200" u="none" cap="none" strike="noStrike">
                <a:solidFill>
                  <a:schemeClr val="dk1"/>
                </a:solidFill>
                <a:latin typeface="Garamond"/>
                <a:ea typeface="Garamond"/>
                <a:cs typeface="Garamond"/>
                <a:sym typeface="Garamond"/>
              </a:rPr>
              <a:t>4. Organize focus groups</a:t>
            </a:r>
            <a:r>
              <a:rPr b="0" i="0" lang="en-US" sz="3200" u="none" cap="none" strike="noStrike">
                <a:solidFill>
                  <a:schemeClr val="dk1"/>
                </a:solidFill>
                <a:latin typeface="Garamond"/>
                <a:ea typeface="Garamond"/>
                <a:cs typeface="Garamond"/>
                <a:sym typeface="Garamond"/>
              </a:rPr>
              <a:t> </a:t>
            </a:r>
            <a:endParaRPr/>
          </a:p>
          <a:p>
            <a:pPr indent="-342900" lvl="0" marL="342900" marR="0" rtl="0" algn="l">
              <a:lnSpc>
                <a:spcPct val="100000"/>
              </a:lnSpc>
              <a:spcBef>
                <a:spcPts val="640"/>
              </a:spcBef>
              <a:spcAft>
                <a:spcPts val="0"/>
              </a:spcAft>
              <a:buClr>
                <a:schemeClr val="hlink"/>
              </a:buClr>
              <a:buSzPts val="2240"/>
              <a:buFont typeface="Noto Sans Symbols"/>
              <a:buNone/>
            </a:pPr>
            <a:r>
              <a:rPr b="0" i="1" lang="en-US" sz="3200" u="none" cap="none" strike="noStrike">
                <a:solidFill>
                  <a:schemeClr val="dk1"/>
                </a:solidFill>
                <a:latin typeface="Garamond"/>
                <a:ea typeface="Garamond"/>
                <a:cs typeface="Garamond"/>
                <a:sym typeface="Garamond"/>
              </a:rPr>
              <a:t>5. Design and pilot knowledge needs survey</a:t>
            </a:r>
            <a:r>
              <a:rPr b="0" i="0" lang="en-US" sz="3200" u="none" cap="none" strike="noStrike">
                <a:solidFill>
                  <a:schemeClr val="dk1"/>
                </a:solidFill>
                <a:latin typeface="Garamond"/>
                <a:ea typeface="Garamond"/>
                <a:cs typeface="Garamond"/>
                <a:sym typeface="Garamond"/>
              </a:rPr>
              <a:t> </a:t>
            </a:r>
            <a:endParaRPr/>
          </a:p>
          <a:p>
            <a:pPr indent="-342900" lvl="0" marL="342900" marR="0" rtl="0" algn="l">
              <a:lnSpc>
                <a:spcPct val="100000"/>
              </a:lnSpc>
              <a:spcBef>
                <a:spcPts val="640"/>
              </a:spcBef>
              <a:spcAft>
                <a:spcPts val="0"/>
              </a:spcAft>
              <a:buClr>
                <a:schemeClr val="hlink"/>
              </a:buClr>
              <a:buSzPts val="2240"/>
              <a:buFont typeface="Noto Sans Symbols"/>
              <a:buNone/>
            </a:pPr>
            <a:r>
              <a:rPr b="0" i="1" lang="en-US" sz="3200" u="none" cap="none" strike="noStrike">
                <a:solidFill>
                  <a:schemeClr val="dk1"/>
                </a:solidFill>
                <a:latin typeface="Garamond"/>
                <a:ea typeface="Garamond"/>
                <a:cs typeface="Garamond"/>
                <a:sym typeface="Garamond"/>
              </a:rPr>
              <a:t>6. Organize feedback session</a:t>
            </a:r>
            <a:r>
              <a:rPr b="0" i="0" lang="en-US" sz="3200" u="none" cap="none" strike="noStrike">
                <a:solidFill>
                  <a:schemeClr val="dk1"/>
                </a:solidFill>
                <a:latin typeface="Garamond"/>
                <a:ea typeface="Garamond"/>
                <a:cs typeface="Garamond"/>
                <a:sym typeface="Garamond"/>
              </a:rPr>
              <a:t> </a:t>
            </a:r>
            <a:endParaRPr/>
          </a:p>
          <a:p>
            <a:pPr indent="-342900" lvl="0" marL="342900" marR="0" rtl="0" algn="l">
              <a:lnSpc>
                <a:spcPct val="100000"/>
              </a:lnSpc>
              <a:spcBef>
                <a:spcPts val="640"/>
              </a:spcBef>
              <a:spcAft>
                <a:spcPts val="0"/>
              </a:spcAft>
              <a:buClr>
                <a:schemeClr val="hlink"/>
              </a:buClr>
              <a:buSzPts val="2240"/>
              <a:buFont typeface="Noto Sans Symbols"/>
              <a:buNone/>
            </a:pPr>
            <a:r>
              <a:rPr b="0" i="1" lang="en-US" sz="3200" u="none" cap="none" strike="noStrike">
                <a:solidFill>
                  <a:schemeClr val="dk1"/>
                </a:solidFill>
                <a:latin typeface="Garamond"/>
                <a:ea typeface="Garamond"/>
                <a:cs typeface="Garamond"/>
                <a:sym typeface="Garamond"/>
              </a:rPr>
              <a:t>7. Draft strategy</a:t>
            </a:r>
            <a:r>
              <a:rPr b="0" i="0" lang="en-US" sz="3200" u="none" cap="none" strike="noStrike">
                <a:solidFill>
                  <a:schemeClr val="dk1"/>
                </a:solidFill>
                <a:latin typeface="Garamond"/>
                <a:ea typeface="Garamond"/>
                <a:cs typeface="Garamond"/>
                <a:sym typeface="Garamond"/>
              </a:rPr>
              <a:t> </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0236B"/>
            </a:gs>
            <a:gs pos="100000">
              <a:schemeClr val="lt1"/>
            </a:gs>
          </a:gsLst>
          <a:lin ang="5400012" scaled="0"/>
        </a:gradFill>
      </p:bgPr>
    </p:bg>
    <p:spTree>
      <p:nvGrpSpPr>
        <p:cNvPr id="1185" name="Shape 1185"/>
        <p:cNvGrpSpPr/>
        <p:nvPr/>
      </p:nvGrpSpPr>
      <p:grpSpPr>
        <a:xfrm>
          <a:off x="0" y="0"/>
          <a:ext cx="0" cy="0"/>
          <a:chOff x="0" y="0"/>
          <a:chExt cx="0" cy="0"/>
        </a:xfrm>
      </p:grpSpPr>
      <p:sp>
        <p:nvSpPr>
          <p:cNvPr id="1186" name="Google Shape;1186;p125"/>
          <p:cNvSpPr txBox="1"/>
          <p:nvPr>
            <p:ph type="title"/>
          </p:nvPr>
        </p:nvSpPr>
        <p:spPr>
          <a:xfrm>
            <a:off x="457200" y="2286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Arial"/>
              <a:buNone/>
            </a:pPr>
            <a:r>
              <a:rPr b="1" i="0" lang="en-US" sz="3600" u="none">
                <a:solidFill>
                  <a:schemeClr val="dk2"/>
                </a:solidFill>
                <a:latin typeface="Arial"/>
                <a:ea typeface="Arial"/>
                <a:cs typeface="Arial"/>
                <a:sym typeface="Arial"/>
              </a:rPr>
              <a:t>Components of a Knowledge Audit</a:t>
            </a:r>
            <a:r>
              <a:rPr b="0" i="0" lang="en-US" sz="4000" u="none">
                <a:solidFill>
                  <a:schemeClr val="dk2"/>
                </a:solidFill>
                <a:latin typeface="Arial"/>
                <a:ea typeface="Arial"/>
                <a:cs typeface="Arial"/>
                <a:sym typeface="Arial"/>
              </a:rPr>
              <a:t> </a:t>
            </a:r>
            <a:endParaRPr/>
          </a:p>
        </p:txBody>
      </p:sp>
      <p:sp>
        <p:nvSpPr>
          <p:cNvPr id="1187" name="Google Shape;1187;p125"/>
          <p:cNvSpPr txBox="1"/>
          <p:nvPr>
            <p:ph idx="1" type="body"/>
          </p:nvPr>
        </p:nvSpPr>
        <p:spPr>
          <a:xfrm>
            <a:off x="457200" y="2281237"/>
            <a:ext cx="8229600" cy="38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3200"/>
              <a:buFont typeface="Arial"/>
              <a:buChar char="•"/>
            </a:pPr>
            <a:r>
              <a:rPr b="0" i="0" lang="en-US" sz="3200" u="none" cap="none" strike="noStrike">
                <a:solidFill>
                  <a:schemeClr val="dk1"/>
                </a:solidFill>
                <a:latin typeface="Arial"/>
                <a:ea typeface="Arial"/>
                <a:cs typeface="Arial"/>
                <a:sym typeface="Arial"/>
              </a:rPr>
              <a:t>Knowledge need analysis</a:t>
            </a:r>
            <a:endParaRPr/>
          </a:p>
          <a:p>
            <a:pPr indent="-342900" lvl="0" marL="342900" marR="0" rtl="0" algn="l">
              <a:lnSpc>
                <a:spcPct val="100000"/>
              </a:lnSpc>
              <a:spcBef>
                <a:spcPts val="640"/>
              </a:spcBef>
              <a:spcAft>
                <a:spcPts val="0"/>
              </a:spcAft>
              <a:buClr>
                <a:schemeClr val="dk2"/>
              </a:buClr>
              <a:buSzPts val="3200"/>
              <a:buFont typeface="Arial"/>
              <a:buChar char="•"/>
            </a:pPr>
            <a:r>
              <a:rPr b="0" i="0" lang="en-US" sz="3200" u="none" cap="none" strike="noStrike">
                <a:solidFill>
                  <a:schemeClr val="dk1"/>
                </a:solidFill>
                <a:latin typeface="Arial"/>
                <a:ea typeface="Arial"/>
                <a:cs typeface="Arial"/>
                <a:sym typeface="Arial"/>
              </a:rPr>
              <a:t>Knowledge inventory analysis</a:t>
            </a:r>
            <a:endParaRPr/>
          </a:p>
          <a:p>
            <a:pPr indent="-342900" lvl="0" marL="342900" marR="0" rtl="0" algn="l">
              <a:lnSpc>
                <a:spcPct val="100000"/>
              </a:lnSpc>
              <a:spcBef>
                <a:spcPts val="640"/>
              </a:spcBef>
              <a:spcAft>
                <a:spcPts val="0"/>
              </a:spcAft>
              <a:buClr>
                <a:schemeClr val="dk2"/>
              </a:buClr>
              <a:buSzPts val="3200"/>
              <a:buFont typeface="Arial"/>
              <a:buChar char="•"/>
            </a:pPr>
            <a:r>
              <a:rPr b="0" i="0" lang="en-US" sz="3200" u="none" cap="none" strike="noStrike">
                <a:solidFill>
                  <a:schemeClr val="dk1"/>
                </a:solidFill>
                <a:latin typeface="Arial"/>
                <a:ea typeface="Arial"/>
                <a:cs typeface="Arial"/>
                <a:sym typeface="Arial"/>
              </a:rPr>
              <a:t>Knowledge Flow analysis</a:t>
            </a:r>
            <a:endParaRPr/>
          </a:p>
          <a:p>
            <a:pPr indent="-342900" lvl="0" marL="342900" marR="0" rtl="0" algn="l">
              <a:lnSpc>
                <a:spcPct val="100000"/>
              </a:lnSpc>
              <a:spcBef>
                <a:spcPts val="640"/>
              </a:spcBef>
              <a:spcAft>
                <a:spcPts val="0"/>
              </a:spcAft>
              <a:buClr>
                <a:schemeClr val="dk2"/>
              </a:buClr>
              <a:buSzPts val="3200"/>
              <a:buFont typeface="Arial"/>
              <a:buChar char="•"/>
            </a:pPr>
            <a:r>
              <a:rPr b="0" i="0" lang="en-US" sz="3200" u="none" cap="none" strike="noStrike">
                <a:solidFill>
                  <a:schemeClr val="dk1"/>
                </a:solidFill>
                <a:latin typeface="Arial"/>
                <a:ea typeface="Arial"/>
                <a:cs typeface="Arial"/>
                <a:sym typeface="Arial"/>
              </a:rPr>
              <a:t>Knowledge mapping </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chemeClr val="accent2"/>
            </a:gs>
          </a:gsLst>
          <a:lin ang="5400012" scaled="0"/>
        </a:gradFill>
      </p:bgPr>
    </p:bg>
    <p:spTree>
      <p:nvGrpSpPr>
        <p:cNvPr id="1191" name="Shape 1191"/>
        <p:cNvGrpSpPr/>
        <p:nvPr/>
      </p:nvGrpSpPr>
      <p:grpSpPr>
        <a:xfrm>
          <a:off x="0" y="0"/>
          <a:ext cx="0" cy="0"/>
          <a:chOff x="0" y="0"/>
          <a:chExt cx="0" cy="0"/>
        </a:xfrm>
      </p:grpSpPr>
      <p:sp>
        <p:nvSpPr>
          <p:cNvPr id="1192" name="Google Shape;1192;p126"/>
          <p:cNvSpPr txBox="1"/>
          <p:nvPr>
            <p:ph type="title"/>
          </p:nvPr>
        </p:nvSpPr>
        <p:spPr>
          <a:xfrm>
            <a:off x="457200" y="244475"/>
            <a:ext cx="8385300" cy="706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2000"/>
              <a:buFont typeface="Arial Black"/>
              <a:buNone/>
            </a:pPr>
            <a:r>
              <a:rPr b="0" i="0" lang="en-US" sz="2000" u="none">
                <a:solidFill>
                  <a:schemeClr val="dk2"/>
                </a:solidFill>
                <a:latin typeface="Arial Black"/>
                <a:ea typeface="Arial Black"/>
                <a:cs typeface="Arial Black"/>
                <a:sym typeface="Arial Black"/>
              </a:rPr>
              <a:t>Classification of knowledge professionals based on skills</a:t>
            </a:r>
            <a:r>
              <a:rPr b="1" i="0" lang="en-US" sz="4000" u="none">
                <a:solidFill>
                  <a:schemeClr val="dk2"/>
                </a:solidFill>
                <a:latin typeface="Arial Black"/>
                <a:ea typeface="Arial Black"/>
                <a:cs typeface="Arial Black"/>
                <a:sym typeface="Arial Black"/>
              </a:rPr>
              <a:t>  </a:t>
            </a:r>
            <a:endParaRPr/>
          </a:p>
        </p:txBody>
      </p:sp>
      <p:sp>
        <p:nvSpPr>
          <p:cNvPr id="1193" name="Google Shape;1193;p126"/>
          <p:cNvSpPr txBox="1"/>
          <p:nvPr>
            <p:ph idx="1" type="body"/>
          </p:nvPr>
        </p:nvSpPr>
        <p:spPr>
          <a:xfrm>
            <a:off x="0" y="1066800"/>
            <a:ext cx="9144000" cy="5791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2800"/>
              <a:buFont typeface="Noto Sans Symbols"/>
              <a:buChar char="▪"/>
            </a:pPr>
            <a:r>
              <a:rPr b="1" i="1" lang="en-US" sz="2800" u="none" cap="none" strike="noStrike">
                <a:solidFill>
                  <a:schemeClr val="dk1"/>
                </a:solidFill>
                <a:latin typeface="Arial"/>
                <a:ea typeface="Arial"/>
                <a:cs typeface="Arial"/>
                <a:sym typeface="Arial"/>
              </a:rPr>
              <a:t>Knowledge and Innovation Professionals</a:t>
            </a:r>
            <a:endParaRPr/>
          </a:p>
          <a:p>
            <a:pPr indent="-342900" lvl="0" marL="342900" marR="0" rtl="0" algn="l">
              <a:lnSpc>
                <a:spcPct val="90000"/>
              </a:lnSpc>
              <a:spcBef>
                <a:spcPts val="560"/>
              </a:spcBef>
              <a:spcAft>
                <a:spcPts val="0"/>
              </a:spcAft>
              <a:buClr>
                <a:schemeClr val="hlink"/>
              </a:buClr>
              <a:buSzPts val="2800"/>
              <a:buFont typeface="Noto Sans Symbols"/>
              <a:buChar char="▪"/>
            </a:pPr>
            <a:r>
              <a:rPr b="1" i="1" lang="en-US" sz="2800" u="none" cap="none" strike="noStrike">
                <a:solidFill>
                  <a:schemeClr val="dk1"/>
                </a:solidFill>
                <a:latin typeface="Arial"/>
                <a:ea typeface="Arial"/>
                <a:cs typeface="Arial"/>
                <a:sym typeface="Arial"/>
              </a:rPr>
              <a:t>Knowledge Management Professionals</a:t>
            </a:r>
            <a:endParaRPr/>
          </a:p>
          <a:p>
            <a:pPr indent="-342900" lvl="0" marL="342900" marR="0" rtl="0" algn="l">
              <a:lnSpc>
                <a:spcPct val="90000"/>
              </a:lnSpc>
              <a:spcBef>
                <a:spcPts val="560"/>
              </a:spcBef>
              <a:spcAft>
                <a:spcPts val="0"/>
              </a:spcAft>
              <a:buClr>
                <a:schemeClr val="hlink"/>
              </a:buClr>
              <a:buSzPts val="2800"/>
              <a:buFont typeface="Noto Sans Symbols"/>
              <a:buChar char="▪"/>
            </a:pPr>
            <a:r>
              <a:rPr b="1" i="1" lang="en-US" sz="2800" u="none" cap="none" strike="noStrike">
                <a:solidFill>
                  <a:schemeClr val="dk1"/>
                </a:solidFill>
                <a:latin typeface="Arial"/>
                <a:ea typeface="Arial"/>
                <a:cs typeface="Arial"/>
                <a:sym typeface="Arial"/>
              </a:rPr>
              <a:t>Knowledge Catalogers, Researchers and media Specialists</a:t>
            </a:r>
            <a:endParaRPr/>
          </a:p>
          <a:p>
            <a:pPr indent="-342900" lvl="0" marL="342900" marR="0" rtl="0" algn="l">
              <a:lnSpc>
                <a:spcPct val="90000"/>
              </a:lnSpc>
              <a:spcBef>
                <a:spcPts val="560"/>
              </a:spcBef>
              <a:spcAft>
                <a:spcPts val="0"/>
              </a:spcAft>
              <a:buClr>
                <a:schemeClr val="hlink"/>
              </a:buClr>
              <a:buSzPts val="2800"/>
              <a:buFont typeface="Noto Sans Symbols"/>
              <a:buChar char="▪"/>
            </a:pPr>
            <a:r>
              <a:rPr b="1" i="1" lang="en-US" sz="2800" u="none" cap="none" strike="noStrike">
                <a:solidFill>
                  <a:schemeClr val="dk1"/>
                </a:solidFill>
                <a:latin typeface="Arial"/>
                <a:ea typeface="Arial"/>
                <a:cs typeface="Arial"/>
                <a:sym typeface="Arial"/>
              </a:rPr>
              <a:t>Knowledge and Competitive Intelligence Professionals</a:t>
            </a:r>
            <a:endParaRPr/>
          </a:p>
          <a:p>
            <a:pPr indent="-342900" lvl="0" marL="342900" marR="0" rtl="0" algn="l">
              <a:lnSpc>
                <a:spcPct val="90000"/>
              </a:lnSpc>
              <a:spcBef>
                <a:spcPts val="560"/>
              </a:spcBef>
              <a:spcAft>
                <a:spcPts val="0"/>
              </a:spcAft>
              <a:buClr>
                <a:schemeClr val="hlink"/>
              </a:buClr>
              <a:buSzPts val="2800"/>
              <a:buFont typeface="Noto Sans Symbols"/>
              <a:buChar char="▪"/>
            </a:pPr>
            <a:r>
              <a:rPr b="1" i="1" lang="en-US" sz="2800" u="none" cap="none" strike="noStrike">
                <a:solidFill>
                  <a:schemeClr val="dk1"/>
                </a:solidFill>
                <a:latin typeface="Arial"/>
                <a:ea typeface="Arial"/>
                <a:cs typeface="Arial"/>
                <a:sym typeface="Arial"/>
              </a:rPr>
              <a:t>Knowledge and Strategic Integration Professionals</a:t>
            </a:r>
            <a:endParaRPr/>
          </a:p>
          <a:p>
            <a:pPr indent="-342900" lvl="0" marL="342900" marR="0" rtl="0" algn="l">
              <a:lnSpc>
                <a:spcPct val="90000"/>
              </a:lnSpc>
              <a:spcBef>
                <a:spcPts val="560"/>
              </a:spcBef>
              <a:spcAft>
                <a:spcPts val="0"/>
              </a:spcAft>
              <a:buClr>
                <a:schemeClr val="hlink"/>
              </a:buClr>
              <a:buSzPts val="2800"/>
              <a:buFont typeface="Noto Sans Symbols"/>
              <a:buChar char="▪"/>
            </a:pPr>
            <a:r>
              <a:rPr b="1" i="1" lang="en-US" sz="2800" u="none" cap="none" strike="noStrike">
                <a:solidFill>
                  <a:schemeClr val="dk1"/>
                </a:solidFill>
                <a:latin typeface="Arial"/>
                <a:ea typeface="Arial"/>
                <a:cs typeface="Arial"/>
                <a:sym typeface="Arial"/>
              </a:rPr>
              <a:t>Knowledge Academicians, Theorists and Visionaries</a:t>
            </a:r>
            <a:endParaRPr/>
          </a:p>
          <a:p>
            <a:pPr indent="-342900" lvl="0" marL="342900" marR="0" rtl="0" algn="l">
              <a:lnSpc>
                <a:spcPct val="90000"/>
              </a:lnSpc>
              <a:spcBef>
                <a:spcPts val="560"/>
              </a:spcBef>
              <a:spcAft>
                <a:spcPts val="0"/>
              </a:spcAft>
              <a:buClr>
                <a:schemeClr val="hlink"/>
              </a:buClr>
              <a:buSzPts val="2800"/>
              <a:buFont typeface="Noto Sans Symbols"/>
              <a:buChar char="▪"/>
            </a:pPr>
            <a:r>
              <a:rPr b="1" i="1" lang="en-US" sz="2800" u="none" cap="none" strike="noStrike">
                <a:solidFill>
                  <a:schemeClr val="dk1"/>
                </a:solidFill>
                <a:latin typeface="Arial"/>
                <a:ea typeface="Arial"/>
                <a:cs typeface="Arial"/>
                <a:sym typeface="Arial"/>
              </a:rPr>
              <a:t>Knowledge facilitators, trainers and Corporate Educators</a:t>
            </a:r>
            <a:endParaRPr/>
          </a:p>
          <a:p>
            <a:pPr indent="-342900" lvl="0" marL="342900" marR="0" rtl="0" algn="l">
              <a:lnSpc>
                <a:spcPct val="90000"/>
              </a:lnSpc>
              <a:spcBef>
                <a:spcPts val="560"/>
              </a:spcBef>
              <a:spcAft>
                <a:spcPts val="0"/>
              </a:spcAft>
              <a:buClr>
                <a:schemeClr val="hlink"/>
              </a:buClr>
              <a:buSzPts val="2800"/>
              <a:buFont typeface="Noto Sans Symbols"/>
              <a:buChar char="▪"/>
            </a:pPr>
            <a:r>
              <a:rPr b="1" i="1" lang="en-US" sz="2800" u="none" cap="none" strike="noStrike">
                <a:solidFill>
                  <a:schemeClr val="dk1"/>
                </a:solidFill>
                <a:latin typeface="Arial"/>
                <a:ea typeface="Arial"/>
                <a:cs typeface="Arial"/>
                <a:sym typeface="Arial"/>
              </a:rPr>
              <a:t>Knowledge and Expert Systems Professionals</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0236B"/>
            </a:gs>
            <a:gs pos="100000">
              <a:schemeClr val="lt1"/>
            </a:gs>
          </a:gsLst>
          <a:lin ang="5400012" scaled="0"/>
        </a:gradFill>
      </p:bgPr>
    </p:bg>
    <p:spTree>
      <p:nvGrpSpPr>
        <p:cNvPr id="1197" name="Shape 1197"/>
        <p:cNvGrpSpPr/>
        <p:nvPr/>
      </p:nvGrpSpPr>
      <p:grpSpPr>
        <a:xfrm>
          <a:off x="0" y="0"/>
          <a:ext cx="0" cy="0"/>
          <a:chOff x="0" y="0"/>
          <a:chExt cx="0" cy="0"/>
        </a:xfrm>
      </p:grpSpPr>
      <p:sp>
        <p:nvSpPr>
          <p:cNvPr id="1198" name="Google Shape;1198;p127"/>
          <p:cNvSpPr txBox="1"/>
          <p:nvPr>
            <p:ph type="title"/>
          </p:nvPr>
        </p:nvSpPr>
        <p:spPr>
          <a:xfrm>
            <a:off x="457200" y="2286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1" i="0" lang="en-US" sz="4400" u="none">
                <a:solidFill>
                  <a:schemeClr val="dk2"/>
                </a:solidFill>
                <a:latin typeface="Arial"/>
                <a:ea typeface="Arial"/>
                <a:cs typeface="Arial"/>
                <a:sym typeface="Arial"/>
              </a:rPr>
              <a:t>Who is a Knowledge Worker?</a:t>
            </a:r>
            <a:endParaRPr/>
          </a:p>
        </p:txBody>
      </p:sp>
      <p:sp>
        <p:nvSpPr>
          <p:cNvPr id="1199" name="Google Shape;1199;p127"/>
          <p:cNvSpPr txBox="1"/>
          <p:nvPr>
            <p:ph idx="1" type="body"/>
          </p:nvPr>
        </p:nvSpPr>
        <p:spPr>
          <a:xfrm>
            <a:off x="457200" y="2130425"/>
            <a:ext cx="8229600" cy="39657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3200"/>
              <a:buFont typeface="Arial"/>
              <a:buChar char="•"/>
            </a:pPr>
            <a:r>
              <a:rPr b="0" i="0" lang="en-US" sz="3200" u="none" cap="none" strike="noStrike">
                <a:solidFill>
                  <a:schemeClr val="dk1"/>
                </a:solidFill>
                <a:latin typeface="Arial"/>
                <a:ea typeface="Arial"/>
                <a:cs typeface="Arial"/>
                <a:sym typeface="Arial"/>
              </a:rPr>
              <a:t>An individual whose primary contribution is through the knowledge that they possess or process. This contrasts with workers whose work is predominantly manual or following highly specified procedures with little scope for individual thought.</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03" name="Shape 1203"/>
        <p:cNvGrpSpPr/>
        <p:nvPr/>
      </p:nvGrpSpPr>
      <p:grpSpPr>
        <a:xfrm>
          <a:off x="0" y="0"/>
          <a:ext cx="0" cy="0"/>
          <a:chOff x="0" y="0"/>
          <a:chExt cx="0" cy="0"/>
        </a:xfrm>
      </p:grpSpPr>
      <p:sp>
        <p:nvSpPr>
          <p:cNvPr id="1204" name="Google Shape;1204;p128"/>
          <p:cNvSpPr txBox="1"/>
          <p:nvPr>
            <p:ph type="title"/>
          </p:nvPr>
        </p:nvSpPr>
        <p:spPr>
          <a:xfrm>
            <a:off x="457200" y="381000"/>
            <a:ext cx="8229600" cy="768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2400"/>
              <a:buFont typeface="Tahoma"/>
              <a:buNone/>
            </a:pPr>
            <a:r>
              <a:rPr b="1" i="0" lang="en-US" sz="2400" u="none">
                <a:solidFill>
                  <a:schemeClr val="dk2"/>
                </a:solidFill>
                <a:latin typeface="Tahoma"/>
                <a:ea typeface="Tahoma"/>
                <a:cs typeface="Tahoma"/>
                <a:sym typeface="Tahoma"/>
              </a:rPr>
              <a:t>Career Opportunities in Knowledge Management</a:t>
            </a:r>
            <a:r>
              <a:rPr b="0" i="0" lang="en-US" sz="4000" u="none">
                <a:solidFill>
                  <a:schemeClr val="dk2"/>
                </a:solidFill>
                <a:latin typeface="Tahoma"/>
                <a:ea typeface="Tahoma"/>
                <a:cs typeface="Tahoma"/>
                <a:sym typeface="Tahoma"/>
              </a:rPr>
              <a:t> </a:t>
            </a:r>
            <a:endParaRPr/>
          </a:p>
        </p:txBody>
      </p:sp>
      <p:sp>
        <p:nvSpPr>
          <p:cNvPr id="1205" name="Google Shape;1205;p128"/>
          <p:cNvSpPr txBox="1"/>
          <p:nvPr>
            <p:ph idx="1" type="body"/>
          </p:nvPr>
        </p:nvSpPr>
        <p:spPr>
          <a:xfrm>
            <a:off x="457200" y="1066800"/>
            <a:ext cx="8229600" cy="5059500"/>
          </a:xfrm>
          <a:prstGeom prst="rect">
            <a:avLst/>
          </a:prstGeom>
          <a:noFill/>
          <a:ln>
            <a:noFill/>
          </a:ln>
        </p:spPr>
        <p:txBody>
          <a:bodyPr anchorCtr="0" anchor="t" bIns="45700" lIns="91425" spcFirstLastPara="1" rIns="91425" wrap="square" tIns="45700">
            <a:noAutofit/>
          </a:bodyPr>
          <a:lstStyle/>
          <a:p>
            <a:pPr indent="-342900" lvl="0" marL="342900" marR="0" rtl="0" algn="ctr">
              <a:lnSpc>
                <a:spcPct val="90000"/>
              </a:lnSpc>
              <a:spcBef>
                <a:spcPts val="0"/>
              </a:spcBef>
              <a:spcAft>
                <a:spcPts val="0"/>
              </a:spcAft>
              <a:buClr>
                <a:schemeClr val="hlink"/>
              </a:buClr>
              <a:buSzPts val="2080"/>
              <a:buFont typeface="Noto Sans Symbols"/>
              <a:buNone/>
            </a:pPr>
            <a:r>
              <a:rPr b="1" i="1" lang="en-US" sz="3200" u="sng" cap="none" strike="noStrike">
                <a:solidFill>
                  <a:schemeClr val="dk1"/>
                </a:solidFill>
                <a:latin typeface="Tahoma"/>
                <a:ea typeface="Tahoma"/>
                <a:cs typeface="Tahoma"/>
                <a:sym typeface="Tahoma"/>
              </a:rPr>
              <a:t>Managerial positions</a:t>
            </a:r>
            <a:endParaRPr b="0" i="0" sz="3200" u="sng" cap="none" strike="noStrike">
              <a:solidFill>
                <a:schemeClr val="dk1"/>
              </a:solidFill>
              <a:latin typeface="Tahoma"/>
              <a:ea typeface="Tahoma"/>
              <a:cs typeface="Tahoma"/>
              <a:sym typeface="Tahoma"/>
            </a:endParaRPr>
          </a:p>
          <a:p>
            <a:pPr indent="-342900" lvl="0" marL="342900" marR="0" rtl="0" algn="l">
              <a:lnSpc>
                <a:spcPct val="90000"/>
              </a:lnSpc>
              <a:spcBef>
                <a:spcPts val="640"/>
              </a:spcBef>
              <a:spcAft>
                <a:spcPts val="0"/>
              </a:spcAft>
              <a:buClr>
                <a:schemeClr val="hlink"/>
              </a:buClr>
              <a:buSzPts val="2080"/>
              <a:buFont typeface="Noto Sans Symbols"/>
              <a:buChar char="■"/>
            </a:pPr>
            <a:r>
              <a:rPr b="0" i="0" lang="en-US" sz="3200" u="none" cap="none" strike="noStrike">
                <a:solidFill>
                  <a:schemeClr val="dk1"/>
                </a:solidFill>
                <a:latin typeface="Tahoma"/>
                <a:ea typeface="Tahoma"/>
                <a:cs typeface="Tahoma"/>
                <a:sym typeface="Tahoma"/>
              </a:rPr>
              <a:t>Chief Learning Officers (CLO)</a:t>
            </a:r>
            <a:endParaRPr/>
          </a:p>
          <a:p>
            <a:pPr indent="-342900" lvl="0" marL="342900" marR="0" rtl="0" algn="l">
              <a:lnSpc>
                <a:spcPct val="90000"/>
              </a:lnSpc>
              <a:spcBef>
                <a:spcPts val="640"/>
              </a:spcBef>
              <a:spcAft>
                <a:spcPts val="0"/>
              </a:spcAft>
              <a:buClr>
                <a:schemeClr val="hlink"/>
              </a:buClr>
              <a:buSzPts val="2080"/>
              <a:buFont typeface="Noto Sans Symbols"/>
              <a:buChar char="■"/>
            </a:pPr>
            <a:r>
              <a:rPr b="0" i="0" lang="en-US" sz="3200" u="none" cap="none" strike="noStrike">
                <a:solidFill>
                  <a:schemeClr val="dk1"/>
                </a:solidFill>
                <a:latin typeface="Tahoma"/>
                <a:ea typeface="Tahoma"/>
                <a:cs typeface="Tahoma"/>
                <a:sym typeface="Tahoma"/>
              </a:rPr>
              <a:t>Chief Knowledge Officers (CKO)</a:t>
            </a:r>
            <a:endParaRPr/>
          </a:p>
          <a:p>
            <a:pPr indent="-342900" lvl="0" marL="342900" marR="0" rtl="0" algn="l">
              <a:lnSpc>
                <a:spcPct val="90000"/>
              </a:lnSpc>
              <a:spcBef>
                <a:spcPts val="640"/>
              </a:spcBef>
              <a:spcAft>
                <a:spcPts val="0"/>
              </a:spcAft>
              <a:buClr>
                <a:schemeClr val="hlink"/>
              </a:buClr>
              <a:buSzPts val="2080"/>
              <a:buFont typeface="Noto Sans Symbols"/>
              <a:buChar char="■"/>
            </a:pPr>
            <a:r>
              <a:rPr b="0" i="0" lang="en-US" sz="3200" u="none" cap="none" strike="noStrike">
                <a:solidFill>
                  <a:schemeClr val="dk1"/>
                </a:solidFill>
                <a:latin typeface="Tahoma"/>
                <a:ea typeface="Tahoma"/>
                <a:cs typeface="Tahoma"/>
                <a:sym typeface="Tahoma"/>
              </a:rPr>
              <a:t>Knowledge Managers</a:t>
            </a:r>
            <a:endParaRPr/>
          </a:p>
          <a:p>
            <a:pPr indent="-342900" lvl="0" marL="342900" marR="0" rtl="0" algn="l">
              <a:lnSpc>
                <a:spcPct val="90000"/>
              </a:lnSpc>
              <a:spcBef>
                <a:spcPts val="640"/>
              </a:spcBef>
              <a:spcAft>
                <a:spcPts val="0"/>
              </a:spcAft>
              <a:buClr>
                <a:schemeClr val="hlink"/>
              </a:buClr>
              <a:buSzPts val="2080"/>
              <a:buFont typeface="Noto Sans Symbols"/>
              <a:buChar char="■"/>
            </a:pPr>
            <a:r>
              <a:rPr b="0" i="0" lang="en-US" sz="3200" u="none" cap="none" strike="noStrike">
                <a:solidFill>
                  <a:schemeClr val="dk1"/>
                </a:solidFill>
                <a:latin typeface="Tahoma"/>
                <a:ea typeface="Tahoma"/>
                <a:cs typeface="Tahoma"/>
                <a:sym typeface="Tahoma"/>
              </a:rPr>
              <a:t>Knowledge Initiative Managers</a:t>
            </a:r>
            <a:endParaRPr/>
          </a:p>
          <a:p>
            <a:pPr indent="-342900" lvl="0" marL="342900" marR="0" rtl="0" algn="l">
              <a:lnSpc>
                <a:spcPct val="90000"/>
              </a:lnSpc>
              <a:spcBef>
                <a:spcPts val="640"/>
              </a:spcBef>
              <a:spcAft>
                <a:spcPts val="0"/>
              </a:spcAft>
              <a:buClr>
                <a:schemeClr val="hlink"/>
              </a:buClr>
              <a:buSzPts val="2080"/>
              <a:buFont typeface="Noto Sans Symbols"/>
              <a:buChar char="■"/>
            </a:pPr>
            <a:r>
              <a:rPr b="0" i="0" lang="en-US" sz="3200" u="none" cap="none" strike="noStrike">
                <a:solidFill>
                  <a:schemeClr val="dk1"/>
                </a:solidFill>
                <a:latin typeface="Tahoma"/>
                <a:ea typeface="Tahoma"/>
                <a:cs typeface="Tahoma"/>
                <a:sym typeface="Tahoma"/>
              </a:rPr>
              <a:t>Knowledge Management Experts</a:t>
            </a:r>
            <a:endParaRPr/>
          </a:p>
          <a:p>
            <a:pPr indent="-342900" lvl="0" marL="342900" marR="0" rtl="0" algn="l">
              <a:lnSpc>
                <a:spcPct val="90000"/>
              </a:lnSpc>
              <a:spcBef>
                <a:spcPts val="640"/>
              </a:spcBef>
              <a:spcAft>
                <a:spcPts val="0"/>
              </a:spcAft>
              <a:buClr>
                <a:schemeClr val="hlink"/>
              </a:buClr>
              <a:buSzPts val="2080"/>
              <a:buFont typeface="Noto Sans Symbols"/>
              <a:buChar char="■"/>
            </a:pPr>
            <a:r>
              <a:rPr b="0" i="0" lang="en-US" sz="3200" u="none" cap="none" strike="noStrike">
                <a:solidFill>
                  <a:schemeClr val="dk1"/>
                </a:solidFill>
                <a:latin typeface="Tahoma"/>
                <a:ea typeface="Tahoma"/>
                <a:cs typeface="Tahoma"/>
                <a:sym typeface="Tahoma"/>
              </a:rPr>
              <a:t>Knowledge Transfer Experts</a:t>
            </a:r>
            <a:endParaRPr/>
          </a:p>
          <a:p>
            <a:pPr indent="-342900" lvl="0" marL="342900" marR="0" rtl="0" algn="l">
              <a:lnSpc>
                <a:spcPct val="90000"/>
              </a:lnSpc>
              <a:spcBef>
                <a:spcPts val="640"/>
              </a:spcBef>
              <a:spcAft>
                <a:spcPts val="0"/>
              </a:spcAft>
              <a:buClr>
                <a:schemeClr val="hlink"/>
              </a:buClr>
              <a:buSzPts val="2080"/>
              <a:buFont typeface="Noto Sans Symbols"/>
              <a:buChar char="■"/>
            </a:pPr>
            <a:r>
              <a:rPr b="0" i="0" lang="en-US" sz="3200" u="none" cap="none" strike="noStrike">
                <a:solidFill>
                  <a:schemeClr val="dk1"/>
                </a:solidFill>
                <a:latin typeface="Tahoma"/>
                <a:ea typeface="Tahoma"/>
                <a:cs typeface="Tahoma"/>
                <a:sym typeface="Tahoma"/>
              </a:rPr>
              <a:t>Knowledge Engineers</a:t>
            </a:r>
            <a:endParaRPr/>
          </a:p>
          <a:p>
            <a:pPr indent="-342900" lvl="0" marL="342900" marR="0" rtl="0" algn="l">
              <a:lnSpc>
                <a:spcPct val="90000"/>
              </a:lnSpc>
              <a:spcBef>
                <a:spcPts val="640"/>
              </a:spcBef>
              <a:spcAft>
                <a:spcPts val="0"/>
              </a:spcAft>
              <a:buClr>
                <a:schemeClr val="hlink"/>
              </a:buClr>
              <a:buSzPts val="2080"/>
              <a:buFont typeface="Noto Sans Symbols"/>
              <a:buChar char="■"/>
            </a:pPr>
            <a:r>
              <a:rPr b="0" i="0" lang="en-US" sz="3200" u="none" cap="none" strike="noStrike">
                <a:solidFill>
                  <a:schemeClr val="dk1"/>
                </a:solidFill>
                <a:latin typeface="Tahoma"/>
                <a:ea typeface="Tahoma"/>
                <a:cs typeface="Tahoma"/>
                <a:sym typeface="Tahoma"/>
              </a:rPr>
              <a:t>Knowledge Strategist                     </a:t>
            </a:r>
            <a:r>
              <a:rPr b="1" i="0" lang="en-US" sz="2400" u="none" cap="none" strike="noStrike">
                <a:solidFill>
                  <a:schemeClr val="dk1"/>
                </a:solidFill>
                <a:latin typeface="Tahoma"/>
                <a:ea typeface="Tahoma"/>
                <a:cs typeface="Tahoma"/>
                <a:sym typeface="Tahoma"/>
              </a:rPr>
              <a:t>Contd..</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09" name="Shape 1209"/>
        <p:cNvGrpSpPr/>
        <p:nvPr/>
      </p:nvGrpSpPr>
      <p:grpSpPr>
        <a:xfrm>
          <a:off x="0" y="0"/>
          <a:ext cx="0" cy="0"/>
          <a:chOff x="0" y="0"/>
          <a:chExt cx="0" cy="0"/>
        </a:xfrm>
      </p:grpSpPr>
      <p:sp>
        <p:nvSpPr>
          <p:cNvPr id="1210" name="Google Shape;1210;p129"/>
          <p:cNvSpPr txBox="1"/>
          <p:nvPr>
            <p:ph type="title"/>
          </p:nvPr>
        </p:nvSpPr>
        <p:spPr>
          <a:xfrm>
            <a:off x="381000" y="381000"/>
            <a:ext cx="8001000" cy="838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Tahoma"/>
              <a:buNone/>
            </a:pPr>
            <a:r>
              <a:rPr b="1" i="0" lang="en-US" sz="3200" u="none">
                <a:solidFill>
                  <a:schemeClr val="dk2"/>
                </a:solidFill>
                <a:latin typeface="Tahoma"/>
                <a:ea typeface="Tahoma"/>
                <a:cs typeface="Tahoma"/>
                <a:sym typeface="Tahoma"/>
              </a:rPr>
              <a:t>Chief Knowledge Officer (CKO)</a:t>
            </a:r>
            <a:endParaRPr/>
          </a:p>
        </p:txBody>
      </p:sp>
      <p:sp>
        <p:nvSpPr>
          <p:cNvPr id="1211" name="Google Shape;1211;p129"/>
          <p:cNvSpPr txBox="1"/>
          <p:nvPr>
            <p:ph idx="1" type="body"/>
          </p:nvPr>
        </p:nvSpPr>
        <p:spPr>
          <a:xfrm>
            <a:off x="685800" y="1295400"/>
            <a:ext cx="7772400" cy="4648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1"/>
              </a:buClr>
              <a:buSzPts val="3200"/>
              <a:buFont typeface="Tahoma"/>
              <a:buChar char="•"/>
            </a:pPr>
            <a:r>
              <a:rPr b="0" i="0" lang="en-US" sz="3200" u="none" cap="none" strike="noStrike">
                <a:solidFill>
                  <a:schemeClr val="dk1"/>
                </a:solidFill>
                <a:latin typeface="Tahoma"/>
                <a:ea typeface="Tahoma"/>
                <a:cs typeface="Tahoma"/>
                <a:sym typeface="Tahoma"/>
              </a:rPr>
              <a:t>A senior executive, often at board level with responsibility for an organization's knowledge agenda. Unlike other officers, they may not manage a knowledge 'function', although they may directly manage a small knowledge team, and hold budget responsibilities. </a:t>
            </a:r>
            <a:endParaRPr/>
          </a:p>
        </p:txBody>
      </p:sp>
      <p:sp>
        <p:nvSpPr>
          <p:cNvPr id="1212" name="Google Shape;1212;p129"/>
          <p:cNvSpPr txBox="1"/>
          <p:nvPr/>
        </p:nvSpPr>
        <p:spPr>
          <a:xfrm>
            <a:off x="7908925" y="5751512"/>
            <a:ext cx="920700" cy="36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Contd..</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0236B"/>
            </a:gs>
            <a:gs pos="100000">
              <a:schemeClr val="lt1"/>
            </a:gs>
          </a:gsLst>
          <a:lin ang="5400012" scaled="0"/>
        </a:gradFill>
      </p:bgPr>
    </p:bg>
    <p:spTree>
      <p:nvGrpSpPr>
        <p:cNvPr id="1216" name="Shape 1216"/>
        <p:cNvGrpSpPr/>
        <p:nvPr/>
      </p:nvGrpSpPr>
      <p:grpSpPr>
        <a:xfrm>
          <a:off x="0" y="0"/>
          <a:ext cx="0" cy="0"/>
          <a:chOff x="0" y="0"/>
          <a:chExt cx="0" cy="0"/>
        </a:xfrm>
      </p:grpSpPr>
      <p:sp>
        <p:nvSpPr>
          <p:cNvPr id="1217" name="Google Shape;1217;p130"/>
          <p:cNvSpPr txBox="1"/>
          <p:nvPr>
            <p:ph idx="1" type="body"/>
          </p:nvPr>
        </p:nvSpPr>
        <p:spPr>
          <a:xfrm>
            <a:off x="457200" y="304800"/>
            <a:ext cx="8229600" cy="6248400"/>
          </a:xfrm>
          <a:prstGeom prst="rect">
            <a:avLst/>
          </a:prstGeom>
          <a:noFill/>
          <a:ln>
            <a:noFill/>
          </a:ln>
        </p:spPr>
        <p:txBody>
          <a:bodyPr anchorCtr="0" anchor="t" bIns="45700" lIns="91425" spcFirstLastPara="1" rIns="91425" wrap="square" tIns="45700">
            <a:noAutofit/>
          </a:bodyPr>
          <a:lstStyle/>
          <a:p>
            <a:pPr indent="-342900" lvl="0" marL="342900" marR="0" rtl="0" algn="ctr">
              <a:lnSpc>
                <a:spcPct val="100000"/>
              </a:lnSpc>
              <a:spcBef>
                <a:spcPts val="0"/>
              </a:spcBef>
              <a:spcAft>
                <a:spcPts val="0"/>
              </a:spcAft>
              <a:buClr>
                <a:schemeClr val="dk2"/>
              </a:buClr>
              <a:buSzPts val="3200"/>
              <a:buFont typeface="Arial"/>
              <a:buNone/>
            </a:pPr>
            <a:r>
              <a:rPr b="1" i="1" lang="en-US" sz="3200" u="sng" cap="none" strike="noStrike">
                <a:solidFill>
                  <a:schemeClr val="dk1"/>
                </a:solidFill>
                <a:latin typeface="Arial"/>
                <a:ea typeface="Arial"/>
                <a:cs typeface="Arial"/>
                <a:sym typeface="Arial"/>
              </a:rPr>
              <a:t>Technical positions</a:t>
            </a:r>
            <a:endParaRPr/>
          </a:p>
          <a:p>
            <a:pPr indent="-342900" lvl="0" marL="342900" marR="0" rtl="0" algn="ctr">
              <a:lnSpc>
                <a:spcPct val="100000"/>
              </a:lnSpc>
              <a:spcBef>
                <a:spcPts val="640"/>
              </a:spcBef>
              <a:spcAft>
                <a:spcPts val="0"/>
              </a:spcAft>
              <a:buClr>
                <a:schemeClr val="dk2"/>
              </a:buClr>
              <a:buSzPts val="3200"/>
              <a:buFont typeface="Arial"/>
              <a:buNone/>
            </a:pPr>
            <a:r>
              <a:t/>
            </a:r>
            <a:endParaRPr b="0" i="0" sz="3200" u="sng" cap="none" strike="noStrike">
              <a:solidFill>
                <a:schemeClr val="dk1"/>
              </a:solidFill>
              <a:latin typeface="Arial"/>
              <a:ea typeface="Arial"/>
              <a:cs typeface="Arial"/>
              <a:sym typeface="Arial"/>
            </a:endParaRPr>
          </a:p>
          <a:p>
            <a:pPr indent="-342900" lvl="0" marL="342900" marR="0" rtl="0" algn="l">
              <a:lnSpc>
                <a:spcPct val="100000"/>
              </a:lnSpc>
              <a:spcBef>
                <a:spcPts val="640"/>
              </a:spcBef>
              <a:spcAft>
                <a:spcPts val="0"/>
              </a:spcAft>
              <a:buClr>
                <a:schemeClr val="dk2"/>
              </a:buClr>
              <a:buSzPts val="3200"/>
              <a:buFont typeface="Arial"/>
              <a:buChar char="•"/>
            </a:pPr>
            <a:r>
              <a:rPr b="0" i="0" lang="en-US" sz="3200" u="none" cap="none" strike="noStrike">
                <a:solidFill>
                  <a:schemeClr val="dk1"/>
                </a:solidFill>
                <a:latin typeface="Arial"/>
                <a:ea typeface="Arial"/>
                <a:cs typeface="Arial"/>
                <a:sym typeface="Arial"/>
              </a:rPr>
              <a:t>Knowledge Analyst</a:t>
            </a:r>
            <a:endParaRPr/>
          </a:p>
          <a:p>
            <a:pPr indent="-342900" lvl="0" marL="342900" marR="0" rtl="0" algn="l">
              <a:lnSpc>
                <a:spcPct val="100000"/>
              </a:lnSpc>
              <a:spcBef>
                <a:spcPts val="640"/>
              </a:spcBef>
              <a:spcAft>
                <a:spcPts val="0"/>
              </a:spcAft>
              <a:buClr>
                <a:schemeClr val="dk2"/>
              </a:buClr>
              <a:buSzPts val="3200"/>
              <a:buFont typeface="Arial"/>
              <a:buChar char="•"/>
            </a:pPr>
            <a:r>
              <a:rPr b="0" i="0" lang="en-US" sz="3200" u="none" cap="none" strike="noStrike">
                <a:solidFill>
                  <a:schemeClr val="dk1"/>
                </a:solidFill>
                <a:latin typeface="Arial"/>
                <a:ea typeface="Arial"/>
                <a:cs typeface="Arial"/>
                <a:sym typeface="Arial"/>
              </a:rPr>
              <a:t>Knowledge Mapping Specialists</a:t>
            </a:r>
            <a:endParaRPr/>
          </a:p>
          <a:p>
            <a:pPr indent="-342900" lvl="0" marL="342900" marR="0" rtl="0" algn="l">
              <a:lnSpc>
                <a:spcPct val="100000"/>
              </a:lnSpc>
              <a:spcBef>
                <a:spcPts val="640"/>
              </a:spcBef>
              <a:spcAft>
                <a:spcPts val="0"/>
              </a:spcAft>
              <a:buClr>
                <a:schemeClr val="dk2"/>
              </a:buClr>
              <a:buSzPts val="3200"/>
              <a:buFont typeface="Arial"/>
              <a:buChar char="•"/>
            </a:pPr>
            <a:r>
              <a:rPr b="0" i="0" lang="en-US" sz="3200" u="none" cap="none" strike="noStrike">
                <a:solidFill>
                  <a:schemeClr val="dk1"/>
                </a:solidFill>
                <a:latin typeface="Arial"/>
                <a:ea typeface="Arial"/>
                <a:cs typeface="Arial"/>
                <a:sym typeface="Arial"/>
              </a:rPr>
              <a:t>Knowledge Content Creators</a:t>
            </a:r>
            <a:endParaRPr/>
          </a:p>
          <a:p>
            <a:pPr indent="-342900" lvl="0" marL="342900" marR="0" rtl="0" algn="l">
              <a:lnSpc>
                <a:spcPct val="100000"/>
              </a:lnSpc>
              <a:spcBef>
                <a:spcPts val="640"/>
              </a:spcBef>
              <a:spcAft>
                <a:spcPts val="0"/>
              </a:spcAft>
              <a:buClr>
                <a:schemeClr val="dk2"/>
              </a:buClr>
              <a:buSzPts val="3200"/>
              <a:buFont typeface="Arial"/>
              <a:buChar char="•"/>
            </a:pPr>
            <a:r>
              <a:rPr b="0" i="0" lang="en-US" sz="3200" u="none" cap="none" strike="noStrike">
                <a:solidFill>
                  <a:schemeClr val="dk1"/>
                </a:solidFill>
                <a:latin typeface="Arial"/>
                <a:ea typeface="Arial"/>
                <a:cs typeface="Arial"/>
                <a:sym typeface="Arial"/>
              </a:rPr>
              <a:t>Knowledge-Base Architects and Administrators</a:t>
            </a:r>
            <a:endParaRPr/>
          </a:p>
        </p:txBody>
      </p:sp>
      <p:sp>
        <p:nvSpPr>
          <p:cNvPr id="1218" name="Google Shape;1218;p130"/>
          <p:cNvSpPr txBox="1"/>
          <p:nvPr/>
        </p:nvSpPr>
        <p:spPr>
          <a:xfrm>
            <a:off x="7756525" y="5878512"/>
            <a:ext cx="1059000" cy="39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Contd..</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0236B"/>
            </a:gs>
            <a:gs pos="100000">
              <a:schemeClr val="lt1"/>
            </a:gs>
          </a:gsLst>
          <a:lin ang="5400012" scaled="0"/>
        </a:gradFill>
      </p:bgPr>
    </p:bg>
    <p:spTree>
      <p:nvGrpSpPr>
        <p:cNvPr id="1222" name="Shape 1222"/>
        <p:cNvGrpSpPr/>
        <p:nvPr/>
      </p:nvGrpSpPr>
      <p:grpSpPr>
        <a:xfrm>
          <a:off x="0" y="0"/>
          <a:ext cx="0" cy="0"/>
          <a:chOff x="0" y="0"/>
          <a:chExt cx="0" cy="0"/>
        </a:xfrm>
      </p:grpSpPr>
      <p:sp>
        <p:nvSpPr>
          <p:cNvPr id="1223" name="Google Shape;1223;p131"/>
          <p:cNvSpPr txBox="1"/>
          <p:nvPr>
            <p:ph idx="1" type="body"/>
          </p:nvPr>
        </p:nvSpPr>
        <p:spPr>
          <a:xfrm>
            <a:off x="457200" y="685800"/>
            <a:ext cx="8229600" cy="5440500"/>
          </a:xfrm>
          <a:prstGeom prst="rect">
            <a:avLst/>
          </a:prstGeom>
          <a:noFill/>
          <a:ln>
            <a:noFill/>
          </a:ln>
        </p:spPr>
        <p:txBody>
          <a:bodyPr anchorCtr="0" anchor="t" bIns="45700" lIns="91425" spcFirstLastPara="1" rIns="91425" wrap="square" tIns="45700">
            <a:noAutofit/>
          </a:bodyPr>
          <a:lstStyle/>
          <a:p>
            <a:pPr indent="-342900" lvl="0" marL="342900" marR="0" rtl="0" algn="ctr">
              <a:lnSpc>
                <a:spcPct val="100000"/>
              </a:lnSpc>
              <a:spcBef>
                <a:spcPts val="0"/>
              </a:spcBef>
              <a:spcAft>
                <a:spcPts val="0"/>
              </a:spcAft>
              <a:buClr>
                <a:schemeClr val="dk2"/>
              </a:buClr>
              <a:buSzPts val="3200"/>
              <a:buFont typeface="Arial"/>
              <a:buNone/>
            </a:pPr>
            <a:r>
              <a:rPr b="1" i="1" lang="en-US" sz="3200" u="sng" cap="none" strike="noStrike">
                <a:solidFill>
                  <a:schemeClr val="dk1"/>
                </a:solidFill>
                <a:latin typeface="Arial"/>
                <a:ea typeface="Arial"/>
                <a:cs typeface="Arial"/>
                <a:sym typeface="Arial"/>
              </a:rPr>
              <a:t>Non-Management Positions</a:t>
            </a:r>
            <a:endParaRPr/>
          </a:p>
          <a:p>
            <a:pPr indent="-342900" lvl="0" marL="342900" marR="0" rtl="0" algn="ctr">
              <a:lnSpc>
                <a:spcPct val="100000"/>
              </a:lnSpc>
              <a:spcBef>
                <a:spcPts val="640"/>
              </a:spcBef>
              <a:spcAft>
                <a:spcPts val="0"/>
              </a:spcAft>
              <a:buClr>
                <a:schemeClr val="dk2"/>
              </a:buClr>
              <a:buSzPts val="3200"/>
              <a:buFont typeface="Arial"/>
              <a:buNone/>
            </a:pPr>
            <a:r>
              <a:t/>
            </a:r>
            <a:endParaRPr b="0" i="0" sz="3200" u="sng" cap="none" strike="noStrike">
              <a:solidFill>
                <a:schemeClr val="dk1"/>
              </a:solidFill>
              <a:latin typeface="Arial"/>
              <a:ea typeface="Arial"/>
              <a:cs typeface="Arial"/>
              <a:sym typeface="Arial"/>
            </a:endParaRPr>
          </a:p>
          <a:p>
            <a:pPr indent="-342900" lvl="0" marL="342900" marR="0" rtl="0" algn="l">
              <a:lnSpc>
                <a:spcPct val="100000"/>
              </a:lnSpc>
              <a:spcBef>
                <a:spcPts val="640"/>
              </a:spcBef>
              <a:spcAft>
                <a:spcPts val="0"/>
              </a:spcAft>
              <a:buClr>
                <a:schemeClr val="dk2"/>
              </a:buClr>
              <a:buSzPts val="3200"/>
              <a:buFont typeface="Arial"/>
              <a:buChar char="•"/>
            </a:pPr>
            <a:r>
              <a:rPr b="0" i="0" lang="en-US" sz="3200" u="none" cap="none" strike="noStrike">
                <a:solidFill>
                  <a:schemeClr val="dk1"/>
                </a:solidFill>
                <a:latin typeface="Arial"/>
                <a:ea typeface="Arial"/>
                <a:cs typeface="Arial"/>
                <a:sym typeface="Arial"/>
              </a:rPr>
              <a:t>Librarians</a:t>
            </a:r>
            <a:endParaRPr/>
          </a:p>
          <a:p>
            <a:pPr indent="-139700" lvl="0" marL="342900" marR="0" rtl="0" algn="l">
              <a:lnSpc>
                <a:spcPct val="100000"/>
              </a:lnSpc>
              <a:spcBef>
                <a:spcPts val="640"/>
              </a:spcBef>
              <a:spcAft>
                <a:spcPts val="0"/>
              </a:spcAft>
              <a:buClr>
                <a:schemeClr val="dk2"/>
              </a:buClr>
              <a:buSzPts val="3200"/>
              <a:buFont typeface="Arial"/>
              <a:buNone/>
            </a:pPr>
            <a:r>
              <a:t/>
            </a:r>
            <a:endParaRPr b="0" i="0" sz="3200" u="none" cap="none" strike="noStrike">
              <a:solidFill>
                <a:schemeClr val="dk1"/>
              </a:solidFill>
              <a:latin typeface="Arial"/>
              <a:ea typeface="Arial"/>
              <a:cs typeface="Arial"/>
              <a:sym typeface="Arial"/>
            </a:endParaRPr>
          </a:p>
          <a:p>
            <a:pPr indent="-342900" lvl="0" marL="342900" marR="0" rtl="0" algn="l">
              <a:lnSpc>
                <a:spcPct val="100000"/>
              </a:lnSpc>
              <a:spcBef>
                <a:spcPts val="640"/>
              </a:spcBef>
              <a:spcAft>
                <a:spcPts val="0"/>
              </a:spcAft>
              <a:buClr>
                <a:schemeClr val="dk2"/>
              </a:buClr>
              <a:buSzPts val="3200"/>
              <a:buFont typeface="Arial"/>
              <a:buChar char="•"/>
            </a:pPr>
            <a:r>
              <a:rPr b="0" i="0" lang="en-US" sz="3200" u="none" cap="none" strike="noStrike">
                <a:solidFill>
                  <a:schemeClr val="dk1"/>
                </a:solidFill>
                <a:latin typeface="Arial"/>
                <a:ea typeface="Arial"/>
                <a:cs typeface="Arial"/>
                <a:sym typeface="Arial"/>
              </a:rPr>
              <a:t>Cybrarians</a:t>
            </a:r>
            <a:endParaRPr/>
          </a:p>
          <a:p>
            <a:pPr indent="-139700" lvl="0" marL="342900" marR="0" rtl="0" algn="l">
              <a:lnSpc>
                <a:spcPct val="100000"/>
              </a:lnSpc>
              <a:spcBef>
                <a:spcPts val="640"/>
              </a:spcBef>
              <a:spcAft>
                <a:spcPts val="0"/>
              </a:spcAft>
              <a:buClr>
                <a:schemeClr val="dk2"/>
              </a:buClr>
              <a:buSzPts val="3200"/>
              <a:buFont typeface="Arial"/>
              <a:buNone/>
            </a:pPr>
            <a:r>
              <a:t/>
            </a:r>
            <a:endParaRPr b="0" i="0" sz="3200" u="none" cap="none" strike="noStrike">
              <a:solidFill>
                <a:schemeClr val="dk1"/>
              </a:solidFill>
              <a:latin typeface="Arial"/>
              <a:ea typeface="Arial"/>
              <a:cs typeface="Arial"/>
              <a:sym typeface="Arial"/>
            </a:endParaRPr>
          </a:p>
          <a:p>
            <a:pPr indent="-342900" lvl="0" marL="342900" marR="0" rtl="0" algn="l">
              <a:lnSpc>
                <a:spcPct val="100000"/>
              </a:lnSpc>
              <a:spcBef>
                <a:spcPts val="640"/>
              </a:spcBef>
              <a:spcAft>
                <a:spcPts val="0"/>
              </a:spcAft>
              <a:buClr>
                <a:schemeClr val="dk2"/>
              </a:buClr>
              <a:buSzPts val="3200"/>
              <a:buFont typeface="Arial"/>
              <a:buChar char="•"/>
            </a:pPr>
            <a:r>
              <a:rPr b="0" i="0" lang="en-US" sz="3200" u="none" cap="none" strike="noStrike">
                <a:solidFill>
                  <a:schemeClr val="dk1"/>
                </a:solidFill>
                <a:latin typeface="Arial"/>
                <a:ea typeface="Arial"/>
                <a:cs typeface="Arial"/>
                <a:sym typeface="Arial"/>
              </a:rPr>
              <a:t>Information Brokers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
  <a:themeElements>
    <a:clrScheme name="Stream">
      <a:dk1>
        <a:srgbClr val="FFFFFF"/>
      </a:dk1>
      <a:lt1>
        <a:srgbClr val="003399"/>
      </a:lt1>
      <a:dk2>
        <a:srgbClr val="E5E5FF"/>
      </a:dk2>
      <a:lt2>
        <a:srgbClr val="000514"/>
      </a:lt2>
      <a:accent1>
        <a:srgbClr val="0099CC"/>
      </a:accent1>
      <a:accent2>
        <a:srgbClr val="A886E0"/>
      </a:accent2>
      <a:accent3>
        <a:srgbClr val="003399"/>
      </a:accent3>
      <a:accent4>
        <a:srgbClr val="0099CC"/>
      </a:accent4>
      <a:accent5>
        <a:srgbClr val="A886E0"/>
      </a:accent5>
      <a:accent6>
        <a:srgbClr val="003399"/>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cean">
  <a:themeElements>
    <a:clrScheme name="default">
      <a:dk1>
        <a:srgbClr val="FFFFFF"/>
      </a:dk1>
      <a:lt1>
        <a:srgbClr val="FFBA2F"/>
      </a:lt1>
      <a:dk2>
        <a:srgbClr val="A50021"/>
      </a:dk2>
      <a:lt2>
        <a:srgbClr val="000000"/>
      </a:lt2>
      <a:accent1>
        <a:srgbClr val="FF6600"/>
      </a:accent1>
      <a:accent2>
        <a:srgbClr val="CC6600"/>
      </a:accent2>
      <a:accent3>
        <a:srgbClr val="FFBA2F"/>
      </a:accent3>
      <a:accent4>
        <a:srgbClr val="FF6600"/>
      </a:accent4>
      <a:accent5>
        <a:srgbClr val="CC6600"/>
      </a:accent5>
      <a:accent6>
        <a:srgbClr val="FFBA2F"/>
      </a:accent6>
      <a:hlink>
        <a:srgbClr val="663300"/>
      </a:hlink>
      <a:folHlink>
        <a:srgbClr val="CC99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Default Design">
  <a:themeElements>
    <a:clrScheme name="default">
      <a:dk1>
        <a:srgbClr val="FFFFFF"/>
      </a:dk1>
      <a:lt1>
        <a:srgbClr val="000099"/>
      </a:lt1>
      <a:dk2>
        <a:srgbClr val="CCFFFF"/>
      </a:dk2>
      <a:lt2>
        <a:srgbClr val="003366"/>
      </a:lt2>
      <a:accent1>
        <a:srgbClr val="3366CC"/>
      </a:accent1>
      <a:accent2>
        <a:srgbClr val="00B000"/>
      </a:accent2>
      <a:accent3>
        <a:srgbClr val="000099"/>
      </a:accent3>
      <a:accent4>
        <a:srgbClr val="3366CC"/>
      </a:accent4>
      <a:accent5>
        <a:srgbClr val="00B000"/>
      </a:accent5>
      <a:accent6>
        <a:srgbClr val="000099"/>
      </a:accent6>
      <a:hlink>
        <a:srgbClr val="66CCFF"/>
      </a:hlink>
      <a:folHlink>
        <a:srgbClr val="FFE70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Compass">
  <a:themeElements>
    <a:clrScheme name="Compass">
      <a:dk1>
        <a:srgbClr val="FFFFFF"/>
      </a:dk1>
      <a:lt1>
        <a:srgbClr val="5A5C6C"/>
      </a:lt1>
      <a:dk2>
        <a:srgbClr val="FFFFCC"/>
      </a:dk2>
      <a:lt2>
        <a:srgbClr val="5B5D6B"/>
      </a:lt2>
      <a:accent1>
        <a:srgbClr val="9966FF"/>
      </a:accent1>
      <a:accent2>
        <a:srgbClr val="9383B3"/>
      </a:accent2>
      <a:accent3>
        <a:srgbClr val="5A5C6C"/>
      </a:accent3>
      <a:accent4>
        <a:srgbClr val="9966FF"/>
      </a:accent4>
      <a:accent5>
        <a:srgbClr val="9383B3"/>
      </a:accent5>
      <a:accent6>
        <a:srgbClr val="5A5C6C"/>
      </a:accent6>
      <a:hlink>
        <a:srgbClr val="A3C145"/>
      </a:hlink>
      <a:folHlink>
        <a:srgbClr val="6FA9B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Textured">
  <a:themeElements>
    <a:clrScheme name="Textured">
      <a:dk1>
        <a:srgbClr val="FFFFFF"/>
      </a:dk1>
      <a:lt1>
        <a:srgbClr val="2B5481"/>
      </a:lt1>
      <a:dk2>
        <a:srgbClr val="E5FFFF"/>
      </a:dk2>
      <a:lt2>
        <a:srgbClr val="003366"/>
      </a:lt2>
      <a:accent1>
        <a:srgbClr val="009999"/>
      </a:accent1>
      <a:accent2>
        <a:srgbClr val="336699"/>
      </a:accent2>
      <a:accent3>
        <a:srgbClr val="2B5481"/>
      </a:accent3>
      <a:accent4>
        <a:srgbClr val="009999"/>
      </a:accent4>
      <a:accent5>
        <a:srgbClr val="336699"/>
      </a:accent5>
      <a:accent6>
        <a:srgbClr val="2B5481"/>
      </a:accent6>
      <a:hlink>
        <a:srgbClr val="00CCFF"/>
      </a:hlink>
      <a:folHlink>
        <a:srgbClr val="FF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Ocean">
  <a:themeElements>
    <a:clrScheme name="Ocean">
      <a:dk1>
        <a:srgbClr val="FFFFFF"/>
      </a:dk1>
      <a:lt1>
        <a:srgbClr val="000099"/>
      </a:lt1>
      <a:dk2>
        <a:srgbClr val="FFFFFF"/>
      </a:dk2>
      <a:lt2>
        <a:srgbClr val="010199"/>
      </a:lt2>
      <a:accent1>
        <a:srgbClr val="33CCCC"/>
      </a:accent1>
      <a:accent2>
        <a:srgbClr val="00C600"/>
      </a:accent2>
      <a:accent3>
        <a:srgbClr val="000099"/>
      </a:accent3>
      <a:accent4>
        <a:srgbClr val="33CCCC"/>
      </a:accent4>
      <a:accent5>
        <a:srgbClr val="00C600"/>
      </a:accent5>
      <a:accent6>
        <a:srgbClr val="000099"/>
      </a:accent6>
      <a:hlink>
        <a:srgbClr val="FFCC00"/>
      </a:hlink>
      <a:folHlink>
        <a:srgbClr val="6699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Mountain Top">
  <a:themeElements>
    <a:clrScheme name="Mountain Top">
      <a:dk1>
        <a:srgbClr val="FFFFFF"/>
      </a:dk1>
      <a:lt1>
        <a:srgbClr val="003399"/>
      </a:lt1>
      <a:dk2>
        <a:srgbClr val="E3E3FF"/>
      </a:dk2>
      <a:lt2>
        <a:srgbClr val="463416"/>
      </a:lt2>
      <a:accent1>
        <a:srgbClr val="3399FF"/>
      </a:accent1>
      <a:accent2>
        <a:srgbClr val="33CCCC"/>
      </a:accent2>
      <a:accent3>
        <a:srgbClr val="003399"/>
      </a:accent3>
      <a:accent4>
        <a:srgbClr val="3399FF"/>
      </a:accent4>
      <a:accent5>
        <a:srgbClr val="33CCCC"/>
      </a:accent5>
      <a:accent6>
        <a:srgbClr val="003399"/>
      </a:accent6>
      <a:hlink>
        <a:srgbClr val="00FFCC"/>
      </a:hlink>
      <a:folHlink>
        <a:srgbClr val="808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Default Design">
  <a:themeElements>
    <a:clrScheme name="default">
      <a:dk1>
        <a:srgbClr val="FFFFFF"/>
      </a:dk1>
      <a:lt1>
        <a:srgbClr val="666699"/>
      </a:lt1>
      <a:dk2>
        <a:srgbClr val="FFFFFF"/>
      </a:dk2>
      <a:lt2>
        <a:srgbClr val="3E3E5C"/>
      </a:lt2>
      <a:accent1>
        <a:srgbClr val="60597B"/>
      </a:accent1>
      <a:accent2>
        <a:srgbClr val="6666FF"/>
      </a:accent2>
      <a:accent3>
        <a:srgbClr val="666699"/>
      </a:accent3>
      <a:accent4>
        <a:srgbClr val="60597B"/>
      </a:accent4>
      <a:accent5>
        <a:srgbClr val="6666FF"/>
      </a:accent5>
      <a:accent6>
        <a:srgbClr val="666699"/>
      </a:accent6>
      <a:hlink>
        <a:srgbClr val="99CCFF"/>
      </a:hlink>
      <a:folHlink>
        <a:srgbClr val="FFFF9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Default Design">
  <a:themeElements>
    <a:clrScheme name="default">
      <a:dk1>
        <a:srgbClr val="000000"/>
      </a:dk1>
      <a:lt1>
        <a:srgbClr val="FFFFD9"/>
      </a:lt1>
      <a:dk2>
        <a:srgbClr val="000000"/>
      </a:dk2>
      <a:lt2>
        <a:srgbClr val="777777"/>
      </a:lt2>
      <a:accent1>
        <a:srgbClr val="FFFFF7"/>
      </a:accent1>
      <a:accent2>
        <a:srgbClr val="33CCCC"/>
      </a:accent2>
      <a:accent3>
        <a:srgbClr val="FFFFD9"/>
      </a:accent3>
      <a:accent4>
        <a:srgbClr val="FFFFF7"/>
      </a:accent4>
      <a:accent5>
        <a:srgbClr val="33CCCC"/>
      </a:accent5>
      <a:accent6>
        <a:srgbClr val="FFFFD9"/>
      </a:accent6>
      <a:hlink>
        <a:srgbClr val="FF5050"/>
      </a:hlink>
      <a:folHlink>
        <a:srgbClr val="FF99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name="Selling a Product or">
  <a:themeElements>
    <a:clrScheme name="Selling a Product or">
      <a:dk1>
        <a:srgbClr val="F8F8F8"/>
      </a:dk1>
      <a:lt1>
        <a:srgbClr val="000000"/>
      </a:lt1>
      <a:dk2>
        <a:srgbClr val="FFFFFF"/>
      </a:dk2>
      <a:lt2>
        <a:srgbClr val="808080"/>
      </a:lt2>
      <a:accent1>
        <a:srgbClr val="6699FF"/>
      </a:accent1>
      <a:accent2>
        <a:srgbClr val="9933FF"/>
      </a:accent2>
      <a:accent3>
        <a:srgbClr val="000000"/>
      </a:accent3>
      <a:accent4>
        <a:srgbClr val="6699FF"/>
      </a:accent4>
      <a:accent5>
        <a:srgbClr val="9933FF"/>
      </a:accent5>
      <a:accent6>
        <a:srgbClr val="000000"/>
      </a:accent6>
      <a:hlink>
        <a:srgbClr val="00FFFF"/>
      </a:hlink>
      <a:folHlink>
        <a:srgbClr val="0099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xmlns:r="http://schemas.openxmlformats.org/officeDocument/2006/relationships" name="Default Design">
  <a:themeElements>
    <a:clrScheme name="Default Design">
      <a:dk1>
        <a:srgbClr val="000000"/>
      </a:dk1>
      <a:lt1>
        <a:srgbClr val="FFFFFF"/>
      </a:lt1>
      <a:dk2>
        <a:srgbClr val="000000"/>
      </a:dk2>
      <a:lt2>
        <a:srgbClr val="808080"/>
      </a:lt2>
      <a:accent1>
        <a:srgbClr val="BBE0E3"/>
      </a:accent1>
      <a:accent2>
        <a:srgbClr val="333399"/>
      </a:accent2>
      <a:accent3>
        <a:srgbClr val="FFFFFF"/>
      </a:accent3>
      <a:accent4>
        <a:srgbClr val="BBE0E3"/>
      </a:accent4>
      <a:accent5>
        <a:srgbClr val="333399"/>
      </a:accent5>
      <a:accent6>
        <a:srgbClr val="FFFFFF"/>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3.xml><?xml version="1.0" encoding="utf-8"?>
<a:theme xmlns:a="http://schemas.openxmlformats.org/drawingml/2006/main" xmlns:r="http://schemas.openxmlformats.org/officeDocument/2006/relationships" name="Default Design">
  <a:themeElements>
    <a:clrScheme name="default">
      <a:dk1>
        <a:srgbClr val="FFFFFF"/>
      </a:dk1>
      <a:lt1>
        <a:srgbClr val="800000"/>
      </a:lt1>
      <a:dk2>
        <a:srgbClr val="DFD293"/>
      </a:dk2>
      <a:lt2>
        <a:srgbClr val="5C1F00"/>
      </a:lt2>
      <a:accent1>
        <a:srgbClr val="CC3300"/>
      </a:accent1>
      <a:accent2>
        <a:srgbClr val="BE7960"/>
      </a:accent2>
      <a:accent3>
        <a:srgbClr val="800000"/>
      </a:accent3>
      <a:accent4>
        <a:srgbClr val="CC3300"/>
      </a:accent4>
      <a:accent5>
        <a:srgbClr val="BE7960"/>
      </a:accent5>
      <a:accent6>
        <a:srgbClr val="800000"/>
      </a:accent6>
      <a:hlink>
        <a:srgbClr val="FFFF99"/>
      </a:hlink>
      <a:folHlink>
        <a:srgbClr val="D3A21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4.xml><?xml version="1.0" encoding="utf-8"?>
<a:theme xmlns:a="http://schemas.openxmlformats.org/drawingml/2006/main" xmlns:r="http://schemas.openxmlformats.org/officeDocument/2006/relationships" name="Default Design">
  <a:themeElements>
    <a:clrScheme name="default">
      <a:dk1>
        <a:srgbClr val="FFFFFF"/>
      </a:dk1>
      <a:lt1>
        <a:srgbClr val="523E26"/>
      </a:lt1>
      <a:dk2>
        <a:srgbClr val="DFC08D"/>
      </a:dk2>
      <a:lt2>
        <a:srgbClr val="2D2015"/>
      </a:lt2>
      <a:accent1>
        <a:srgbClr val="8C7B70"/>
      </a:accent1>
      <a:accent2>
        <a:srgbClr val="8F5F2F"/>
      </a:accent2>
      <a:accent3>
        <a:srgbClr val="523E26"/>
      </a:accent3>
      <a:accent4>
        <a:srgbClr val="8C7B70"/>
      </a:accent4>
      <a:accent5>
        <a:srgbClr val="8F5F2F"/>
      </a:accent5>
      <a:accent6>
        <a:srgbClr val="523E26"/>
      </a:accent6>
      <a:hlink>
        <a:srgbClr val="CCB400"/>
      </a:hlink>
      <a:folHlink>
        <a:srgbClr val="8C9E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5.xml><?xml version="1.0" encoding="utf-8"?>
<a:theme xmlns:a="http://schemas.openxmlformats.org/drawingml/2006/main" xmlns:r="http://schemas.openxmlformats.org/officeDocument/2006/relationships" name="Balance">
  <a:themeElements>
    <a:clrScheme name="Balance">
      <a:dk1>
        <a:srgbClr val="FFFFFF"/>
      </a:dk1>
      <a:lt1>
        <a:srgbClr val="996600"/>
      </a:lt1>
      <a:dk2>
        <a:srgbClr val="DBBD71"/>
      </a:dk2>
      <a:lt2>
        <a:srgbClr val="663300"/>
      </a:lt2>
      <a:accent1>
        <a:srgbClr val="F8A500"/>
      </a:accent1>
      <a:accent2>
        <a:srgbClr val="808000"/>
      </a:accent2>
      <a:accent3>
        <a:srgbClr val="996600"/>
      </a:accent3>
      <a:accent4>
        <a:srgbClr val="F8A500"/>
      </a:accent4>
      <a:accent5>
        <a:srgbClr val="808000"/>
      </a:accent5>
      <a:accent6>
        <a:srgbClr val="996600"/>
      </a:accent6>
      <a:hlink>
        <a:srgbClr val="FFCC66"/>
      </a:hlink>
      <a:folHlink>
        <a:srgbClr val="CCA5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6.xml><?xml version="1.0" encoding="utf-8"?>
<a:theme xmlns:a="http://schemas.openxmlformats.org/drawingml/2006/main" xmlns:r="http://schemas.openxmlformats.org/officeDocument/2006/relationships" name="Default Design">
  <a:themeElements>
    <a:clrScheme name="default">
      <a:dk1>
        <a:srgbClr val="FFFFFF"/>
      </a:dk1>
      <a:lt1>
        <a:srgbClr val="008080"/>
      </a:lt1>
      <a:dk2>
        <a:srgbClr val="FFFF99"/>
      </a:dk2>
      <a:lt2>
        <a:srgbClr val="005A58"/>
      </a:lt2>
      <a:accent1>
        <a:srgbClr val="006462"/>
      </a:accent1>
      <a:accent2>
        <a:srgbClr val="6D6FC7"/>
      </a:accent2>
      <a:accent3>
        <a:srgbClr val="008080"/>
      </a:accent3>
      <a:accent4>
        <a:srgbClr val="006462"/>
      </a:accent4>
      <a:accent5>
        <a:srgbClr val="6D6FC7"/>
      </a:accent5>
      <a:accent6>
        <a:srgbClr val="008080"/>
      </a:accent6>
      <a:hlink>
        <a:srgbClr val="00FFFF"/>
      </a:hlink>
      <a:folHlink>
        <a:srgbClr val="00FF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7.xml><?xml version="1.0" encoding="utf-8"?>
<a:theme xmlns:a="http://schemas.openxmlformats.org/drawingml/2006/main" xmlns:r="http://schemas.openxmlformats.org/officeDocument/2006/relationships" name="Default Design">
  <a:themeElements>
    <a:clrScheme name="default">
      <a:dk1>
        <a:srgbClr val="000000"/>
      </a:dk1>
      <a:lt1>
        <a:srgbClr val="DEF6F1"/>
      </a:lt1>
      <a:dk2>
        <a:srgbClr val="000000"/>
      </a:dk2>
      <a:lt2>
        <a:srgbClr val="969696"/>
      </a:lt2>
      <a:accent1>
        <a:srgbClr val="FFFFFF"/>
      </a:accent1>
      <a:accent2>
        <a:srgbClr val="8DC6FF"/>
      </a:accent2>
      <a:accent3>
        <a:srgbClr val="DEF6F1"/>
      </a:accent3>
      <a:accent4>
        <a:srgbClr val="FFFFFF"/>
      </a:accent4>
      <a:accent5>
        <a:srgbClr val="8DC6FF"/>
      </a:accent5>
      <a:accent6>
        <a:srgbClr val="DEF6F1"/>
      </a:accent6>
      <a:hlink>
        <a:srgbClr val="0066CC"/>
      </a:hlink>
      <a:folHlink>
        <a:srgbClr val="00A8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8.xml><?xml version="1.0" encoding="utf-8"?>
<a:theme xmlns:a="http://schemas.openxmlformats.org/drawingml/2006/main" xmlns:r="http://schemas.openxmlformats.org/officeDocument/2006/relationships" name="Default Design">
  <a:themeElements>
    <a:clrScheme name="default">
      <a:dk1>
        <a:srgbClr val="FFFFFF"/>
      </a:dk1>
      <a:lt1>
        <a:srgbClr val="686B5D"/>
      </a:lt1>
      <a:dk2>
        <a:srgbClr val="D1D1CB"/>
      </a:dk2>
      <a:lt2>
        <a:srgbClr val="777777"/>
      </a:lt2>
      <a:accent1>
        <a:srgbClr val="909082"/>
      </a:accent1>
      <a:accent2>
        <a:srgbClr val="809EA8"/>
      </a:accent2>
      <a:accent3>
        <a:srgbClr val="686B5D"/>
      </a:accent3>
      <a:accent4>
        <a:srgbClr val="909082"/>
      </a:accent4>
      <a:accent5>
        <a:srgbClr val="809EA8"/>
      </a:accent5>
      <a:accent6>
        <a:srgbClr val="686B5D"/>
      </a:accent6>
      <a:hlink>
        <a:srgbClr val="FFCC66"/>
      </a:hlink>
      <a:folHlink>
        <a:srgbClr val="E9DCB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9.xml><?xml version="1.0" encoding="utf-8"?>
<a:theme xmlns:a="http://schemas.openxmlformats.org/drawingml/2006/main" xmlns:r="http://schemas.openxmlformats.org/officeDocument/2006/relationships" name="Glass Layers">
  <a:themeElements>
    <a:clrScheme name="Glass Layers">
      <a:dk1>
        <a:srgbClr val="FFFFFF"/>
      </a:dk1>
      <a:lt1>
        <a:srgbClr val="008000"/>
      </a:lt1>
      <a:dk2>
        <a:srgbClr val="FFFFB7"/>
      </a:dk2>
      <a:lt2>
        <a:srgbClr val="006600"/>
      </a:lt2>
      <a:accent1>
        <a:srgbClr val="99CC00"/>
      </a:accent1>
      <a:accent2>
        <a:srgbClr val="00CC00"/>
      </a:accent2>
      <a:accent3>
        <a:srgbClr val="008000"/>
      </a:accent3>
      <a:accent4>
        <a:srgbClr val="99CC00"/>
      </a:accent4>
      <a:accent5>
        <a:srgbClr val="00CC00"/>
      </a:accent5>
      <a:accent6>
        <a:srgbClr val="008000"/>
      </a:accent6>
      <a:hlink>
        <a:srgbClr val="99FF66"/>
      </a:hlink>
      <a:folHlink>
        <a:srgbClr val="FFFF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0.xml><?xml version="1.0" encoding="utf-8"?>
<a:theme xmlns:a="http://schemas.openxmlformats.org/drawingml/2006/main" xmlns:r="http://schemas.openxmlformats.org/officeDocument/2006/relationships" name="Curtain Call">
  <a:themeElements>
    <a:clrScheme name="Curtain Call">
      <a:dk1>
        <a:srgbClr val="FFFFFF"/>
      </a:dk1>
      <a:lt1>
        <a:srgbClr val="800000"/>
      </a:lt1>
      <a:dk2>
        <a:srgbClr val="FFFFCC"/>
      </a:dk2>
      <a:lt2>
        <a:srgbClr val="602000"/>
      </a:lt2>
      <a:accent1>
        <a:srgbClr val="FF3300"/>
      </a:accent1>
      <a:accent2>
        <a:srgbClr val="000000"/>
      </a:accent2>
      <a:accent3>
        <a:srgbClr val="800000"/>
      </a:accent3>
      <a:accent4>
        <a:srgbClr val="FF3300"/>
      </a:accent4>
      <a:accent5>
        <a:srgbClr val="000000"/>
      </a:accent5>
      <a:accent6>
        <a:srgbClr val="800000"/>
      </a:accent6>
      <a:hlink>
        <a:srgbClr val="EBF25A"/>
      </a:hlink>
      <a:folHlink>
        <a:srgbClr val="F2AA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1.xml><?xml version="1.0" encoding="utf-8"?>
<a:theme xmlns:a="http://schemas.openxmlformats.org/drawingml/2006/main" xmlns:r="http://schemas.openxmlformats.org/officeDocument/2006/relationships" name="Default Design">
  <a:themeElements>
    <a:clrScheme name="default">
      <a:dk1>
        <a:srgbClr val="FFFFFF"/>
      </a:dk1>
      <a:lt1>
        <a:srgbClr val="000000"/>
      </a:lt1>
      <a:dk2>
        <a:srgbClr val="E3EBF1"/>
      </a:dk2>
      <a:lt2>
        <a:srgbClr val="336699"/>
      </a:lt2>
      <a:accent1>
        <a:srgbClr val="003399"/>
      </a:accent1>
      <a:accent2>
        <a:srgbClr val="468A4B"/>
      </a:accent2>
      <a:accent3>
        <a:srgbClr val="000000"/>
      </a:accent3>
      <a:accent4>
        <a:srgbClr val="003399"/>
      </a:accent4>
      <a:accent5>
        <a:srgbClr val="468A4B"/>
      </a:accent5>
      <a:accent6>
        <a:srgbClr val="000000"/>
      </a:accent6>
      <a:hlink>
        <a:srgbClr val="66CCFF"/>
      </a:hlink>
      <a:folHlink>
        <a:srgbClr val="F0E5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